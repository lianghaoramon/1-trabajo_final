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2"/>
  </p:notesMasterIdLst>
  <p:sldIdLst>
    <p:sldId id="256" r:id="rId2"/>
    <p:sldId id="304" r:id="rId3"/>
    <p:sldId id="305" r:id="rId4"/>
    <p:sldId id="306" r:id="rId5"/>
    <p:sldId id="307" r:id="rId6"/>
    <p:sldId id="257" r:id="rId7"/>
    <p:sldId id="309" r:id="rId8"/>
    <p:sldId id="310" r:id="rId9"/>
    <p:sldId id="313" r:id="rId10"/>
    <p:sldId id="314" r:id="rId11"/>
    <p:sldId id="315" r:id="rId12"/>
    <p:sldId id="316" r:id="rId13"/>
    <p:sldId id="317" r:id="rId14"/>
    <p:sldId id="319" r:id="rId15"/>
    <p:sldId id="266" r:id="rId16"/>
    <p:sldId id="320" r:id="rId17"/>
    <p:sldId id="321" r:id="rId18"/>
    <p:sldId id="322" r:id="rId19"/>
    <p:sldId id="323" r:id="rId20"/>
    <p:sldId id="324" r:id="rId21"/>
  </p:sldIdLst>
  <p:sldSz cx="9144000" cy="5143500" type="screen16x9"/>
  <p:notesSz cx="6858000" cy="9144000"/>
  <p:embeddedFontLst>
    <p:embeddedFont>
      <p:font typeface="Nanum Gothic" panose="020B0604020202020204" charset="-127"/>
      <p:regular r:id="rId23"/>
      <p:bold r:id="rId24"/>
    </p:embeddedFont>
    <p:embeddedFont>
      <p:font typeface="Chelsea Market"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4F4EF"/>
    <a:srgbClr val="C46B00"/>
    <a:srgbClr val="FDBC5D"/>
    <a:srgbClr val="FDC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FB2BA2-E3CF-49A4-B36D-172515435B54}">
  <a:tblStyle styleId="{14FB2BA2-E3CF-49A4-B36D-172515435B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60"/>
  </p:normalViewPr>
  <p:slideViewPr>
    <p:cSldViewPr snapToGrid="0">
      <p:cViewPr varScale="1">
        <p:scale>
          <a:sx n="82" d="100"/>
          <a:sy n="82" d="100"/>
        </p:scale>
        <p:origin x="83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5"/>
        <p:cNvGrpSpPr/>
        <p:nvPr/>
      </p:nvGrpSpPr>
      <p:grpSpPr>
        <a:xfrm>
          <a:off x="0" y="0"/>
          <a:ext cx="0" cy="0"/>
          <a:chOff x="0" y="0"/>
          <a:chExt cx="0" cy="0"/>
        </a:xfrm>
      </p:grpSpPr>
      <p:sp>
        <p:nvSpPr>
          <p:cNvPr id="4086" name="Google Shape;4086;gc88cf44919_0_2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7" name="Google Shape;4087;gc88cf44919_0_2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9"/>
        <p:cNvGrpSpPr/>
        <p:nvPr/>
      </p:nvGrpSpPr>
      <p:grpSpPr>
        <a:xfrm>
          <a:off x="0" y="0"/>
          <a:ext cx="0" cy="0"/>
          <a:chOff x="0" y="0"/>
          <a:chExt cx="0" cy="0"/>
        </a:xfrm>
      </p:grpSpPr>
      <p:sp>
        <p:nvSpPr>
          <p:cNvPr id="4120" name="Google Shape;4120;gc88cf44919_0_1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1" name="Google Shape;4121;gc88cf44919_0_1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3662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5"/>
        <p:cNvGrpSpPr/>
        <p:nvPr/>
      </p:nvGrpSpPr>
      <p:grpSpPr>
        <a:xfrm>
          <a:off x="0" y="0"/>
          <a:ext cx="0" cy="0"/>
          <a:chOff x="0" y="0"/>
          <a:chExt cx="0" cy="0"/>
        </a:xfrm>
      </p:grpSpPr>
      <p:sp>
        <p:nvSpPr>
          <p:cNvPr id="4156" name="Google Shape;4156;gc88cf44919_0_2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7" name="Google Shape;4157;gc88cf44919_0_2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206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p:cNvGrpSpPr/>
        <p:nvPr/>
      </p:nvGrpSpPr>
      <p:grpSpPr>
        <a:xfrm>
          <a:off x="0" y="0"/>
          <a:ext cx="0" cy="0"/>
          <a:chOff x="0" y="0"/>
          <a:chExt cx="0" cy="0"/>
        </a:xfrm>
      </p:grpSpPr>
      <p:sp>
        <p:nvSpPr>
          <p:cNvPr id="4250" name="Google Shape;4250;gc88cf44919_0_39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88cf44919_0_39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861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2"/>
        <p:cNvGrpSpPr/>
        <p:nvPr/>
      </p:nvGrpSpPr>
      <p:grpSpPr>
        <a:xfrm>
          <a:off x="0" y="0"/>
          <a:ext cx="0" cy="0"/>
          <a:chOff x="0" y="0"/>
          <a:chExt cx="0" cy="0"/>
        </a:xfrm>
      </p:grpSpPr>
      <p:sp>
        <p:nvSpPr>
          <p:cNvPr id="4673" name="Google Shape;4673;gc8cef71214_0_10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4" name="Google Shape;4674;gc8cef71214_0_1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4213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8"/>
        <p:cNvGrpSpPr/>
        <p:nvPr/>
      </p:nvGrpSpPr>
      <p:grpSpPr>
        <a:xfrm>
          <a:off x="0" y="0"/>
          <a:ext cx="0" cy="0"/>
          <a:chOff x="0" y="0"/>
          <a:chExt cx="0" cy="0"/>
        </a:xfrm>
      </p:grpSpPr>
      <p:sp>
        <p:nvSpPr>
          <p:cNvPr id="4099" name="Google Shape;4099;gc88cf44919_0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0" name="Google Shape;4100;gc88cf44919_0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8"/>
        <p:cNvGrpSpPr/>
        <p:nvPr/>
      </p:nvGrpSpPr>
      <p:grpSpPr>
        <a:xfrm>
          <a:off x="0" y="0"/>
          <a:ext cx="0" cy="0"/>
          <a:chOff x="0" y="0"/>
          <a:chExt cx="0" cy="0"/>
        </a:xfrm>
      </p:grpSpPr>
      <p:sp>
        <p:nvSpPr>
          <p:cNvPr id="4099" name="Google Shape;4099;gc88cf44919_0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0" name="Google Shape;4100;gc88cf44919_0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7440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8"/>
        <p:cNvGrpSpPr/>
        <p:nvPr/>
      </p:nvGrpSpPr>
      <p:grpSpPr>
        <a:xfrm>
          <a:off x="0" y="0"/>
          <a:ext cx="0" cy="0"/>
          <a:chOff x="0" y="0"/>
          <a:chExt cx="0" cy="0"/>
        </a:xfrm>
      </p:grpSpPr>
      <p:sp>
        <p:nvSpPr>
          <p:cNvPr id="4099" name="Google Shape;4099;gc88cf44919_0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0" name="Google Shape;4100;gc88cf44919_0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6837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8"/>
        <p:cNvGrpSpPr/>
        <p:nvPr/>
      </p:nvGrpSpPr>
      <p:grpSpPr>
        <a:xfrm>
          <a:off x="0" y="0"/>
          <a:ext cx="0" cy="0"/>
          <a:chOff x="0" y="0"/>
          <a:chExt cx="0" cy="0"/>
        </a:xfrm>
      </p:grpSpPr>
      <p:sp>
        <p:nvSpPr>
          <p:cNvPr id="4099" name="Google Shape;4099;gc88cf44919_0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0" name="Google Shape;4100;gc88cf44919_0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6338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5"/>
        <p:cNvGrpSpPr/>
        <p:nvPr/>
      </p:nvGrpSpPr>
      <p:grpSpPr>
        <a:xfrm>
          <a:off x="0" y="0"/>
          <a:ext cx="0" cy="0"/>
          <a:chOff x="0" y="0"/>
          <a:chExt cx="0" cy="0"/>
        </a:xfrm>
      </p:grpSpPr>
      <p:sp>
        <p:nvSpPr>
          <p:cNvPr id="4816" name="Google Shape;4816;gc88cf44919_0_3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7" name="Google Shape;4817;gc88cf44919_0_3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0711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5"/>
        <p:cNvGrpSpPr/>
        <p:nvPr/>
      </p:nvGrpSpPr>
      <p:grpSpPr>
        <a:xfrm>
          <a:off x="0" y="0"/>
          <a:ext cx="0" cy="0"/>
          <a:chOff x="0" y="0"/>
          <a:chExt cx="0" cy="0"/>
        </a:xfrm>
      </p:grpSpPr>
      <p:sp>
        <p:nvSpPr>
          <p:cNvPr id="4816" name="Google Shape;4816;gc88cf44919_0_3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7" name="Google Shape;4817;gc88cf44919_0_3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6079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1">
          <a:extLst>
            <a:ext uri="{FF2B5EF4-FFF2-40B4-BE49-F238E27FC236}">
              <a16:creationId xmlns:a16="http://schemas.microsoft.com/office/drawing/2014/main" id="{12F6D797-A48E-1F2F-1FF0-1BB365532A7C}"/>
            </a:ext>
          </a:extLst>
        </p:cNvPr>
        <p:cNvGrpSpPr/>
        <p:nvPr/>
      </p:nvGrpSpPr>
      <p:grpSpPr>
        <a:xfrm>
          <a:off x="0" y="0"/>
          <a:ext cx="0" cy="0"/>
          <a:chOff x="0" y="0"/>
          <a:chExt cx="0" cy="0"/>
        </a:xfrm>
      </p:grpSpPr>
      <p:sp>
        <p:nvSpPr>
          <p:cNvPr id="4712" name="Google Shape;4712;gc8cef71214_0_1142:notes">
            <a:extLst>
              <a:ext uri="{FF2B5EF4-FFF2-40B4-BE49-F238E27FC236}">
                <a16:creationId xmlns:a16="http://schemas.microsoft.com/office/drawing/2014/main" id="{38F5E4E9-6F7A-B230-3EBA-45BCA7530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3" name="Google Shape;4713;gc8cef71214_0_1142:notes">
            <a:extLst>
              <a:ext uri="{FF2B5EF4-FFF2-40B4-BE49-F238E27FC236}">
                <a16:creationId xmlns:a16="http://schemas.microsoft.com/office/drawing/2014/main" id="{7542A26B-92D7-C3FA-BE1D-88561C618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5062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4">
          <a:extLst>
            <a:ext uri="{FF2B5EF4-FFF2-40B4-BE49-F238E27FC236}">
              <a16:creationId xmlns:a16="http://schemas.microsoft.com/office/drawing/2014/main" id="{8C6837E4-AE96-B5F4-37C8-14FC7D946F76}"/>
            </a:ext>
          </a:extLst>
        </p:cNvPr>
        <p:cNvGrpSpPr/>
        <p:nvPr/>
      </p:nvGrpSpPr>
      <p:grpSpPr>
        <a:xfrm>
          <a:off x="0" y="0"/>
          <a:ext cx="0" cy="0"/>
          <a:chOff x="0" y="0"/>
          <a:chExt cx="0" cy="0"/>
        </a:xfrm>
      </p:grpSpPr>
      <p:sp>
        <p:nvSpPr>
          <p:cNvPr id="4295" name="Google Shape;4295;gc88cf44919_0_4621:notes">
            <a:extLst>
              <a:ext uri="{FF2B5EF4-FFF2-40B4-BE49-F238E27FC236}">
                <a16:creationId xmlns:a16="http://schemas.microsoft.com/office/drawing/2014/main" id="{157451DD-44CE-DEA9-7FBC-5DF5C9ECB9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6" name="Google Shape;4296;gc88cf44919_0_4621:notes">
            <a:extLst>
              <a:ext uri="{FF2B5EF4-FFF2-40B4-BE49-F238E27FC236}">
                <a16:creationId xmlns:a16="http://schemas.microsoft.com/office/drawing/2014/main" id="{12CFFC36-A232-23E8-FAD3-4F55745457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655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4">
          <a:extLst>
            <a:ext uri="{FF2B5EF4-FFF2-40B4-BE49-F238E27FC236}">
              <a16:creationId xmlns:a16="http://schemas.microsoft.com/office/drawing/2014/main" id="{593A598D-5037-35BE-D569-74AADFA0AD34}"/>
            </a:ext>
          </a:extLst>
        </p:cNvPr>
        <p:cNvGrpSpPr/>
        <p:nvPr/>
      </p:nvGrpSpPr>
      <p:grpSpPr>
        <a:xfrm>
          <a:off x="0" y="0"/>
          <a:ext cx="0" cy="0"/>
          <a:chOff x="0" y="0"/>
          <a:chExt cx="0" cy="0"/>
        </a:xfrm>
      </p:grpSpPr>
      <p:sp>
        <p:nvSpPr>
          <p:cNvPr id="4295" name="Google Shape;4295;gc88cf44919_0_4621:notes">
            <a:extLst>
              <a:ext uri="{FF2B5EF4-FFF2-40B4-BE49-F238E27FC236}">
                <a16:creationId xmlns:a16="http://schemas.microsoft.com/office/drawing/2014/main" id="{2F4BAF74-937C-6AC7-76A4-2A9B17B1F6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6" name="Google Shape;4296;gc88cf44919_0_4621:notes">
            <a:extLst>
              <a:ext uri="{FF2B5EF4-FFF2-40B4-BE49-F238E27FC236}">
                <a16:creationId xmlns:a16="http://schemas.microsoft.com/office/drawing/2014/main" id="{D616D9B8-CCCA-AF0D-042E-A3EB5A7024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999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p:cNvGrpSpPr/>
        <p:nvPr/>
      </p:nvGrpSpPr>
      <p:grpSpPr>
        <a:xfrm>
          <a:off x="0" y="0"/>
          <a:ext cx="0" cy="0"/>
          <a:chOff x="0" y="0"/>
          <a:chExt cx="0" cy="0"/>
        </a:xfrm>
      </p:grpSpPr>
      <p:sp>
        <p:nvSpPr>
          <p:cNvPr id="4315" name="Google Shape;4315;gc88cf44919_0_4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C96005EA-9E0A-3923-E0D9-A3DE515125E1}"/>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FD6327E1-A712-5DBA-950E-BA709F884C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0936658B-4594-D2CD-CE5A-0DB47DA3F8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6765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969EFFAD-5769-9177-3949-4561986CA0D6}"/>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4DC3E49B-EFE9-AABC-E08B-6A18EF4ACF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E2F8A5EA-0740-958E-C9B5-EEE5827DF9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2239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2111C2F6-5D21-60BB-EF30-F0F8548EC5AF}"/>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2F8C6A73-68BC-868A-C4FB-7D87ECC40D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25AD4D0D-E2D1-C861-9CE1-FBECE30D8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5890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A701150D-7FF8-359C-BFED-047F44F1EF5C}"/>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0B232646-CEE4-9339-D0C6-9825D191CA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75ED11F1-019C-5114-2593-FBF3934ADA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966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5C668DAB-3886-5C8E-5499-5E56B269AB46}"/>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CC61A78D-EAEA-8A7F-4B72-2FA70281E3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7F4C0400-FD25-43A9-2768-722345B6AC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082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8792" y="22515"/>
            <a:ext cx="631196" cy="878807"/>
            <a:chOff x="88792" y="22515"/>
            <a:chExt cx="631196" cy="878807"/>
          </a:xfrm>
        </p:grpSpPr>
        <p:sp>
          <p:nvSpPr>
            <p:cNvPr id="10" name="Google Shape;10;p2"/>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175149" y="495436"/>
              <a:ext cx="69586" cy="73623"/>
              <a:chOff x="175149" y="495436"/>
              <a:chExt cx="69586" cy="73623"/>
            </a:xfrm>
          </p:grpSpPr>
          <p:sp>
            <p:nvSpPr>
              <p:cNvPr id="12" name="Google Shape;12;p2"/>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88792" y="761095"/>
              <a:ext cx="35279" cy="33988"/>
              <a:chOff x="88792" y="761095"/>
              <a:chExt cx="35279" cy="33988"/>
            </a:xfrm>
          </p:grpSpPr>
          <p:sp>
            <p:nvSpPr>
              <p:cNvPr id="15" name="Google Shape;15;p2"/>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rot="2144809">
              <a:off x="120150" y="257259"/>
              <a:ext cx="55825" cy="44400"/>
              <a:chOff x="8347600" y="1441475"/>
              <a:chExt cx="55825" cy="44400"/>
            </a:xfrm>
          </p:grpSpPr>
          <p:sp>
            <p:nvSpPr>
              <p:cNvPr id="19" name="Google Shape;19;p2"/>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rot="2144809">
              <a:off x="481539" y="813344"/>
              <a:ext cx="71099" cy="74199"/>
              <a:chOff x="8502650" y="1222725"/>
              <a:chExt cx="71100" cy="74200"/>
            </a:xfrm>
          </p:grpSpPr>
          <p:sp>
            <p:nvSpPr>
              <p:cNvPr id="23" name="Google Shape;23;p2"/>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2"/>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33;p2"/>
          <p:cNvGrpSpPr/>
          <p:nvPr/>
        </p:nvGrpSpPr>
        <p:grpSpPr>
          <a:xfrm>
            <a:off x="4222875" y="138025"/>
            <a:ext cx="4921125" cy="4997000"/>
            <a:chOff x="4222875" y="138025"/>
            <a:chExt cx="4921125" cy="4997000"/>
          </a:xfrm>
        </p:grpSpPr>
        <p:sp>
          <p:nvSpPr>
            <p:cNvPr id="34" name="Google Shape;34;p2"/>
            <p:cNvSpPr/>
            <p:nvPr/>
          </p:nvSpPr>
          <p:spPr>
            <a:xfrm>
              <a:off x="7998225" y="3850975"/>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613938" y="3382438"/>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963363" y="4084413"/>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759650" y="4456025"/>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407200" y="46153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264200" y="3361400"/>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953775" y="287083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2"/>
            <p:cNvGrpSpPr/>
            <p:nvPr/>
          </p:nvGrpSpPr>
          <p:grpSpPr>
            <a:xfrm>
              <a:off x="6743600" y="2287988"/>
              <a:ext cx="76300" cy="134575"/>
              <a:chOff x="8292650" y="153875"/>
              <a:chExt cx="76300" cy="134575"/>
            </a:xfrm>
          </p:grpSpPr>
          <p:sp>
            <p:nvSpPr>
              <p:cNvPr id="42" name="Google Shape;42;p2"/>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2"/>
            <p:cNvGrpSpPr/>
            <p:nvPr/>
          </p:nvGrpSpPr>
          <p:grpSpPr>
            <a:xfrm>
              <a:off x="7207038" y="3161825"/>
              <a:ext cx="27650" cy="21975"/>
              <a:chOff x="8820375" y="1023600"/>
              <a:chExt cx="27650" cy="21975"/>
            </a:xfrm>
          </p:grpSpPr>
          <p:sp>
            <p:nvSpPr>
              <p:cNvPr id="46" name="Google Shape;46;p2"/>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51;p2"/>
            <p:cNvGrpSpPr/>
            <p:nvPr/>
          </p:nvGrpSpPr>
          <p:grpSpPr>
            <a:xfrm>
              <a:off x="9028050" y="4563000"/>
              <a:ext cx="115950" cy="86125"/>
              <a:chOff x="8839525" y="1569650"/>
              <a:chExt cx="115950" cy="86125"/>
            </a:xfrm>
          </p:grpSpPr>
          <p:sp>
            <p:nvSpPr>
              <p:cNvPr id="52" name="Google Shape;52;p2"/>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a:off x="8823588" y="1136675"/>
              <a:ext cx="55825" cy="44400"/>
              <a:chOff x="8347600" y="1441475"/>
              <a:chExt cx="55825" cy="44400"/>
            </a:xfrm>
          </p:grpSpPr>
          <p:sp>
            <p:nvSpPr>
              <p:cNvPr id="55" name="Google Shape;55;p2"/>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2"/>
            <p:cNvSpPr/>
            <p:nvPr/>
          </p:nvSpPr>
          <p:spPr>
            <a:xfrm>
              <a:off x="8552075" y="4140238"/>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8550175" y="4139413"/>
              <a:ext cx="550" cy="1125"/>
            </a:xfrm>
            <a:custGeom>
              <a:avLst/>
              <a:gdLst/>
              <a:ahLst/>
              <a:cxnLst/>
              <a:rect l="l" t="t" r="r" b="b"/>
              <a:pathLst>
                <a:path w="22" h="45" extrusionOk="0">
                  <a:moveTo>
                    <a:pt x="0" y="1"/>
                  </a:moveTo>
                  <a:cubicBezTo>
                    <a:pt x="0" y="23"/>
                    <a:pt x="0" y="34"/>
                    <a:pt x="11" y="44"/>
                  </a:cubicBezTo>
                  <a:lnTo>
                    <a:pt x="22" y="44"/>
                  </a:lnTo>
                  <a:cubicBezTo>
                    <a:pt x="11" y="34"/>
                    <a:pt x="11" y="1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2"/>
            <p:cNvGrpSpPr/>
            <p:nvPr/>
          </p:nvGrpSpPr>
          <p:grpSpPr>
            <a:xfrm>
              <a:off x="8512150" y="4124863"/>
              <a:ext cx="48150" cy="36350"/>
              <a:chOff x="8512150" y="4124863"/>
              <a:chExt cx="48150" cy="36350"/>
            </a:xfrm>
          </p:grpSpPr>
          <p:sp>
            <p:nvSpPr>
              <p:cNvPr id="61" name="Google Shape;61;p2"/>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8945800" y="315400"/>
              <a:ext cx="80675" cy="73725"/>
              <a:chOff x="7502975" y="324575"/>
              <a:chExt cx="80675" cy="73725"/>
            </a:xfrm>
          </p:grpSpPr>
          <p:sp>
            <p:nvSpPr>
              <p:cNvPr id="66" name="Google Shape;66;p2"/>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6657338" y="1471625"/>
              <a:ext cx="162450" cy="154525"/>
              <a:chOff x="8676550" y="247000"/>
              <a:chExt cx="162450" cy="154525"/>
            </a:xfrm>
          </p:grpSpPr>
          <p:sp>
            <p:nvSpPr>
              <p:cNvPr id="72" name="Google Shape;72;p2"/>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2"/>
            <p:cNvGrpSpPr/>
            <p:nvPr/>
          </p:nvGrpSpPr>
          <p:grpSpPr>
            <a:xfrm>
              <a:off x="8978638" y="917925"/>
              <a:ext cx="71100" cy="74200"/>
              <a:chOff x="8502650" y="1222725"/>
              <a:chExt cx="71100" cy="74200"/>
            </a:xfrm>
          </p:grpSpPr>
          <p:sp>
            <p:nvSpPr>
              <p:cNvPr id="77" name="Google Shape;77;p2"/>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2"/>
            <p:cNvGrpSpPr/>
            <p:nvPr/>
          </p:nvGrpSpPr>
          <p:grpSpPr>
            <a:xfrm>
              <a:off x="8264200" y="271975"/>
              <a:ext cx="157250" cy="160550"/>
              <a:chOff x="7568050" y="747400"/>
              <a:chExt cx="157250" cy="160550"/>
            </a:xfrm>
          </p:grpSpPr>
          <p:sp>
            <p:nvSpPr>
              <p:cNvPr id="82" name="Google Shape;82;p2"/>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2"/>
            <p:cNvGrpSpPr/>
            <p:nvPr/>
          </p:nvGrpSpPr>
          <p:grpSpPr>
            <a:xfrm>
              <a:off x="8921813" y="2846500"/>
              <a:ext cx="119250" cy="106125"/>
              <a:chOff x="8527250" y="1363000"/>
              <a:chExt cx="119250" cy="106125"/>
            </a:xfrm>
          </p:grpSpPr>
          <p:sp>
            <p:nvSpPr>
              <p:cNvPr id="87" name="Google Shape;87;p2"/>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2"/>
            <p:cNvGrpSpPr/>
            <p:nvPr/>
          </p:nvGrpSpPr>
          <p:grpSpPr>
            <a:xfrm>
              <a:off x="8444875" y="1117563"/>
              <a:ext cx="32825" cy="22950"/>
              <a:chOff x="8097425" y="1383825"/>
              <a:chExt cx="32825" cy="22950"/>
            </a:xfrm>
          </p:grpSpPr>
          <p:sp>
            <p:nvSpPr>
              <p:cNvPr id="92" name="Google Shape;92;p2"/>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2"/>
            <p:cNvSpPr/>
            <p:nvPr/>
          </p:nvSpPr>
          <p:spPr>
            <a:xfrm>
              <a:off x="7386338" y="33392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8915538" y="2188700"/>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284888" y="2138975"/>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8691238" y="69986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370288" y="30167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783913" y="1564675"/>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884988" y="2557475"/>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141163" y="3381975"/>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8596063" y="1419400"/>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6657350" y="1086388"/>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8889925" y="61421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046050" y="1993400"/>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2"/>
            <p:cNvGrpSpPr/>
            <p:nvPr/>
          </p:nvGrpSpPr>
          <p:grpSpPr>
            <a:xfrm>
              <a:off x="4222875" y="5029425"/>
              <a:ext cx="28475" cy="22300"/>
              <a:chOff x="117600" y="5032275"/>
              <a:chExt cx="28475" cy="22300"/>
            </a:xfrm>
          </p:grpSpPr>
          <p:sp>
            <p:nvSpPr>
              <p:cNvPr id="109" name="Google Shape;109;p2"/>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2"/>
            <p:cNvSpPr/>
            <p:nvPr/>
          </p:nvSpPr>
          <p:spPr>
            <a:xfrm>
              <a:off x="7361075" y="24972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8346375" y="4802313"/>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8352650" y="47924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327225" y="47672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8345825" y="4800663"/>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54300" y="478016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8334075" y="477531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 name="Google Shape;120;p2"/>
            <p:cNvGrpSpPr/>
            <p:nvPr/>
          </p:nvGrpSpPr>
          <p:grpSpPr>
            <a:xfrm>
              <a:off x="7883263" y="4788488"/>
              <a:ext cx="146025" cy="127275"/>
              <a:chOff x="4316575" y="4989963"/>
              <a:chExt cx="146025" cy="127275"/>
            </a:xfrm>
          </p:grpSpPr>
          <p:sp>
            <p:nvSpPr>
              <p:cNvPr id="121" name="Google Shape;121;p2"/>
              <p:cNvSpPr/>
              <p:nvPr/>
            </p:nvSpPr>
            <p:spPr>
              <a:xfrm>
                <a:off x="4374800" y="4994713"/>
                <a:ext cx="300" cy="300"/>
              </a:xfrm>
              <a:custGeom>
                <a:avLst/>
                <a:gdLst/>
                <a:ahLst/>
                <a:cxnLst/>
                <a:rect l="l" t="t" r="r" b="b"/>
                <a:pathLst>
                  <a:path w="12" h="12" extrusionOk="0">
                    <a:moveTo>
                      <a:pt x="1" y="0"/>
                    </a:moveTo>
                    <a:lnTo>
                      <a:pt x="12" y="11"/>
                    </a:lnTo>
                    <a:lnTo>
                      <a:pt x="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4316575" y="4989963"/>
                <a:ext cx="146025" cy="127275"/>
              </a:xfrm>
              <a:custGeom>
                <a:avLst/>
                <a:gdLst/>
                <a:ahLst/>
                <a:cxnLst/>
                <a:rect l="l" t="t" r="r" b="b"/>
                <a:pathLst>
                  <a:path w="5841" h="5091" extrusionOk="0">
                    <a:moveTo>
                      <a:pt x="2417" y="376"/>
                    </a:moveTo>
                    <a:cubicBezTo>
                      <a:pt x="2461" y="431"/>
                      <a:pt x="2516" y="475"/>
                      <a:pt x="2592" y="486"/>
                    </a:cubicBezTo>
                    <a:cubicBezTo>
                      <a:pt x="2658" y="497"/>
                      <a:pt x="2723" y="519"/>
                      <a:pt x="2800" y="540"/>
                    </a:cubicBezTo>
                    <a:cubicBezTo>
                      <a:pt x="2866" y="562"/>
                      <a:pt x="2964" y="573"/>
                      <a:pt x="3030" y="595"/>
                    </a:cubicBezTo>
                    <a:cubicBezTo>
                      <a:pt x="3172" y="628"/>
                      <a:pt x="3292" y="661"/>
                      <a:pt x="3423" y="704"/>
                    </a:cubicBezTo>
                    <a:cubicBezTo>
                      <a:pt x="3762" y="836"/>
                      <a:pt x="4091" y="1011"/>
                      <a:pt x="4375" y="1240"/>
                    </a:cubicBezTo>
                    <a:cubicBezTo>
                      <a:pt x="4473" y="1306"/>
                      <a:pt x="4561" y="1393"/>
                      <a:pt x="4637" y="1470"/>
                    </a:cubicBezTo>
                    <a:lnTo>
                      <a:pt x="4659" y="1492"/>
                    </a:lnTo>
                    <a:cubicBezTo>
                      <a:pt x="4769" y="1612"/>
                      <a:pt x="4878" y="1733"/>
                      <a:pt x="4966" y="1853"/>
                    </a:cubicBezTo>
                    <a:cubicBezTo>
                      <a:pt x="4998" y="1897"/>
                      <a:pt x="5042" y="1951"/>
                      <a:pt x="5075" y="2006"/>
                    </a:cubicBezTo>
                    <a:cubicBezTo>
                      <a:pt x="5108" y="2061"/>
                      <a:pt x="5141" y="2115"/>
                      <a:pt x="5141" y="2126"/>
                    </a:cubicBezTo>
                    <a:cubicBezTo>
                      <a:pt x="5152" y="2159"/>
                      <a:pt x="5239" y="2323"/>
                      <a:pt x="5250" y="2356"/>
                    </a:cubicBezTo>
                    <a:cubicBezTo>
                      <a:pt x="5294" y="2454"/>
                      <a:pt x="5337" y="2564"/>
                      <a:pt x="5359" y="2662"/>
                    </a:cubicBezTo>
                    <a:cubicBezTo>
                      <a:pt x="5370" y="2739"/>
                      <a:pt x="5381" y="2815"/>
                      <a:pt x="5370" y="2881"/>
                    </a:cubicBezTo>
                    <a:cubicBezTo>
                      <a:pt x="5381" y="2947"/>
                      <a:pt x="5381" y="3045"/>
                      <a:pt x="5359" y="3133"/>
                    </a:cubicBezTo>
                    <a:cubicBezTo>
                      <a:pt x="5348" y="3231"/>
                      <a:pt x="5327" y="3318"/>
                      <a:pt x="5316" y="3384"/>
                    </a:cubicBezTo>
                    <a:cubicBezTo>
                      <a:pt x="5305" y="3439"/>
                      <a:pt x="5283" y="3483"/>
                      <a:pt x="5272" y="3537"/>
                    </a:cubicBezTo>
                    <a:lnTo>
                      <a:pt x="5261" y="3559"/>
                    </a:lnTo>
                    <a:cubicBezTo>
                      <a:pt x="5239" y="3592"/>
                      <a:pt x="5228" y="3625"/>
                      <a:pt x="5217" y="3658"/>
                    </a:cubicBezTo>
                    <a:cubicBezTo>
                      <a:pt x="5009" y="4073"/>
                      <a:pt x="4627" y="4379"/>
                      <a:pt x="4178" y="4609"/>
                    </a:cubicBezTo>
                    <a:lnTo>
                      <a:pt x="4091" y="4653"/>
                    </a:lnTo>
                    <a:cubicBezTo>
                      <a:pt x="4091" y="4653"/>
                      <a:pt x="4091" y="4675"/>
                      <a:pt x="4112" y="4675"/>
                    </a:cubicBezTo>
                    <a:lnTo>
                      <a:pt x="4058" y="4740"/>
                    </a:lnTo>
                    <a:cubicBezTo>
                      <a:pt x="3981" y="4740"/>
                      <a:pt x="3894" y="4740"/>
                      <a:pt x="3817" y="4718"/>
                    </a:cubicBezTo>
                    <a:cubicBezTo>
                      <a:pt x="3752" y="4707"/>
                      <a:pt x="3686" y="4707"/>
                      <a:pt x="3620" y="4707"/>
                    </a:cubicBezTo>
                    <a:cubicBezTo>
                      <a:pt x="3598" y="4707"/>
                      <a:pt x="3577" y="4697"/>
                      <a:pt x="3555" y="4697"/>
                    </a:cubicBezTo>
                    <a:cubicBezTo>
                      <a:pt x="3547" y="4693"/>
                      <a:pt x="3538" y="4692"/>
                      <a:pt x="3527" y="4692"/>
                    </a:cubicBezTo>
                    <a:cubicBezTo>
                      <a:pt x="3505" y="4692"/>
                      <a:pt x="3478" y="4697"/>
                      <a:pt x="3456" y="4697"/>
                    </a:cubicBezTo>
                    <a:cubicBezTo>
                      <a:pt x="3423" y="4697"/>
                      <a:pt x="3423" y="4675"/>
                      <a:pt x="3402" y="4675"/>
                    </a:cubicBezTo>
                    <a:cubicBezTo>
                      <a:pt x="3358" y="4675"/>
                      <a:pt x="3314" y="4664"/>
                      <a:pt x="3270" y="4653"/>
                    </a:cubicBezTo>
                    <a:cubicBezTo>
                      <a:pt x="3227" y="4642"/>
                      <a:pt x="3183" y="4631"/>
                      <a:pt x="3139" y="4620"/>
                    </a:cubicBezTo>
                    <a:lnTo>
                      <a:pt x="3095" y="4609"/>
                    </a:lnTo>
                    <a:cubicBezTo>
                      <a:pt x="2975" y="4609"/>
                      <a:pt x="2855" y="4598"/>
                      <a:pt x="2734" y="4587"/>
                    </a:cubicBezTo>
                    <a:cubicBezTo>
                      <a:pt x="2658" y="4576"/>
                      <a:pt x="2603" y="4565"/>
                      <a:pt x="2548" y="4554"/>
                    </a:cubicBezTo>
                    <a:cubicBezTo>
                      <a:pt x="2516" y="4554"/>
                      <a:pt x="2483" y="4532"/>
                      <a:pt x="2450" y="4522"/>
                    </a:cubicBezTo>
                    <a:lnTo>
                      <a:pt x="2330" y="4467"/>
                    </a:lnTo>
                    <a:cubicBezTo>
                      <a:pt x="2242" y="4434"/>
                      <a:pt x="2100" y="4347"/>
                      <a:pt x="2023" y="4314"/>
                    </a:cubicBezTo>
                    <a:cubicBezTo>
                      <a:pt x="1881" y="4237"/>
                      <a:pt x="1805" y="4204"/>
                      <a:pt x="1663" y="4128"/>
                    </a:cubicBezTo>
                    <a:cubicBezTo>
                      <a:pt x="1367" y="3953"/>
                      <a:pt x="1105" y="3723"/>
                      <a:pt x="886" y="3450"/>
                    </a:cubicBezTo>
                    <a:cubicBezTo>
                      <a:pt x="831" y="3384"/>
                      <a:pt x="788" y="3308"/>
                      <a:pt x="744" y="3231"/>
                    </a:cubicBezTo>
                    <a:cubicBezTo>
                      <a:pt x="678" y="3100"/>
                      <a:pt x="645" y="2990"/>
                      <a:pt x="580" y="2881"/>
                    </a:cubicBezTo>
                    <a:cubicBezTo>
                      <a:pt x="514" y="2772"/>
                      <a:pt x="481" y="2662"/>
                      <a:pt x="470" y="2542"/>
                    </a:cubicBezTo>
                    <a:cubicBezTo>
                      <a:pt x="459" y="2323"/>
                      <a:pt x="470" y="2115"/>
                      <a:pt x="514" y="1908"/>
                    </a:cubicBezTo>
                    <a:cubicBezTo>
                      <a:pt x="602" y="1579"/>
                      <a:pt x="788" y="1284"/>
                      <a:pt x="1039" y="1043"/>
                    </a:cubicBezTo>
                    <a:cubicBezTo>
                      <a:pt x="1072" y="1011"/>
                      <a:pt x="1116" y="978"/>
                      <a:pt x="1159" y="945"/>
                    </a:cubicBezTo>
                    <a:lnTo>
                      <a:pt x="1225" y="890"/>
                    </a:lnTo>
                    <a:lnTo>
                      <a:pt x="1280" y="847"/>
                    </a:lnTo>
                    <a:cubicBezTo>
                      <a:pt x="1356" y="781"/>
                      <a:pt x="1455" y="737"/>
                      <a:pt x="1564" y="726"/>
                    </a:cubicBezTo>
                    <a:cubicBezTo>
                      <a:pt x="1673" y="704"/>
                      <a:pt x="1805" y="694"/>
                      <a:pt x="1958" y="661"/>
                    </a:cubicBezTo>
                    <a:lnTo>
                      <a:pt x="1925" y="661"/>
                    </a:lnTo>
                    <a:cubicBezTo>
                      <a:pt x="1903" y="650"/>
                      <a:pt x="1881" y="650"/>
                      <a:pt x="1848" y="639"/>
                    </a:cubicBezTo>
                    <a:cubicBezTo>
                      <a:pt x="1810" y="633"/>
                      <a:pt x="1772" y="631"/>
                      <a:pt x="1734" y="631"/>
                    </a:cubicBezTo>
                    <a:cubicBezTo>
                      <a:pt x="1695" y="631"/>
                      <a:pt x="1657" y="633"/>
                      <a:pt x="1619" y="639"/>
                    </a:cubicBezTo>
                    <a:cubicBezTo>
                      <a:pt x="1553" y="639"/>
                      <a:pt x="1498" y="650"/>
                      <a:pt x="1444" y="672"/>
                    </a:cubicBezTo>
                    <a:lnTo>
                      <a:pt x="1389" y="672"/>
                    </a:lnTo>
                    <a:cubicBezTo>
                      <a:pt x="1367" y="650"/>
                      <a:pt x="1345" y="639"/>
                      <a:pt x="1323" y="628"/>
                    </a:cubicBezTo>
                    <a:cubicBezTo>
                      <a:pt x="1313" y="617"/>
                      <a:pt x="1302" y="606"/>
                      <a:pt x="1302" y="595"/>
                    </a:cubicBezTo>
                    <a:cubicBezTo>
                      <a:pt x="1269" y="595"/>
                      <a:pt x="1291" y="573"/>
                      <a:pt x="1258" y="573"/>
                    </a:cubicBezTo>
                    <a:cubicBezTo>
                      <a:pt x="1269" y="551"/>
                      <a:pt x="1280" y="529"/>
                      <a:pt x="1302" y="497"/>
                    </a:cubicBezTo>
                    <a:cubicBezTo>
                      <a:pt x="1374" y="481"/>
                      <a:pt x="1446" y="470"/>
                      <a:pt x="1522" y="470"/>
                    </a:cubicBezTo>
                    <a:cubicBezTo>
                      <a:pt x="1550" y="470"/>
                      <a:pt x="1579" y="472"/>
                      <a:pt x="1608" y="475"/>
                    </a:cubicBezTo>
                    <a:cubicBezTo>
                      <a:pt x="1684" y="486"/>
                      <a:pt x="1772" y="486"/>
                      <a:pt x="1848" y="497"/>
                    </a:cubicBezTo>
                    <a:lnTo>
                      <a:pt x="1936" y="529"/>
                    </a:lnTo>
                    <a:cubicBezTo>
                      <a:pt x="1969" y="529"/>
                      <a:pt x="2013" y="540"/>
                      <a:pt x="2056" y="551"/>
                    </a:cubicBezTo>
                    <a:cubicBezTo>
                      <a:pt x="2089" y="562"/>
                      <a:pt x="2089" y="573"/>
                      <a:pt x="2111" y="573"/>
                    </a:cubicBezTo>
                    <a:lnTo>
                      <a:pt x="2155" y="595"/>
                    </a:lnTo>
                    <a:cubicBezTo>
                      <a:pt x="2209" y="573"/>
                      <a:pt x="2253" y="540"/>
                      <a:pt x="2297" y="508"/>
                    </a:cubicBezTo>
                    <a:cubicBezTo>
                      <a:pt x="2341" y="475"/>
                      <a:pt x="2384" y="431"/>
                      <a:pt x="2417" y="376"/>
                    </a:cubicBezTo>
                    <a:close/>
                    <a:moveTo>
                      <a:pt x="2627" y="0"/>
                    </a:moveTo>
                    <a:cubicBezTo>
                      <a:pt x="2601" y="0"/>
                      <a:pt x="2575" y="2"/>
                      <a:pt x="2548" y="4"/>
                    </a:cubicBezTo>
                    <a:cubicBezTo>
                      <a:pt x="2505" y="4"/>
                      <a:pt x="2450" y="4"/>
                      <a:pt x="2406" y="15"/>
                    </a:cubicBezTo>
                    <a:cubicBezTo>
                      <a:pt x="2362" y="37"/>
                      <a:pt x="2341" y="81"/>
                      <a:pt x="2341" y="125"/>
                    </a:cubicBezTo>
                    <a:cubicBezTo>
                      <a:pt x="2341" y="147"/>
                      <a:pt x="2341" y="169"/>
                      <a:pt x="2341" y="190"/>
                    </a:cubicBezTo>
                    <a:lnTo>
                      <a:pt x="2341" y="212"/>
                    </a:lnTo>
                    <a:cubicBezTo>
                      <a:pt x="2341" y="212"/>
                      <a:pt x="2330" y="212"/>
                      <a:pt x="2330" y="201"/>
                    </a:cubicBezTo>
                    <a:lnTo>
                      <a:pt x="2319" y="190"/>
                    </a:lnTo>
                    <a:cubicBezTo>
                      <a:pt x="2264" y="158"/>
                      <a:pt x="2209" y="147"/>
                      <a:pt x="2155" y="147"/>
                    </a:cubicBezTo>
                    <a:cubicBezTo>
                      <a:pt x="2122" y="141"/>
                      <a:pt x="2089" y="138"/>
                      <a:pt x="2058" y="138"/>
                    </a:cubicBezTo>
                    <a:cubicBezTo>
                      <a:pt x="2026" y="138"/>
                      <a:pt x="1996" y="141"/>
                      <a:pt x="1969" y="147"/>
                    </a:cubicBezTo>
                    <a:cubicBezTo>
                      <a:pt x="1805" y="201"/>
                      <a:pt x="1641" y="245"/>
                      <a:pt x="1477" y="278"/>
                    </a:cubicBezTo>
                    <a:cubicBezTo>
                      <a:pt x="1356" y="300"/>
                      <a:pt x="1258" y="333"/>
                      <a:pt x="1148" y="376"/>
                    </a:cubicBezTo>
                    <a:cubicBezTo>
                      <a:pt x="1094" y="398"/>
                      <a:pt x="1039" y="431"/>
                      <a:pt x="995" y="464"/>
                    </a:cubicBezTo>
                    <a:cubicBezTo>
                      <a:pt x="941" y="497"/>
                      <a:pt x="897" y="529"/>
                      <a:pt x="853" y="573"/>
                    </a:cubicBezTo>
                    <a:cubicBezTo>
                      <a:pt x="744" y="683"/>
                      <a:pt x="667" y="814"/>
                      <a:pt x="569" y="923"/>
                    </a:cubicBezTo>
                    <a:cubicBezTo>
                      <a:pt x="470" y="1043"/>
                      <a:pt x="383" y="1175"/>
                      <a:pt x="295" y="1317"/>
                    </a:cubicBezTo>
                    <a:cubicBezTo>
                      <a:pt x="164" y="1525"/>
                      <a:pt x="77" y="1765"/>
                      <a:pt x="44" y="2017"/>
                    </a:cubicBezTo>
                    <a:cubicBezTo>
                      <a:pt x="0" y="2290"/>
                      <a:pt x="22" y="2564"/>
                      <a:pt x="88" y="2837"/>
                    </a:cubicBezTo>
                    <a:cubicBezTo>
                      <a:pt x="164" y="3100"/>
                      <a:pt x="284" y="3362"/>
                      <a:pt x="448" y="3592"/>
                    </a:cubicBezTo>
                    <a:cubicBezTo>
                      <a:pt x="667" y="3876"/>
                      <a:pt x="930" y="4128"/>
                      <a:pt x="1225" y="4325"/>
                    </a:cubicBezTo>
                    <a:cubicBezTo>
                      <a:pt x="1433" y="4467"/>
                      <a:pt x="1652" y="4587"/>
                      <a:pt x="1870" y="4697"/>
                    </a:cubicBezTo>
                    <a:cubicBezTo>
                      <a:pt x="1980" y="4751"/>
                      <a:pt x="2100" y="4795"/>
                      <a:pt x="2209" y="4839"/>
                    </a:cubicBezTo>
                    <a:cubicBezTo>
                      <a:pt x="2264" y="4861"/>
                      <a:pt x="2341" y="4893"/>
                      <a:pt x="2406" y="4904"/>
                    </a:cubicBezTo>
                    <a:cubicBezTo>
                      <a:pt x="2472" y="4926"/>
                      <a:pt x="2537" y="4937"/>
                      <a:pt x="2603" y="4948"/>
                    </a:cubicBezTo>
                    <a:cubicBezTo>
                      <a:pt x="2855" y="4981"/>
                      <a:pt x="3106" y="4992"/>
                      <a:pt x="3358" y="4992"/>
                    </a:cubicBezTo>
                    <a:cubicBezTo>
                      <a:pt x="3467" y="4992"/>
                      <a:pt x="3577" y="5003"/>
                      <a:pt x="3686" y="5025"/>
                    </a:cubicBezTo>
                    <a:cubicBezTo>
                      <a:pt x="3708" y="5025"/>
                      <a:pt x="3730" y="5025"/>
                      <a:pt x="3752" y="5036"/>
                    </a:cubicBezTo>
                    <a:lnTo>
                      <a:pt x="3784" y="5036"/>
                    </a:lnTo>
                    <a:lnTo>
                      <a:pt x="3806" y="5047"/>
                    </a:lnTo>
                    <a:lnTo>
                      <a:pt x="3883" y="5068"/>
                    </a:lnTo>
                    <a:lnTo>
                      <a:pt x="3916" y="5079"/>
                    </a:lnTo>
                    <a:lnTo>
                      <a:pt x="3937" y="5090"/>
                    </a:lnTo>
                    <a:lnTo>
                      <a:pt x="3948" y="5079"/>
                    </a:lnTo>
                    <a:lnTo>
                      <a:pt x="4025" y="5057"/>
                    </a:lnTo>
                    <a:lnTo>
                      <a:pt x="4091" y="5025"/>
                    </a:lnTo>
                    <a:lnTo>
                      <a:pt x="4123" y="5014"/>
                    </a:lnTo>
                    <a:lnTo>
                      <a:pt x="4145" y="5003"/>
                    </a:lnTo>
                    <a:cubicBezTo>
                      <a:pt x="4375" y="4915"/>
                      <a:pt x="4605" y="4795"/>
                      <a:pt x="4812" y="4653"/>
                    </a:cubicBezTo>
                    <a:cubicBezTo>
                      <a:pt x="5053" y="4478"/>
                      <a:pt x="5283" y="4270"/>
                      <a:pt x="5469" y="4029"/>
                    </a:cubicBezTo>
                    <a:cubicBezTo>
                      <a:pt x="5480" y="4018"/>
                      <a:pt x="5491" y="4008"/>
                      <a:pt x="5502" y="3986"/>
                    </a:cubicBezTo>
                    <a:cubicBezTo>
                      <a:pt x="5600" y="3854"/>
                      <a:pt x="5666" y="3712"/>
                      <a:pt x="5709" y="3559"/>
                    </a:cubicBezTo>
                    <a:cubicBezTo>
                      <a:pt x="5808" y="3264"/>
                      <a:pt x="5841" y="2958"/>
                      <a:pt x="5797" y="2651"/>
                    </a:cubicBezTo>
                    <a:cubicBezTo>
                      <a:pt x="5742" y="2301"/>
                      <a:pt x="5611" y="1973"/>
                      <a:pt x="5403" y="1689"/>
                    </a:cubicBezTo>
                    <a:cubicBezTo>
                      <a:pt x="5009" y="1153"/>
                      <a:pt x="4484" y="726"/>
                      <a:pt x="3872" y="453"/>
                    </a:cubicBezTo>
                    <a:cubicBezTo>
                      <a:pt x="3544" y="267"/>
                      <a:pt x="3194" y="125"/>
                      <a:pt x="2833" y="26"/>
                    </a:cubicBezTo>
                    <a:cubicBezTo>
                      <a:pt x="2769" y="10"/>
                      <a:pt x="2699" y="0"/>
                      <a:pt x="2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4346925" y="5060488"/>
                <a:ext cx="72475" cy="48000"/>
              </a:xfrm>
              <a:custGeom>
                <a:avLst/>
                <a:gdLst/>
                <a:ahLst/>
                <a:cxnLst/>
                <a:rect l="l" t="t" r="r" b="b"/>
                <a:pathLst>
                  <a:path w="2899" h="1920" extrusionOk="0">
                    <a:moveTo>
                      <a:pt x="33" y="0"/>
                    </a:moveTo>
                    <a:cubicBezTo>
                      <a:pt x="29" y="0"/>
                      <a:pt x="26" y="2"/>
                      <a:pt x="22" y="5"/>
                    </a:cubicBezTo>
                    <a:cubicBezTo>
                      <a:pt x="0" y="27"/>
                      <a:pt x="55" y="93"/>
                      <a:pt x="88" y="147"/>
                    </a:cubicBezTo>
                    <a:cubicBezTo>
                      <a:pt x="131" y="202"/>
                      <a:pt x="164" y="246"/>
                      <a:pt x="186" y="268"/>
                    </a:cubicBezTo>
                    <a:cubicBezTo>
                      <a:pt x="186" y="312"/>
                      <a:pt x="230" y="366"/>
                      <a:pt x="252" y="399"/>
                    </a:cubicBezTo>
                    <a:cubicBezTo>
                      <a:pt x="306" y="476"/>
                      <a:pt x="350" y="541"/>
                      <a:pt x="394" y="618"/>
                    </a:cubicBezTo>
                    <a:cubicBezTo>
                      <a:pt x="438" y="705"/>
                      <a:pt x="492" y="782"/>
                      <a:pt x="525" y="847"/>
                    </a:cubicBezTo>
                    <a:cubicBezTo>
                      <a:pt x="536" y="869"/>
                      <a:pt x="547" y="902"/>
                      <a:pt x="558" y="924"/>
                    </a:cubicBezTo>
                    <a:cubicBezTo>
                      <a:pt x="558" y="935"/>
                      <a:pt x="569" y="935"/>
                      <a:pt x="569" y="946"/>
                    </a:cubicBezTo>
                    <a:cubicBezTo>
                      <a:pt x="591" y="990"/>
                      <a:pt x="602" y="1033"/>
                      <a:pt x="613" y="1066"/>
                    </a:cubicBezTo>
                    <a:cubicBezTo>
                      <a:pt x="624" y="1088"/>
                      <a:pt x="645" y="1110"/>
                      <a:pt x="656" y="1132"/>
                    </a:cubicBezTo>
                    <a:cubicBezTo>
                      <a:pt x="700" y="1165"/>
                      <a:pt x="733" y="1197"/>
                      <a:pt x="766" y="1219"/>
                    </a:cubicBezTo>
                    <a:cubicBezTo>
                      <a:pt x="809" y="1263"/>
                      <a:pt x="842" y="1307"/>
                      <a:pt x="897" y="1351"/>
                    </a:cubicBezTo>
                    <a:cubicBezTo>
                      <a:pt x="952" y="1394"/>
                      <a:pt x="1006" y="1427"/>
                      <a:pt x="1061" y="1471"/>
                    </a:cubicBezTo>
                    <a:cubicBezTo>
                      <a:pt x="1072" y="1482"/>
                      <a:pt x="1083" y="1493"/>
                      <a:pt x="1094" y="1504"/>
                    </a:cubicBezTo>
                    <a:cubicBezTo>
                      <a:pt x="1105" y="1504"/>
                      <a:pt x="1127" y="1515"/>
                      <a:pt x="1138" y="1515"/>
                    </a:cubicBezTo>
                    <a:cubicBezTo>
                      <a:pt x="1159" y="1526"/>
                      <a:pt x="1181" y="1547"/>
                      <a:pt x="1192" y="1558"/>
                    </a:cubicBezTo>
                    <a:cubicBezTo>
                      <a:pt x="1258" y="1591"/>
                      <a:pt x="1334" y="1624"/>
                      <a:pt x="1367" y="1646"/>
                    </a:cubicBezTo>
                    <a:cubicBezTo>
                      <a:pt x="1411" y="1668"/>
                      <a:pt x="1433" y="1690"/>
                      <a:pt x="1466" y="1701"/>
                    </a:cubicBezTo>
                    <a:cubicBezTo>
                      <a:pt x="1498" y="1711"/>
                      <a:pt x="1531" y="1722"/>
                      <a:pt x="1564" y="1733"/>
                    </a:cubicBezTo>
                    <a:cubicBezTo>
                      <a:pt x="1597" y="1744"/>
                      <a:pt x="1641" y="1755"/>
                      <a:pt x="1673" y="1766"/>
                    </a:cubicBezTo>
                    <a:cubicBezTo>
                      <a:pt x="1695" y="1766"/>
                      <a:pt x="1772" y="1766"/>
                      <a:pt x="1805" y="1777"/>
                    </a:cubicBezTo>
                    <a:cubicBezTo>
                      <a:pt x="1848" y="1788"/>
                      <a:pt x="1859" y="1788"/>
                      <a:pt x="1881" y="1788"/>
                    </a:cubicBezTo>
                    <a:lnTo>
                      <a:pt x="1936" y="1799"/>
                    </a:lnTo>
                    <a:cubicBezTo>
                      <a:pt x="1969" y="1810"/>
                      <a:pt x="2013" y="1821"/>
                      <a:pt x="2056" y="1832"/>
                    </a:cubicBezTo>
                    <a:cubicBezTo>
                      <a:pt x="2100" y="1843"/>
                      <a:pt x="2155" y="1854"/>
                      <a:pt x="2198" y="1854"/>
                    </a:cubicBezTo>
                    <a:cubicBezTo>
                      <a:pt x="2220" y="1854"/>
                      <a:pt x="2231" y="1865"/>
                      <a:pt x="2253" y="1865"/>
                    </a:cubicBezTo>
                    <a:cubicBezTo>
                      <a:pt x="2257" y="1868"/>
                      <a:pt x="2265" y="1869"/>
                      <a:pt x="2276" y="1869"/>
                    </a:cubicBezTo>
                    <a:cubicBezTo>
                      <a:pt x="2298" y="1869"/>
                      <a:pt x="2330" y="1865"/>
                      <a:pt x="2352" y="1865"/>
                    </a:cubicBezTo>
                    <a:cubicBezTo>
                      <a:pt x="2373" y="1865"/>
                      <a:pt x="2395" y="1876"/>
                      <a:pt x="2417" y="1886"/>
                    </a:cubicBezTo>
                    <a:cubicBezTo>
                      <a:pt x="2483" y="1886"/>
                      <a:pt x="2548" y="1886"/>
                      <a:pt x="2614" y="1897"/>
                    </a:cubicBezTo>
                    <a:cubicBezTo>
                      <a:pt x="2691" y="1919"/>
                      <a:pt x="2767" y="1919"/>
                      <a:pt x="2855" y="1919"/>
                    </a:cubicBezTo>
                    <a:lnTo>
                      <a:pt x="2898" y="1843"/>
                    </a:lnTo>
                    <a:cubicBezTo>
                      <a:pt x="2877" y="1843"/>
                      <a:pt x="2888" y="1832"/>
                      <a:pt x="2888" y="1821"/>
                    </a:cubicBezTo>
                    <a:lnTo>
                      <a:pt x="2877" y="1821"/>
                    </a:lnTo>
                    <a:cubicBezTo>
                      <a:pt x="2866" y="1810"/>
                      <a:pt x="2855" y="1799"/>
                      <a:pt x="2855" y="1788"/>
                    </a:cubicBezTo>
                    <a:cubicBezTo>
                      <a:pt x="2833" y="1766"/>
                      <a:pt x="2822" y="1744"/>
                      <a:pt x="2811" y="1722"/>
                    </a:cubicBezTo>
                    <a:lnTo>
                      <a:pt x="2767" y="1722"/>
                    </a:lnTo>
                    <a:cubicBezTo>
                      <a:pt x="2727" y="1738"/>
                      <a:pt x="2687" y="1749"/>
                      <a:pt x="2647" y="1749"/>
                    </a:cubicBezTo>
                    <a:cubicBezTo>
                      <a:pt x="2632" y="1749"/>
                      <a:pt x="2618" y="1747"/>
                      <a:pt x="2603" y="1744"/>
                    </a:cubicBezTo>
                    <a:cubicBezTo>
                      <a:pt x="2542" y="1744"/>
                      <a:pt x="2488" y="1758"/>
                      <a:pt x="2435" y="1758"/>
                    </a:cubicBezTo>
                    <a:cubicBezTo>
                      <a:pt x="2422" y="1758"/>
                      <a:pt x="2408" y="1757"/>
                      <a:pt x="2395" y="1755"/>
                    </a:cubicBezTo>
                    <a:cubicBezTo>
                      <a:pt x="2373" y="1755"/>
                      <a:pt x="2352" y="1744"/>
                      <a:pt x="2330" y="1744"/>
                    </a:cubicBezTo>
                    <a:lnTo>
                      <a:pt x="2242" y="1744"/>
                    </a:lnTo>
                    <a:cubicBezTo>
                      <a:pt x="2198" y="1744"/>
                      <a:pt x="2155" y="1733"/>
                      <a:pt x="2122" y="1722"/>
                    </a:cubicBezTo>
                    <a:cubicBezTo>
                      <a:pt x="2111" y="1722"/>
                      <a:pt x="2089" y="1711"/>
                      <a:pt x="2078" y="1711"/>
                    </a:cubicBezTo>
                    <a:lnTo>
                      <a:pt x="2045" y="1711"/>
                    </a:lnTo>
                    <a:cubicBezTo>
                      <a:pt x="1936" y="1701"/>
                      <a:pt x="1827" y="1679"/>
                      <a:pt x="1717" y="1635"/>
                    </a:cubicBezTo>
                    <a:cubicBezTo>
                      <a:pt x="1641" y="1613"/>
                      <a:pt x="1586" y="1558"/>
                      <a:pt x="1509" y="1536"/>
                    </a:cubicBezTo>
                    <a:lnTo>
                      <a:pt x="1422" y="1536"/>
                    </a:lnTo>
                    <a:cubicBezTo>
                      <a:pt x="1400" y="1536"/>
                      <a:pt x="1411" y="1526"/>
                      <a:pt x="1400" y="1526"/>
                    </a:cubicBezTo>
                    <a:lnTo>
                      <a:pt x="1389" y="1526"/>
                    </a:lnTo>
                    <a:cubicBezTo>
                      <a:pt x="1334" y="1504"/>
                      <a:pt x="1280" y="1471"/>
                      <a:pt x="1225" y="1438"/>
                    </a:cubicBezTo>
                    <a:cubicBezTo>
                      <a:pt x="1181" y="1416"/>
                      <a:pt x="1148" y="1394"/>
                      <a:pt x="1105" y="1372"/>
                    </a:cubicBezTo>
                    <a:cubicBezTo>
                      <a:pt x="1094" y="1362"/>
                      <a:pt x="1094" y="1351"/>
                      <a:pt x="1083" y="1329"/>
                    </a:cubicBezTo>
                    <a:lnTo>
                      <a:pt x="995" y="1274"/>
                    </a:lnTo>
                    <a:cubicBezTo>
                      <a:pt x="963" y="1241"/>
                      <a:pt x="908" y="1230"/>
                      <a:pt x="875" y="1208"/>
                    </a:cubicBezTo>
                    <a:cubicBezTo>
                      <a:pt x="799" y="1143"/>
                      <a:pt x="744" y="1077"/>
                      <a:pt x="689" y="1001"/>
                    </a:cubicBezTo>
                    <a:cubicBezTo>
                      <a:pt x="645" y="935"/>
                      <a:pt x="602" y="869"/>
                      <a:pt x="569" y="793"/>
                    </a:cubicBezTo>
                    <a:cubicBezTo>
                      <a:pt x="536" y="738"/>
                      <a:pt x="492" y="683"/>
                      <a:pt x="470" y="618"/>
                    </a:cubicBezTo>
                    <a:cubicBezTo>
                      <a:pt x="459" y="596"/>
                      <a:pt x="449" y="585"/>
                      <a:pt x="427" y="563"/>
                    </a:cubicBezTo>
                    <a:cubicBezTo>
                      <a:pt x="416" y="541"/>
                      <a:pt x="416" y="519"/>
                      <a:pt x="405" y="497"/>
                    </a:cubicBezTo>
                    <a:cubicBezTo>
                      <a:pt x="394" y="476"/>
                      <a:pt x="372" y="465"/>
                      <a:pt x="361" y="443"/>
                    </a:cubicBezTo>
                    <a:cubicBezTo>
                      <a:pt x="339" y="421"/>
                      <a:pt x="317" y="355"/>
                      <a:pt x="295" y="322"/>
                    </a:cubicBezTo>
                    <a:cubicBezTo>
                      <a:pt x="263" y="279"/>
                      <a:pt x="252" y="279"/>
                      <a:pt x="241" y="257"/>
                    </a:cubicBezTo>
                    <a:cubicBezTo>
                      <a:pt x="186" y="180"/>
                      <a:pt x="142" y="104"/>
                      <a:pt x="99" y="38"/>
                    </a:cubicBezTo>
                    <a:cubicBezTo>
                      <a:pt x="71" y="38"/>
                      <a:pt x="51"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4347450" y="5001813"/>
                <a:ext cx="88625" cy="60775"/>
              </a:xfrm>
              <a:custGeom>
                <a:avLst/>
                <a:gdLst/>
                <a:ahLst/>
                <a:cxnLst/>
                <a:rect l="l" t="t" r="r" b="b"/>
                <a:pathLst>
                  <a:path w="3545" h="2431" extrusionOk="0">
                    <a:moveTo>
                      <a:pt x="238" y="0"/>
                    </a:moveTo>
                    <a:cubicBezTo>
                      <a:pt x="172" y="0"/>
                      <a:pt x="108" y="12"/>
                      <a:pt x="45" y="34"/>
                    </a:cubicBezTo>
                    <a:cubicBezTo>
                      <a:pt x="23" y="55"/>
                      <a:pt x="12" y="77"/>
                      <a:pt x="1" y="110"/>
                    </a:cubicBezTo>
                    <a:cubicBezTo>
                      <a:pt x="6" y="109"/>
                      <a:pt x="9" y="108"/>
                      <a:pt x="13" y="108"/>
                    </a:cubicBezTo>
                    <a:cubicBezTo>
                      <a:pt x="31" y="108"/>
                      <a:pt x="26" y="132"/>
                      <a:pt x="45" y="132"/>
                    </a:cubicBezTo>
                    <a:cubicBezTo>
                      <a:pt x="56" y="132"/>
                      <a:pt x="67" y="143"/>
                      <a:pt x="67" y="165"/>
                    </a:cubicBezTo>
                    <a:cubicBezTo>
                      <a:pt x="88" y="165"/>
                      <a:pt x="110" y="187"/>
                      <a:pt x="132" y="209"/>
                    </a:cubicBezTo>
                    <a:lnTo>
                      <a:pt x="187" y="209"/>
                    </a:lnTo>
                    <a:cubicBezTo>
                      <a:pt x="242" y="176"/>
                      <a:pt x="296" y="165"/>
                      <a:pt x="362" y="165"/>
                    </a:cubicBezTo>
                    <a:lnTo>
                      <a:pt x="603" y="165"/>
                    </a:lnTo>
                    <a:cubicBezTo>
                      <a:pt x="624" y="176"/>
                      <a:pt x="646" y="176"/>
                      <a:pt x="668" y="187"/>
                    </a:cubicBezTo>
                    <a:lnTo>
                      <a:pt x="701" y="187"/>
                    </a:lnTo>
                    <a:cubicBezTo>
                      <a:pt x="723" y="187"/>
                      <a:pt x="756" y="198"/>
                      <a:pt x="778" y="198"/>
                    </a:cubicBezTo>
                    <a:cubicBezTo>
                      <a:pt x="821" y="209"/>
                      <a:pt x="876" y="220"/>
                      <a:pt x="920" y="241"/>
                    </a:cubicBezTo>
                    <a:cubicBezTo>
                      <a:pt x="931" y="252"/>
                      <a:pt x="942" y="263"/>
                      <a:pt x="963" y="274"/>
                    </a:cubicBezTo>
                    <a:cubicBezTo>
                      <a:pt x="967" y="278"/>
                      <a:pt x="970" y="279"/>
                      <a:pt x="971" y="279"/>
                    </a:cubicBezTo>
                    <a:cubicBezTo>
                      <a:pt x="974" y="279"/>
                      <a:pt x="974" y="274"/>
                      <a:pt x="974" y="274"/>
                    </a:cubicBezTo>
                    <a:cubicBezTo>
                      <a:pt x="985" y="274"/>
                      <a:pt x="985" y="285"/>
                      <a:pt x="996" y="285"/>
                    </a:cubicBezTo>
                    <a:cubicBezTo>
                      <a:pt x="1117" y="329"/>
                      <a:pt x="1226" y="405"/>
                      <a:pt x="1313" y="504"/>
                    </a:cubicBezTo>
                    <a:cubicBezTo>
                      <a:pt x="1368" y="569"/>
                      <a:pt x="1390" y="635"/>
                      <a:pt x="1456" y="712"/>
                    </a:cubicBezTo>
                    <a:cubicBezTo>
                      <a:pt x="1477" y="723"/>
                      <a:pt x="1510" y="744"/>
                      <a:pt x="1532" y="766"/>
                    </a:cubicBezTo>
                    <a:cubicBezTo>
                      <a:pt x="1543" y="766"/>
                      <a:pt x="1543" y="777"/>
                      <a:pt x="1554" y="788"/>
                    </a:cubicBezTo>
                    <a:cubicBezTo>
                      <a:pt x="1565" y="788"/>
                      <a:pt x="1565" y="788"/>
                      <a:pt x="1576" y="799"/>
                    </a:cubicBezTo>
                    <a:cubicBezTo>
                      <a:pt x="1620" y="843"/>
                      <a:pt x="1652" y="919"/>
                      <a:pt x="1707" y="974"/>
                    </a:cubicBezTo>
                    <a:cubicBezTo>
                      <a:pt x="1762" y="1029"/>
                      <a:pt x="1795" y="1051"/>
                      <a:pt x="1849" y="1094"/>
                    </a:cubicBezTo>
                    <a:cubicBezTo>
                      <a:pt x="1860" y="1105"/>
                      <a:pt x="1860" y="1116"/>
                      <a:pt x="1882" y="1138"/>
                    </a:cubicBezTo>
                    <a:cubicBezTo>
                      <a:pt x="1915" y="1171"/>
                      <a:pt x="1959" y="1193"/>
                      <a:pt x="2002" y="1215"/>
                    </a:cubicBezTo>
                    <a:cubicBezTo>
                      <a:pt x="2057" y="1248"/>
                      <a:pt x="2123" y="1248"/>
                      <a:pt x="2177" y="1269"/>
                    </a:cubicBezTo>
                    <a:cubicBezTo>
                      <a:pt x="2287" y="1302"/>
                      <a:pt x="2396" y="1357"/>
                      <a:pt x="2506" y="1401"/>
                    </a:cubicBezTo>
                    <a:cubicBezTo>
                      <a:pt x="2593" y="1455"/>
                      <a:pt x="2670" y="1510"/>
                      <a:pt x="2746" y="1576"/>
                    </a:cubicBezTo>
                    <a:cubicBezTo>
                      <a:pt x="2823" y="1619"/>
                      <a:pt x="2888" y="1663"/>
                      <a:pt x="2943" y="1729"/>
                    </a:cubicBezTo>
                    <a:cubicBezTo>
                      <a:pt x="2965" y="1751"/>
                      <a:pt x="2998" y="1762"/>
                      <a:pt x="3020" y="1784"/>
                    </a:cubicBezTo>
                    <a:cubicBezTo>
                      <a:pt x="3042" y="1794"/>
                      <a:pt x="3052" y="1827"/>
                      <a:pt x="3074" y="1838"/>
                    </a:cubicBezTo>
                    <a:cubicBezTo>
                      <a:pt x="3085" y="1860"/>
                      <a:pt x="3118" y="1871"/>
                      <a:pt x="3140" y="1893"/>
                    </a:cubicBezTo>
                    <a:cubicBezTo>
                      <a:pt x="3173" y="1937"/>
                      <a:pt x="3206" y="1980"/>
                      <a:pt x="3238" y="2035"/>
                    </a:cubicBezTo>
                    <a:cubicBezTo>
                      <a:pt x="3260" y="2057"/>
                      <a:pt x="3293" y="2079"/>
                      <a:pt x="3304" y="2101"/>
                    </a:cubicBezTo>
                    <a:cubicBezTo>
                      <a:pt x="3370" y="2188"/>
                      <a:pt x="3413" y="2276"/>
                      <a:pt x="3446" y="2374"/>
                    </a:cubicBezTo>
                    <a:cubicBezTo>
                      <a:pt x="3476" y="2384"/>
                      <a:pt x="3488" y="2430"/>
                      <a:pt x="3514" y="2430"/>
                    </a:cubicBezTo>
                    <a:cubicBezTo>
                      <a:pt x="3517" y="2430"/>
                      <a:pt x="3520" y="2430"/>
                      <a:pt x="3523" y="2429"/>
                    </a:cubicBezTo>
                    <a:cubicBezTo>
                      <a:pt x="3545" y="2407"/>
                      <a:pt x="3501" y="2319"/>
                      <a:pt x="3468" y="2254"/>
                    </a:cubicBezTo>
                    <a:cubicBezTo>
                      <a:pt x="3435" y="2199"/>
                      <a:pt x="3402" y="2144"/>
                      <a:pt x="3370" y="2101"/>
                    </a:cubicBezTo>
                    <a:cubicBezTo>
                      <a:pt x="3370" y="2046"/>
                      <a:pt x="3304" y="1991"/>
                      <a:pt x="3260" y="1937"/>
                    </a:cubicBezTo>
                    <a:cubicBezTo>
                      <a:pt x="3184" y="1849"/>
                      <a:pt x="3107" y="1784"/>
                      <a:pt x="3031" y="1707"/>
                    </a:cubicBezTo>
                    <a:cubicBezTo>
                      <a:pt x="2943" y="1630"/>
                      <a:pt x="2856" y="1565"/>
                      <a:pt x="2768" y="1510"/>
                    </a:cubicBezTo>
                    <a:cubicBezTo>
                      <a:pt x="2746" y="1488"/>
                      <a:pt x="2702" y="1444"/>
                      <a:pt x="2692" y="1434"/>
                    </a:cubicBezTo>
                    <a:cubicBezTo>
                      <a:pt x="2681" y="1434"/>
                      <a:pt x="2670" y="1434"/>
                      <a:pt x="2670" y="1423"/>
                    </a:cubicBezTo>
                    <a:cubicBezTo>
                      <a:pt x="2615" y="1390"/>
                      <a:pt x="2571" y="1346"/>
                      <a:pt x="2538" y="1324"/>
                    </a:cubicBezTo>
                    <a:cubicBezTo>
                      <a:pt x="2506" y="1302"/>
                      <a:pt x="2473" y="1291"/>
                      <a:pt x="2451" y="1269"/>
                    </a:cubicBezTo>
                    <a:cubicBezTo>
                      <a:pt x="2396" y="1248"/>
                      <a:pt x="2331" y="1248"/>
                      <a:pt x="2287" y="1226"/>
                    </a:cubicBezTo>
                    <a:cubicBezTo>
                      <a:pt x="2221" y="1204"/>
                      <a:pt x="2156" y="1171"/>
                      <a:pt x="2101" y="1127"/>
                    </a:cubicBezTo>
                    <a:cubicBezTo>
                      <a:pt x="2035" y="1094"/>
                      <a:pt x="1970" y="1051"/>
                      <a:pt x="1915" y="1007"/>
                    </a:cubicBezTo>
                    <a:cubicBezTo>
                      <a:pt x="1904" y="996"/>
                      <a:pt x="1893" y="974"/>
                      <a:pt x="1882" y="963"/>
                    </a:cubicBezTo>
                    <a:cubicBezTo>
                      <a:pt x="1871" y="952"/>
                      <a:pt x="1849" y="941"/>
                      <a:pt x="1838" y="930"/>
                    </a:cubicBezTo>
                    <a:cubicBezTo>
                      <a:pt x="1817" y="919"/>
                      <a:pt x="1806" y="898"/>
                      <a:pt x="1795" y="876"/>
                    </a:cubicBezTo>
                    <a:cubicBezTo>
                      <a:pt x="1751" y="821"/>
                      <a:pt x="1696" y="755"/>
                      <a:pt x="1652" y="701"/>
                    </a:cubicBezTo>
                    <a:cubicBezTo>
                      <a:pt x="1620" y="657"/>
                      <a:pt x="1620" y="624"/>
                      <a:pt x="1598" y="591"/>
                    </a:cubicBezTo>
                    <a:cubicBezTo>
                      <a:pt x="1576" y="569"/>
                      <a:pt x="1543" y="537"/>
                      <a:pt x="1521" y="504"/>
                    </a:cubicBezTo>
                    <a:cubicBezTo>
                      <a:pt x="1488" y="482"/>
                      <a:pt x="1456" y="449"/>
                      <a:pt x="1423" y="427"/>
                    </a:cubicBezTo>
                    <a:cubicBezTo>
                      <a:pt x="1379" y="394"/>
                      <a:pt x="1335" y="362"/>
                      <a:pt x="1292" y="340"/>
                    </a:cubicBezTo>
                    <a:cubicBezTo>
                      <a:pt x="1259" y="318"/>
                      <a:pt x="1204" y="274"/>
                      <a:pt x="1160" y="252"/>
                    </a:cubicBezTo>
                    <a:cubicBezTo>
                      <a:pt x="1117" y="220"/>
                      <a:pt x="1073" y="198"/>
                      <a:pt x="1029" y="176"/>
                    </a:cubicBezTo>
                    <a:cubicBezTo>
                      <a:pt x="985" y="154"/>
                      <a:pt x="942" y="132"/>
                      <a:pt x="909" y="121"/>
                    </a:cubicBezTo>
                    <a:lnTo>
                      <a:pt x="865" y="110"/>
                    </a:lnTo>
                    <a:cubicBezTo>
                      <a:pt x="843" y="99"/>
                      <a:pt x="821" y="88"/>
                      <a:pt x="799" y="77"/>
                    </a:cubicBezTo>
                    <a:cubicBezTo>
                      <a:pt x="778" y="66"/>
                      <a:pt x="723" y="66"/>
                      <a:pt x="679" y="55"/>
                    </a:cubicBezTo>
                    <a:lnTo>
                      <a:pt x="603" y="34"/>
                    </a:lnTo>
                    <a:cubicBezTo>
                      <a:pt x="515" y="23"/>
                      <a:pt x="428" y="12"/>
                      <a:pt x="351" y="12"/>
                    </a:cubicBezTo>
                    <a:cubicBezTo>
                      <a:pt x="312" y="4"/>
                      <a:pt x="275"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2"/>
            <p:cNvGrpSpPr/>
            <p:nvPr/>
          </p:nvGrpSpPr>
          <p:grpSpPr>
            <a:xfrm>
              <a:off x="7932213" y="4336888"/>
              <a:ext cx="48150" cy="57350"/>
              <a:chOff x="4803550" y="4379313"/>
              <a:chExt cx="48150" cy="57350"/>
            </a:xfrm>
          </p:grpSpPr>
          <p:sp>
            <p:nvSpPr>
              <p:cNvPr id="126" name="Google Shape;126;p2"/>
              <p:cNvSpPr/>
              <p:nvPr/>
            </p:nvSpPr>
            <p:spPr>
              <a:xfrm>
                <a:off x="4844300" y="4393163"/>
                <a:ext cx="825" cy="300"/>
              </a:xfrm>
              <a:custGeom>
                <a:avLst/>
                <a:gdLst/>
                <a:ahLst/>
                <a:cxnLst/>
                <a:rect l="l" t="t" r="r" b="b"/>
                <a:pathLst>
                  <a:path w="33" h="12" extrusionOk="0">
                    <a:moveTo>
                      <a:pt x="0" y="0"/>
                    </a:moveTo>
                    <a:lnTo>
                      <a:pt x="28" y="10"/>
                    </a:lnTo>
                    <a:lnTo>
                      <a:pt x="28" y="10"/>
                    </a:lnTo>
                    <a:cubicBezTo>
                      <a:pt x="27" y="7"/>
                      <a:pt x="33" y="0"/>
                      <a:pt x="33" y="0"/>
                    </a:cubicBezTo>
                    <a:close/>
                    <a:moveTo>
                      <a:pt x="28" y="10"/>
                    </a:moveTo>
                    <a:cubicBezTo>
                      <a:pt x="29" y="11"/>
                      <a:pt x="30" y="11"/>
                      <a:pt x="33" y="11"/>
                    </a:cubicBezTo>
                    <a:lnTo>
                      <a:pt x="28" y="1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4847850" y="4390688"/>
                <a:ext cx="25" cy="25"/>
              </a:xfrm>
              <a:custGeom>
                <a:avLst/>
                <a:gdLst/>
                <a:ahLst/>
                <a:cxnLst/>
                <a:rect l="l" t="t" r="r" b="b"/>
                <a:pathLst>
                  <a:path w="1" h="1" extrusionOk="0">
                    <a:moveTo>
                      <a:pt x="0" y="1"/>
                    </a:move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4803550" y="4379313"/>
                <a:ext cx="48150" cy="57350"/>
              </a:xfrm>
              <a:custGeom>
                <a:avLst/>
                <a:gdLst/>
                <a:ahLst/>
                <a:cxnLst/>
                <a:rect l="l" t="t" r="r" b="b"/>
                <a:pathLst>
                  <a:path w="1926" h="2294" extrusionOk="0">
                    <a:moveTo>
                      <a:pt x="1138" y="193"/>
                    </a:moveTo>
                    <a:cubicBezTo>
                      <a:pt x="1149" y="193"/>
                      <a:pt x="1171" y="204"/>
                      <a:pt x="1193" y="226"/>
                    </a:cubicBezTo>
                    <a:cubicBezTo>
                      <a:pt x="1215" y="237"/>
                      <a:pt x="1236" y="270"/>
                      <a:pt x="1269" y="303"/>
                    </a:cubicBezTo>
                    <a:cubicBezTo>
                      <a:pt x="1324" y="336"/>
                      <a:pt x="1368" y="401"/>
                      <a:pt x="1433" y="456"/>
                    </a:cubicBezTo>
                    <a:lnTo>
                      <a:pt x="1455" y="467"/>
                    </a:lnTo>
                    <a:cubicBezTo>
                      <a:pt x="1477" y="478"/>
                      <a:pt x="1499" y="489"/>
                      <a:pt x="1521" y="500"/>
                    </a:cubicBezTo>
                    <a:cubicBezTo>
                      <a:pt x="1532" y="500"/>
                      <a:pt x="1554" y="511"/>
                      <a:pt x="1565" y="521"/>
                    </a:cubicBezTo>
                    <a:cubicBezTo>
                      <a:pt x="1575" y="521"/>
                      <a:pt x="1586" y="532"/>
                      <a:pt x="1597" y="543"/>
                    </a:cubicBezTo>
                    <a:lnTo>
                      <a:pt x="1619" y="554"/>
                    </a:lnTo>
                    <a:lnTo>
                      <a:pt x="1652" y="554"/>
                    </a:lnTo>
                    <a:cubicBezTo>
                      <a:pt x="1652" y="554"/>
                      <a:pt x="1652" y="565"/>
                      <a:pt x="1652" y="565"/>
                    </a:cubicBezTo>
                    <a:cubicBezTo>
                      <a:pt x="1674" y="576"/>
                      <a:pt x="1685" y="576"/>
                      <a:pt x="1696" y="587"/>
                    </a:cubicBezTo>
                    <a:cubicBezTo>
                      <a:pt x="1718" y="609"/>
                      <a:pt x="1750" y="631"/>
                      <a:pt x="1772" y="653"/>
                    </a:cubicBezTo>
                    <a:cubicBezTo>
                      <a:pt x="1783" y="664"/>
                      <a:pt x="1772" y="664"/>
                      <a:pt x="1783" y="675"/>
                    </a:cubicBezTo>
                    <a:cubicBezTo>
                      <a:pt x="1783" y="686"/>
                      <a:pt x="1772" y="707"/>
                      <a:pt x="1783" y="718"/>
                    </a:cubicBezTo>
                    <a:cubicBezTo>
                      <a:pt x="1772" y="718"/>
                      <a:pt x="1772" y="729"/>
                      <a:pt x="1761" y="729"/>
                    </a:cubicBezTo>
                    <a:cubicBezTo>
                      <a:pt x="1761" y="740"/>
                      <a:pt x="1750" y="729"/>
                      <a:pt x="1761" y="751"/>
                    </a:cubicBezTo>
                    <a:lnTo>
                      <a:pt x="1718" y="751"/>
                    </a:lnTo>
                    <a:cubicBezTo>
                      <a:pt x="1707" y="729"/>
                      <a:pt x="1685" y="707"/>
                      <a:pt x="1674" y="686"/>
                    </a:cubicBezTo>
                    <a:lnTo>
                      <a:pt x="1674" y="686"/>
                    </a:lnTo>
                    <a:cubicBezTo>
                      <a:pt x="1674" y="707"/>
                      <a:pt x="1685" y="729"/>
                      <a:pt x="1685" y="751"/>
                    </a:cubicBezTo>
                    <a:cubicBezTo>
                      <a:pt x="1685" y="806"/>
                      <a:pt x="1696" y="850"/>
                      <a:pt x="1707" y="904"/>
                    </a:cubicBezTo>
                    <a:cubicBezTo>
                      <a:pt x="1707" y="1036"/>
                      <a:pt x="1696" y="1178"/>
                      <a:pt x="1674" y="1309"/>
                    </a:cubicBezTo>
                    <a:cubicBezTo>
                      <a:pt x="1674" y="1353"/>
                      <a:pt x="1663" y="1396"/>
                      <a:pt x="1652" y="1451"/>
                    </a:cubicBezTo>
                    <a:lnTo>
                      <a:pt x="1652" y="1462"/>
                    </a:lnTo>
                    <a:lnTo>
                      <a:pt x="1608" y="1648"/>
                    </a:lnTo>
                    <a:lnTo>
                      <a:pt x="1597" y="1725"/>
                    </a:lnTo>
                    <a:lnTo>
                      <a:pt x="1597" y="1736"/>
                    </a:lnTo>
                    <a:lnTo>
                      <a:pt x="1597" y="1746"/>
                    </a:lnTo>
                    <a:lnTo>
                      <a:pt x="1586" y="1746"/>
                    </a:lnTo>
                    <a:lnTo>
                      <a:pt x="1532" y="1757"/>
                    </a:lnTo>
                    <a:cubicBezTo>
                      <a:pt x="1510" y="1768"/>
                      <a:pt x="1477" y="1779"/>
                      <a:pt x="1444" y="1790"/>
                    </a:cubicBezTo>
                    <a:lnTo>
                      <a:pt x="1346" y="1823"/>
                    </a:lnTo>
                    <a:cubicBezTo>
                      <a:pt x="1269" y="1845"/>
                      <a:pt x="1193" y="1889"/>
                      <a:pt x="1127" y="1943"/>
                    </a:cubicBezTo>
                    <a:lnTo>
                      <a:pt x="1072" y="1976"/>
                    </a:lnTo>
                    <a:lnTo>
                      <a:pt x="1061" y="1976"/>
                    </a:lnTo>
                    <a:cubicBezTo>
                      <a:pt x="1050" y="1987"/>
                      <a:pt x="1040" y="1998"/>
                      <a:pt x="1029" y="2009"/>
                    </a:cubicBezTo>
                    <a:lnTo>
                      <a:pt x="996" y="2031"/>
                    </a:lnTo>
                    <a:lnTo>
                      <a:pt x="985" y="2031"/>
                    </a:lnTo>
                    <a:cubicBezTo>
                      <a:pt x="941" y="2009"/>
                      <a:pt x="897" y="1998"/>
                      <a:pt x="854" y="1976"/>
                    </a:cubicBezTo>
                    <a:cubicBezTo>
                      <a:pt x="766" y="1943"/>
                      <a:pt x="690" y="1900"/>
                      <a:pt x="613" y="1845"/>
                    </a:cubicBezTo>
                    <a:cubicBezTo>
                      <a:pt x="569" y="1801"/>
                      <a:pt x="515" y="1757"/>
                      <a:pt x="482" y="1703"/>
                    </a:cubicBezTo>
                    <a:cubicBezTo>
                      <a:pt x="416" y="1615"/>
                      <a:pt x="361" y="1506"/>
                      <a:pt x="318" y="1407"/>
                    </a:cubicBezTo>
                    <a:cubicBezTo>
                      <a:pt x="296" y="1353"/>
                      <a:pt x="285" y="1298"/>
                      <a:pt x="274" y="1243"/>
                    </a:cubicBezTo>
                    <a:cubicBezTo>
                      <a:pt x="274" y="1211"/>
                      <a:pt x="263" y="1156"/>
                      <a:pt x="263" y="1123"/>
                    </a:cubicBezTo>
                    <a:cubicBezTo>
                      <a:pt x="252" y="1090"/>
                      <a:pt x="241" y="1046"/>
                      <a:pt x="230" y="992"/>
                    </a:cubicBezTo>
                    <a:cubicBezTo>
                      <a:pt x="230" y="981"/>
                      <a:pt x="230" y="981"/>
                      <a:pt x="252" y="937"/>
                    </a:cubicBezTo>
                    <a:lnTo>
                      <a:pt x="307" y="850"/>
                    </a:lnTo>
                    <a:cubicBezTo>
                      <a:pt x="340" y="795"/>
                      <a:pt x="372" y="729"/>
                      <a:pt x="416" y="675"/>
                    </a:cubicBezTo>
                    <a:cubicBezTo>
                      <a:pt x="438" y="642"/>
                      <a:pt x="460" y="620"/>
                      <a:pt x="482" y="598"/>
                    </a:cubicBezTo>
                    <a:cubicBezTo>
                      <a:pt x="515" y="554"/>
                      <a:pt x="547" y="521"/>
                      <a:pt x="580" y="478"/>
                    </a:cubicBezTo>
                    <a:cubicBezTo>
                      <a:pt x="602" y="434"/>
                      <a:pt x="635" y="401"/>
                      <a:pt x="679" y="368"/>
                    </a:cubicBezTo>
                    <a:cubicBezTo>
                      <a:pt x="744" y="325"/>
                      <a:pt x="810" y="292"/>
                      <a:pt x="886" y="259"/>
                    </a:cubicBezTo>
                    <a:cubicBezTo>
                      <a:pt x="941" y="237"/>
                      <a:pt x="1007" y="215"/>
                      <a:pt x="1072" y="193"/>
                    </a:cubicBezTo>
                    <a:close/>
                    <a:moveTo>
                      <a:pt x="1132" y="0"/>
                    </a:moveTo>
                    <a:cubicBezTo>
                      <a:pt x="1120" y="0"/>
                      <a:pt x="1107" y="2"/>
                      <a:pt x="1094" y="7"/>
                    </a:cubicBezTo>
                    <a:cubicBezTo>
                      <a:pt x="1061" y="18"/>
                      <a:pt x="1029" y="18"/>
                      <a:pt x="996" y="29"/>
                    </a:cubicBezTo>
                    <a:cubicBezTo>
                      <a:pt x="897" y="40"/>
                      <a:pt x="810" y="73"/>
                      <a:pt x="722" y="128"/>
                    </a:cubicBezTo>
                    <a:cubicBezTo>
                      <a:pt x="525" y="226"/>
                      <a:pt x="361" y="379"/>
                      <a:pt x="241" y="565"/>
                    </a:cubicBezTo>
                    <a:cubicBezTo>
                      <a:pt x="165" y="675"/>
                      <a:pt x="99" y="784"/>
                      <a:pt x="44" y="904"/>
                    </a:cubicBezTo>
                    <a:lnTo>
                      <a:pt x="11" y="948"/>
                    </a:lnTo>
                    <a:lnTo>
                      <a:pt x="0" y="981"/>
                    </a:lnTo>
                    <a:lnTo>
                      <a:pt x="0" y="1003"/>
                    </a:lnTo>
                    <a:lnTo>
                      <a:pt x="11" y="1090"/>
                    </a:lnTo>
                    <a:cubicBezTo>
                      <a:pt x="11" y="1134"/>
                      <a:pt x="22" y="1178"/>
                      <a:pt x="33" y="1232"/>
                    </a:cubicBezTo>
                    <a:cubicBezTo>
                      <a:pt x="44" y="1320"/>
                      <a:pt x="66" y="1407"/>
                      <a:pt x="99" y="1506"/>
                    </a:cubicBezTo>
                    <a:cubicBezTo>
                      <a:pt x="165" y="1681"/>
                      <a:pt x="263" y="1845"/>
                      <a:pt x="405" y="1976"/>
                    </a:cubicBezTo>
                    <a:cubicBezTo>
                      <a:pt x="482" y="2042"/>
                      <a:pt x="558" y="2096"/>
                      <a:pt x="635" y="2140"/>
                    </a:cubicBezTo>
                    <a:cubicBezTo>
                      <a:pt x="690" y="2173"/>
                      <a:pt x="744" y="2195"/>
                      <a:pt x="799" y="2217"/>
                    </a:cubicBezTo>
                    <a:cubicBezTo>
                      <a:pt x="854" y="2239"/>
                      <a:pt x="886" y="2250"/>
                      <a:pt x="996" y="2293"/>
                    </a:cubicBezTo>
                    <a:lnTo>
                      <a:pt x="1018" y="2282"/>
                    </a:lnTo>
                    <a:lnTo>
                      <a:pt x="1083" y="2239"/>
                    </a:lnTo>
                    <a:lnTo>
                      <a:pt x="1127" y="2217"/>
                    </a:lnTo>
                    <a:cubicBezTo>
                      <a:pt x="1149" y="2206"/>
                      <a:pt x="1182" y="2184"/>
                      <a:pt x="1204" y="2173"/>
                    </a:cubicBezTo>
                    <a:cubicBezTo>
                      <a:pt x="1280" y="2107"/>
                      <a:pt x="1379" y="2064"/>
                      <a:pt x="1477" y="2031"/>
                    </a:cubicBezTo>
                    <a:cubicBezTo>
                      <a:pt x="1499" y="2020"/>
                      <a:pt x="1532" y="2009"/>
                      <a:pt x="1565" y="2009"/>
                    </a:cubicBezTo>
                    <a:cubicBezTo>
                      <a:pt x="1608" y="2009"/>
                      <a:pt x="1674" y="1998"/>
                      <a:pt x="1750" y="1987"/>
                    </a:cubicBezTo>
                    <a:cubicBezTo>
                      <a:pt x="1761" y="1911"/>
                      <a:pt x="1783" y="1834"/>
                      <a:pt x="1794" y="1757"/>
                    </a:cubicBezTo>
                    <a:cubicBezTo>
                      <a:pt x="1860" y="1517"/>
                      <a:pt x="1893" y="1276"/>
                      <a:pt x="1904" y="1036"/>
                    </a:cubicBezTo>
                    <a:cubicBezTo>
                      <a:pt x="1915" y="893"/>
                      <a:pt x="1925" y="762"/>
                      <a:pt x="1915" y="620"/>
                    </a:cubicBezTo>
                    <a:cubicBezTo>
                      <a:pt x="1925" y="576"/>
                      <a:pt x="1915" y="532"/>
                      <a:pt x="1893" y="500"/>
                    </a:cubicBezTo>
                    <a:cubicBezTo>
                      <a:pt x="1882" y="467"/>
                      <a:pt x="1882" y="456"/>
                      <a:pt x="1871" y="445"/>
                    </a:cubicBezTo>
                    <a:lnTo>
                      <a:pt x="1805" y="445"/>
                    </a:lnTo>
                    <a:cubicBezTo>
                      <a:pt x="1794" y="456"/>
                      <a:pt x="1783" y="456"/>
                      <a:pt x="1772" y="456"/>
                    </a:cubicBezTo>
                    <a:cubicBezTo>
                      <a:pt x="1772" y="401"/>
                      <a:pt x="1740" y="346"/>
                      <a:pt x="1696" y="325"/>
                    </a:cubicBezTo>
                    <a:cubicBezTo>
                      <a:pt x="1641" y="314"/>
                      <a:pt x="1597" y="292"/>
                      <a:pt x="1554" y="259"/>
                    </a:cubicBezTo>
                    <a:cubicBezTo>
                      <a:pt x="1510" y="215"/>
                      <a:pt x="1466" y="161"/>
                      <a:pt x="1411" y="117"/>
                    </a:cubicBezTo>
                    <a:cubicBezTo>
                      <a:pt x="1357" y="84"/>
                      <a:pt x="1291" y="51"/>
                      <a:pt x="1236" y="29"/>
                    </a:cubicBezTo>
                    <a:cubicBezTo>
                      <a:pt x="1203" y="21"/>
                      <a:pt x="1170"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4811750" y="4388513"/>
                <a:ext cx="36675" cy="24075"/>
              </a:xfrm>
              <a:custGeom>
                <a:avLst/>
                <a:gdLst/>
                <a:ahLst/>
                <a:cxnLst/>
                <a:rect l="l" t="t" r="r" b="b"/>
                <a:pathLst>
                  <a:path w="1467" h="963" extrusionOk="0">
                    <a:moveTo>
                      <a:pt x="777" y="0"/>
                    </a:moveTo>
                    <a:cubicBezTo>
                      <a:pt x="755" y="0"/>
                      <a:pt x="744" y="22"/>
                      <a:pt x="733" y="22"/>
                    </a:cubicBezTo>
                    <a:lnTo>
                      <a:pt x="712" y="22"/>
                    </a:lnTo>
                    <a:cubicBezTo>
                      <a:pt x="679" y="33"/>
                      <a:pt x="635" y="55"/>
                      <a:pt x="613" y="77"/>
                    </a:cubicBezTo>
                    <a:cubicBezTo>
                      <a:pt x="591" y="99"/>
                      <a:pt x="569" y="121"/>
                      <a:pt x="558" y="143"/>
                    </a:cubicBezTo>
                    <a:cubicBezTo>
                      <a:pt x="558" y="153"/>
                      <a:pt x="537" y="153"/>
                      <a:pt x="537" y="164"/>
                    </a:cubicBezTo>
                    <a:cubicBezTo>
                      <a:pt x="526" y="175"/>
                      <a:pt x="515" y="197"/>
                      <a:pt x="504" y="219"/>
                    </a:cubicBezTo>
                    <a:cubicBezTo>
                      <a:pt x="493" y="241"/>
                      <a:pt x="493" y="263"/>
                      <a:pt x="482" y="285"/>
                    </a:cubicBezTo>
                    <a:cubicBezTo>
                      <a:pt x="449" y="328"/>
                      <a:pt x="416" y="372"/>
                      <a:pt x="372" y="394"/>
                    </a:cubicBezTo>
                    <a:lnTo>
                      <a:pt x="252" y="471"/>
                    </a:lnTo>
                    <a:cubicBezTo>
                      <a:pt x="230" y="514"/>
                      <a:pt x="197" y="536"/>
                      <a:pt x="176" y="569"/>
                    </a:cubicBezTo>
                    <a:cubicBezTo>
                      <a:pt x="165" y="580"/>
                      <a:pt x="165" y="591"/>
                      <a:pt x="154" y="602"/>
                    </a:cubicBezTo>
                    <a:cubicBezTo>
                      <a:pt x="143" y="613"/>
                      <a:pt x="132" y="624"/>
                      <a:pt x="132" y="635"/>
                    </a:cubicBezTo>
                    <a:cubicBezTo>
                      <a:pt x="121" y="646"/>
                      <a:pt x="121" y="657"/>
                      <a:pt x="110" y="668"/>
                    </a:cubicBezTo>
                    <a:cubicBezTo>
                      <a:pt x="99" y="700"/>
                      <a:pt x="88" y="722"/>
                      <a:pt x="77" y="744"/>
                    </a:cubicBezTo>
                    <a:cubicBezTo>
                      <a:pt x="77" y="755"/>
                      <a:pt x="66" y="777"/>
                      <a:pt x="55" y="788"/>
                    </a:cubicBezTo>
                    <a:cubicBezTo>
                      <a:pt x="33" y="832"/>
                      <a:pt x="22" y="875"/>
                      <a:pt x="1" y="930"/>
                    </a:cubicBezTo>
                    <a:cubicBezTo>
                      <a:pt x="1" y="941"/>
                      <a:pt x="1" y="963"/>
                      <a:pt x="12" y="963"/>
                    </a:cubicBezTo>
                    <a:cubicBezTo>
                      <a:pt x="22" y="963"/>
                      <a:pt x="33" y="919"/>
                      <a:pt x="44" y="886"/>
                    </a:cubicBezTo>
                    <a:cubicBezTo>
                      <a:pt x="55" y="853"/>
                      <a:pt x="77" y="821"/>
                      <a:pt x="77" y="810"/>
                    </a:cubicBezTo>
                    <a:cubicBezTo>
                      <a:pt x="99" y="788"/>
                      <a:pt x="110" y="755"/>
                      <a:pt x="121" y="733"/>
                    </a:cubicBezTo>
                    <a:cubicBezTo>
                      <a:pt x="143" y="689"/>
                      <a:pt x="165" y="646"/>
                      <a:pt x="197" y="602"/>
                    </a:cubicBezTo>
                    <a:cubicBezTo>
                      <a:pt x="219" y="569"/>
                      <a:pt x="252" y="525"/>
                      <a:pt x="296" y="493"/>
                    </a:cubicBezTo>
                    <a:cubicBezTo>
                      <a:pt x="307" y="493"/>
                      <a:pt x="318" y="482"/>
                      <a:pt x="340" y="471"/>
                    </a:cubicBezTo>
                    <a:cubicBezTo>
                      <a:pt x="362" y="449"/>
                      <a:pt x="394" y="449"/>
                      <a:pt x="405" y="438"/>
                    </a:cubicBezTo>
                    <a:cubicBezTo>
                      <a:pt x="427" y="427"/>
                      <a:pt x="438" y="416"/>
                      <a:pt x="449" y="405"/>
                    </a:cubicBezTo>
                    <a:cubicBezTo>
                      <a:pt x="471" y="394"/>
                      <a:pt x="482" y="372"/>
                      <a:pt x="493" y="339"/>
                    </a:cubicBezTo>
                    <a:cubicBezTo>
                      <a:pt x="515" y="318"/>
                      <a:pt x="537" y="296"/>
                      <a:pt x="558" y="263"/>
                    </a:cubicBezTo>
                    <a:cubicBezTo>
                      <a:pt x="569" y="230"/>
                      <a:pt x="591" y="197"/>
                      <a:pt x="613" y="164"/>
                    </a:cubicBezTo>
                    <a:cubicBezTo>
                      <a:pt x="613" y="164"/>
                      <a:pt x="624" y="164"/>
                      <a:pt x="624" y="153"/>
                    </a:cubicBezTo>
                    <a:cubicBezTo>
                      <a:pt x="635" y="153"/>
                      <a:pt x="635" y="143"/>
                      <a:pt x="635" y="132"/>
                    </a:cubicBezTo>
                    <a:cubicBezTo>
                      <a:pt x="646" y="132"/>
                      <a:pt x="657" y="121"/>
                      <a:pt x="668" y="121"/>
                    </a:cubicBezTo>
                    <a:cubicBezTo>
                      <a:pt x="690" y="99"/>
                      <a:pt x="722" y="88"/>
                      <a:pt x="744" y="88"/>
                    </a:cubicBezTo>
                    <a:lnTo>
                      <a:pt x="897" y="88"/>
                    </a:lnTo>
                    <a:cubicBezTo>
                      <a:pt x="908" y="82"/>
                      <a:pt x="919" y="80"/>
                      <a:pt x="930" y="80"/>
                    </a:cubicBezTo>
                    <a:cubicBezTo>
                      <a:pt x="941" y="80"/>
                      <a:pt x="952" y="82"/>
                      <a:pt x="963" y="88"/>
                    </a:cubicBezTo>
                    <a:cubicBezTo>
                      <a:pt x="985" y="88"/>
                      <a:pt x="1007" y="99"/>
                      <a:pt x="1029" y="99"/>
                    </a:cubicBezTo>
                    <a:lnTo>
                      <a:pt x="1094" y="132"/>
                    </a:lnTo>
                    <a:cubicBezTo>
                      <a:pt x="1116" y="143"/>
                      <a:pt x="1138" y="143"/>
                      <a:pt x="1160" y="153"/>
                    </a:cubicBezTo>
                    <a:cubicBezTo>
                      <a:pt x="1160" y="164"/>
                      <a:pt x="1171" y="164"/>
                      <a:pt x="1182" y="175"/>
                    </a:cubicBezTo>
                    <a:cubicBezTo>
                      <a:pt x="1193" y="175"/>
                      <a:pt x="1215" y="186"/>
                      <a:pt x="1226" y="186"/>
                    </a:cubicBezTo>
                    <a:cubicBezTo>
                      <a:pt x="1237" y="197"/>
                      <a:pt x="1247" y="208"/>
                      <a:pt x="1247" y="208"/>
                    </a:cubicBezTo>
                    <a:cubicBezTo>
                      <a:pt x="1280" y="230"/>
                      <a:pt x="1302" y="241"/>
                      <a:pt x="1324" y="263"/>
                    </a:cubicBezTo>
                    <a:cubicBezTo>
                      <a:pt x="1335" y="274"/>
                      <a:pt x="1335" y="285"/>
                      <a:pt x="1346" y="285"/>
                    </a:cubicBezTo>
                    <a:cubicBezTo>
                      <a:pt x="1357" y="318"/>
                      <a:pt x="1379" y="339"/>
                      <a:pt x="1390" y="350"/>
                    </a:cubicBezTo>
                    <a:lnTo>
                      <a:pt x="1433" y="350"/>
                    </a:lnTo>
                    <a:cubicBezTo>
                      <a:pt x="1433" y="345"/>
                      <a:pt x="1436" y="345"/>
                      <a:pt x="1438" y="345"/>
                    </a:cubicBezTo>
                    <a:cubicBezTo>
                      <a:pt x="1439" y="345"/>
                      <a:pt x="1439" y="345"/>
                      <a:pt x="1433" y="339"/>
                    </a:cubicBezTo>
                    <a:cubicBezTo>
                      <a:pt x="1444" y="328"/>
                      <a:pt x="1444" y="328"/>
                      <a:pt x="1444" y="318"/>
                    </a:cubicBezTo>
                    <a:cubicBezTo>
                      <a:pt x="1455" y="307"/>
                      <a:pt x="1455" y="296"/>
                      <a:pt x="1466" y="285"/>
                    </a:cubicBezTo>
                    <a:cubicBezTo>
                      <a:pt x="1455" y="274"/>
                      <a:pt x="1466" y="263"/>
                      <a:pt x="1444" y="252"/>
                    </a:cubicBezTo>
                    <a:cubicBezTo>
                      <a:pt x="1422" y="252"/>
                      <a:pt x="1401" y="241"/>
                      <a:pt x="1379" y="230"/>
                    </a:cubicBezTo>
                    <a:cubicBezTo>
                      <a:pt x="1357" y="219"/>
                      <a:pt x="1346" y="208"/>
                      <a:pt x="1335" y="197"/>
                    </a:cubicBezTo>
                    <a:lnTo>
                      <a:pt x="1302" y="186"/>
                    </a:lnTo>
                    <a:lnTo>
                      <a:pt x="1269" y="175"/>
                    </a:lnTo>
                    <a:cubicBezTo>
                      <a:pt x="1258" y="175"/>
                      <a:pt x="1258" y="153"/>
                      <a:pt x="1247" y="153"/>
                    </a:cubicBezTo>
                    <a:cubicBezTo>
                      <a:pt x="1226" y="143"/>
                      <a:pt x="1215" y="132"/>
                      <a:pt x="1193" y="132"/>
                    </a:cubicBezTo>
                    <a:cubicBezTo>
                      <a:pt x="1171" y="121"/>
                      <a:pt x="1149" y="110"/>
                      <a:pt x="1138" y="99"/>
                    </a:cubicBezTo>
                    <a:lnTo>
                      <a:pt x="1116" y="88"/>
                    </a:lnTo>
                    <a:lnTo>
                      <a:pt x="1094" y="88"/>
                    </a:lnTo>
                    <a:cubicBezTo>
                      <a:pt x="1029" y="66"/>
                      <a:pt x="974" y="55"/>
                      <a:pt x="919" y="33"/>
                    </a:cubicBezTo>
                    <a:cubicBezTo>
                      <a:pt x="876" y="11"/>
                      <a:pt x="821"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2"/>
            <p:cNvGrpSpPr/>
            <p:nvPr/>
          </p:nvGrpSpPr>
          <p:grpSpPr>
            <a:xfrm>
              <a:off x="8764175" y="4911563"/>
              <a:ext cx="71950" cy="81225"/>
              <a:chOff x="8764175" y="4911563"/>
              <a:chExt cx="71950" cy="81225"/>
            </a:xfrm>
          </p:grpSpPr>
          <p:sp>
            <p:nvSpPr>
              <p:cNvPr id="131" name="Google Shape;131;p2"/>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2"/>
            <p:cNvGrpSpPr/>
            <p:nvPr/>
          </p:nvGrpSpPr>
          <p:grpSpPr>
            <a:xfrm>
              <a:off x="7060675" y="2804038"/>
              <a:ext cx="61825" cy="42450"/>
              <a:chOff x="4695825" y="4574513"/>
              <a:chExt cx="61825" cy="42450"/>
            </a:xfrm>
          </p:grpSpPr>
          <p:sp>
            <p:nvSpPr>
              <p:cNvPr id="137" name="Google Shape;137;p2"/>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p2"/>
            <p:cNvSpPr/>
            <p:nvPr/>
          </p:nvSpPr>
          <p:spPr>
            <a:xfrm>
              <a:off x="6774638" y="3279338"/>
              <a:ext cx="15325" cy="13150"/>
            </a:xfrm>
            <a:custGeom>
              <a:avLst/>
              <a:gdLst/>
              <a:ahLst/>
              <a:cxnLst/>
              <a:rect l="l" t="t" r="r" b="b"/>
              <a:pathLst>
                <a:path w="613" h="526" extrusionOk="0">
                  <a:moveTo>
                    <a:pt x="286" y="1"/>
                  </a:moveTo>
                  <a:cubicBezTo>
                    <a:pt x="174" y="1"/>
                    <a:pt x="64" y="71"/>
                    <a:pt x="33" y="200"/>
                  </a:cubicBezTo>
                  <a:cubicBezTo>
                    <a:pt x="0" y="331"/>
                    <a:pt x="77" y="474"/>
                    <a:pt x="219" y="517"/>
                  </a:cubicBezTo>
                  <a:cubicBezTo>
                    <a:pt x="242" y="523"/>
                    <a:pt x="264" y="525"/>
                    <a:pt x="285" y="525"/>
                  </a:cubicBezTo>
                  <a:cubicBezTo>
                    <a:pt x="480" y="525"/>
                    <a:pt x="613" y="312"/>
                    <a:pt x="514" y="135"/>
                  </a:cubicBezTo>
                  <a:cubicBezTo>
                    <a:pt x="462" y="43"/>
                    <a:pt x="373"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531750" y="48150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8529175" y="4979163"/>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8207775" y="6601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flipH="1">
              <a:off x="8663675" y="9101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flipH="1">
              <a:off x="8553150" y="3763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flipH="1">
              <a:off x="8575675" y="540513"/>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flipH="1">
              <a:off x="9027025" y="13802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9021775" y="1660638"/>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2"/>
            <p:cNvGrpSpPr/>
            <p:nvPr/>
          </p:nvGrpSpPr>
          <p:grpSpPr>
            <a:xfrm>
              <a:off x="5502500" y="5038525"/>
              <a:ext cx="29275" cy="35825"/>
              <a:chOff x="7298175" y="170300"/>
              <a:chExt cx="29275" cy="35825"/>
            </a:xfrm>
          </p:grpSpPr>
          <p:sp>
            <p:nvSpPr>
              <p:cNvPr id="152" name="Google Shape;152;p2"/>
              <p:cNvSpPr/>
              <p:nvPr/>
            </p:nvSpPr>
            <p:spPr>
              <a:xfrm>
                <a:off x="7301450" y="173100"/>
                <a:ext cx="16975" cy="8150"/>
              </a:xfrm>
              <a:custGeom>
                <a:avLst/>
                <a:gdLst/>
                <a:ahLst/>
                <a:cxnLst/>
                <a:rect l="l" t="t" r="r" b="b"/>
                <a:pathLst>
                  <a:path w="679" h="326" extrusionOk="0">
                    <a:moveTo>
                      <a:pt x="217" y="0"/>
                    </a:moveTo>
                    <a:cubicBezTo>
                      <a:pt x="164" y="0"/>
                      <a:pt x="118" y="23"/>
                      <a:pt x="77" y="63"/>
                    </a:cubicBezTo>
                    <a:cubicBezTo>
                      <a:pt x="44" y="107"/>
                      <a:pt x="22" y="151"/>
                      <a:pt x="11" y="205"/>
                    </a:cubicBezTo>
                    <a:cubicBezTo>
                      <a:pt x="0" y="227"/>
                      <a:pt x="0" y="260"/>
                      <a:pt x="0" y="293"/>
                    </a:cubicBezTo>
                    <a:cubicBezTo>
                      <a:pt x="0" y="304"/>
                      <a:pt x="0" y="315"/>
                      <a:pt x="0" y="326"/>
                    </a:cubicBezTo>
                    <a:cubicBezTo>
                      <a:pt x="11" y="326"/>
                      <a:pt x="11" y="315"/>
                      <a:pt x="11" y="315"/>
                    </a:cubicBezTo>
                    <a:cubicBezTo>
                      <a:pt x="22" y="304"/>
                      <a:pt x="33" y="293"/>
                      <a:pt x="55" y="282"/>
                    </a:cubicBezTo>
                    <a:cubicBezTo>
                      <a:pt x="66" y="271"/>
                      <a:pt x="77" y="260"/>
                      <a:pt x="88" y="260"/>
                    </a:cubicBezTo>
                    <a:cubicBezTo>
                      <a:pt x="99" y="249"/>
                      <a:pt x="121" y="238"/>
                      <a:pt x="132" y="238"/>
                    </a:cubicBezTo>
                    <a:lnTo>
                      <a:pt x="208" y="238"/>
                    </a:lnTo>
                    <a:cubicBezTo>
                      <a:pt x="219" y="238"/>
                      <a:pt x="230" y="249"/>
                      <a:pt x="241" y="260"/>
                    </a:cubicBezTo>
                    <a:cubicBezTo>
                      <a:pt x="263" y="260"/>
                      <a:pt x="285" y="271"/>
                      <a:pt x="307" y="271"/>
                    </a:cubicBezTo>
                    <a:lnTo>
                      <a:pt x="350" y="271"/>
                    </a:lnTo>
                    <a:cubicBezTo>
                      <a:pt x="372" y="260"/>
                      <a:pt x="383" y="249"/>
                      <a:pt x="394" y="238"/>
                    </a:cubicBezTo>
                    <a:cubicBezTo>
                      <a:pt x="405" y="216"/>
                      <a:pt x="416" y="205"/>
                      <a:pt x="438" y="194"/>
                    </a:cubicBezTo>
                    <a:cubicBezTo>
                      <a:pt x="449" y="173"/>
                      <a:pt x="460" y="162"/>
                      <a:pt x="471" y="151"/>
                    </a:cubicBezTo>
                    <a:cubicBezTo>
                      <a:pt x="482" y="140"/>
                      <a:pt x="493" y="140"/>
                      <a:pt x="504" y="140"/>
                    </a:cubicBezTo>
                    <a:lnTo>
                      <a:pt x="569" y="140"/>
                    </a:lnTo>
                    <a:lnTo>
                      <a:pt x="591" y="151"/>
                    </a:lnTo>
                    <a:cubicBezTo>
                      <a:pt x="624" y="162"/>
                      <a:pt x="657" y="173"/>
                      <a:pt x="679" y="183"/>
                    </a:cubicBezTo>
                    <a:cubicBezTo>
                      <a:pt x="679" y="173"/>
                      <a:pt x="668" y="173"/>
                      <a:pt x="657" y="162"/>
                    </a:cubicBezTo>
                    <a:cubicBezTo>
                      <a:pt x="657" y="140"/>
                      <a:pt x="646" y="129"/>
                      <a:pt x="635" y="118"/>
                    </a:cubicBezTo>
                    <a:cubicBezTo>
                      <a:pt x="624" y="107"/>
                      <a:pt x="624" y="96"/>
                      <a:pt x="624" y="85"/>
                    </a:cubicBezTo>
                    <a:cubicBezTo>
                      <a:pt x="602" y="96"/>
                      <a:pt x="569" y="107"/>
                      <a:pt x="536" y="107"/>
                    </a:cubicBezTo>
                    <a:cubicBezTo>
                      <a:pt x="493" y="96"/>
                      <a:pt x="449" y="85"/>
                      <a:pt x="405" y="52"/>
                    </a:cubicBezTo>
                    <a:cubicBezTo>
                      <a:pt x="372" y="30"/>
                      <a:pt x="372" y="30"/>
                      <a:pt x="339" y="30"/>
                    </a:cubicBezTo>
                    <a:cubicBezTo>
                      <a:pt x="318" y="19"/>
                      <a:pt x="296" y="8"/>
                      <a:pt x="274" y="8"/>
                    </a:cubicBezTo>
                    <a:cubicBezTo>
                      <a:pt x="254" y="3"/>
                      <a:pt x="235"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7317850" y="173850"/>
                <a:ext cx="25" cy="25"/>
              </a:xfrm>
              <a:custGeom>
                <a:avLst/>
                <a:gdLst/>
                <a:ahLst/>
                <a:cxnLst/>
                <a:rect l="l" t="t" r="r" b="b"/>
                <a:pathLst>
                  <a:path w="1" h="1" extrusionOk="0">
                    <a:moveTo>
                      <a:pt x="1" y="0"/>
                    </a:moveTo>
                    <a:lnTo>
                      <a:pt x="1" y="0"/>
                    </a:lnTo>
                    <a:lnTo>
                      <a:pt x="1" y="0"/>
                    </a:ln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7298175" y="170300"/>
                <a:ext cx="29275" cy="35825"/>
              </a:xfrm>
              <a:custGeom>
                <a:avLst/>
                <a:gdLst/>
                <a:ahLst/>
                <a:cxnLst/>
                <a:rect l="l" t="t" r="r" b="b"/>
                <a:pathLst>
                  <a:path w="1171" h="1433" extrusionOk="0">
                    <a:moveTo>
                      <a:pt x="853" y="350"/>
                    </a:moveTo>
                    <a:lnTo>
                      <a:pt x="853" y="350"/>
                    </a:lnTo>
                    <a:cubicBezTo>
                      <a:pt x="864" y="372"/>
                      <a:pt x="875" y="383"/>
                      <a:pt x="886" y="394"/>
                    </a:cubicBezTo>
                    <a:cubicBezTo>
                      <a:pt x="875" y="372"/>
                      <a:pt x="864" y="361"/>
                      <a:pt x="853" y="350"/>
                    </a:cubicBezTo>
                    <a:close/>
                    <a:moveTo>
                      <a:pt x="352" y="123"/>
                    </a:moveTo>
                    <a:cubicBezTo>
                      <a:pt x="370" y="123"/>
                      <a:pt x="388" y="126"/>
                      <a:pt x="405" y="131"/>
                    </a:cubicBezTo>
                    <a:cubicBezTo>
                      <a:pt x="427" y="131"/>
                      <a:pt x="449" y="142"/>
                      <a:pt x="481" y="142"/>
                    </a:cubicBezTo>
                    <a:cubicBezTo>
                      <a:pt x="503" y="153"/>
                      <a:pt x="514" y="153"/>
                      <a:pt x="547" y="175"/>
                    </a:cubicBezTo>
                    <a:cubicBezTo>
                      <a:pt x="580" y="208"/>
                      <a:pt x="624" y="219"/>
                      <a:pt x="667" y="230"/>
                    </a:cubicBezTo>
                    <a:cubicBezTo>
                      <a:pt x="700" y="230"/>
                      <a:pt x="733" y="219"/>
                      <a:pt x="766" y="208"/>
                    </a:cubicBezTo>
                    <a:lnTo>
                      <a:pt x="766" y="208"/>
                    </a:lnTo>
                    <a:cubicBezTo>
                      <a:pt x="755" y="219"/>
                      <a:pt x="766" y="230"/>
                      <a:pt x="766" y="241"/>
                    </a:cubicBezTo>
                    <a:cubicBezTo>
                      <a:pt x="777" y="252"/>
                      <a:pt x="788" y="263"/>
                      <a:pt x="799" y="274"/>
                    </a:cubicBezTo>
                    <a:cubicBezTo>
                      <a:pt x="799" y="285"/>
                      <a:pt x="810" y="295"/>
                      <a:pt x="820" y="306"/>
                    </a:cubicBezTo>
                    <a:cubicBezTo>
                      <a:pt x="842" y="317"/>
                      <a:pt x="864" y="339"/>
                      <a:pt x="886" y="361"/>
                    </a:cubicBezTo>
                    <a:cubicBezTo>
                      <a:pt x="908" y="372"/>
                      <a:pt x="930" y="383"/>
                      <a:pt x="930" y="405"/>
                    </a:cubicBezTo>
                    <a:cubicBezTo>
                      <a:pt x="941" y="416"/>
                      <a:pt x="952" y="438"/>
                      <a:pt x="963" y="449"/>
                    </a:cubicBezTo>
                    <a:cubicBezTo>
                      <a:pt x="974" y="470"/>
                      <a:pt x="985" y="503"/>
                      <a:pt x="974" y="503"/>
                    </a:cubicBezTo>
                    <a:cubicBezTo>
                      <a:pt x="971" y="505"/>
                      <a:pt x="970" y="506"/>
                      <a:pt x="968" y="506"/>
                    </a:cubicBezTo>
                    <a:cubicBezTo>
                      <a:pt x="962" y="506"/>
                      <a:pt x="960" y="492"/>
                      <a:pt x="952" y="492"/>
                    </a:cubicBezTo>
                    <a:cubicBezTo>
                      <a:pt x="941" y="460"/>
                      <a:pt x="930" y="427"/>
                      <a:pt x="908" y="405"/>
                    </a:cubicBezTo>
                    <a:cubicBezTo>
                      <a:pt x="908" y="405"/>
                      <a:pt x="897" y="394"/>
                      <a:pt x="886" y="394"/>
                    </a:cubicBezTo>
                    <a:lnTo>
                      <a:pt x="886" y="394"/>
                    </a:lnTo>
                    <a:cubicBezTo>
                      <a:pt x="919" y="470"/>
                      <a:pt x="963" y="558"/>
                      <a:pt x="985" y="635"/>
                    </a:cubicBezTo>
                    <a:cubicBezTo>
                      <a:pt x="995" y="667"/>
                      <a:pt x="1006" y="689"/>
                      <a:pt x="1017" y="722"/>
                    </a:cubicBezTo>
                    <a:cubicBezTo>
                      <a:pt x="1017" y="755"/>
                      <a:pt x="1028" y="788"/>
                      <a:pt x="1028" y="820"/>
                    </a:cubicBezTo>
                    <a:cubicBezTo>
                      <a:pt x="1028" y="842"/>
                      <a:pt x="1028" y="875"/>
                      <a:pt x="1028" y="897"/>
                    </a:cubicBezTo>
                    <a:cubicBezTo>
                      <a:pt x="1028" y="897"/>
                      <a:pt x="1017" y="952"/>
                      <a:pt x="1017" y="952"/>
                    </a:cubicBezTo>
                    <a:cubicBezTo>
                      <a:pt x="1006" y="985"/>
                      <a:pt x="1006" y="1006"/>
                      <a:pt x="995" y="1028"/>
                    </a:cubicBezTo>
                    <a:cubicBezTo>
                      <a:pt x="985" y="1050"/>
                      <a:pt x="974" y="1061"/>
                      <a:pt x="963" y="1083"/>
                    </a:cubicBezTo>
                    <a:cubicBezTo>
                      <a:pt x="941" y="1105"/>
                      <a:pt x="908" y="1160"/>
                      <a:pt x="886" y="1192"/>
                    </a:cubicBezTo>
                    <a:lnTo>
                      <a:pt x="864" y="1225"/>
                    </a:lnTo>
                    <a:lnTo>
                      <a:pt x="842" y="1247"/>
                    </a:lnTo>
                    <a:cubicBezTo>
                      <a:pt x="803" y="1286"/>
                      <a:pt x="807" y="1294"/>
                      <a:pt x="797" y="1294"/>
                    </a:cubicBezTo>
                    <a:cubicBezTo>
                      <a:pt x="791" y="1294"/>
                      <a:pt x="779" y="1291"/>
                      <a:pt x="744" y="1291"/>
                    </a:cubicBezTo>
                    <a:cubicBezTo>
                      <a:pt x="689" y="1280"/>
                      <a:pt x="635" y="1269"/>
                      <a:pt x="580" y="1247"/>
                    </a:cubicBezTo>
                    <a:cubicBezTo>
                      <a:pt x="547" y="1236"/>
                      <a:pt x="514" y="1214"/>
                      <a:pt x="481" y="1192"/>
                    </a:cubicBezTo>
                    <a:cubicBezTo>
                      <a:pt x="416" y="1149"/>
                      <a:pt x="372" y="1094"/>
                      <a:pt x="328" y="1039"/>
                    </a:cubicBezTo>
                    <a:cubicBezTo>
                      <a:pt x="306" y="1006"/>
                      <a:pt x="285" y="985"/>
                      <a:pt x="263" y="952"/>
                    </a:cubicBezTo>
                    <a:lnTo>
                      <a:pt x="241" y="886"/>
                    </a:lnTo>
                    <a:cubicBezTo>
                      <a:pt x="219" y="853"/>
                      <a:pt x="208" y="831"/>
                      <a:pt x="197" y="799"/>
                    </a:cubicBezTo>
                    <a:cubicBezTo>
                      <a:pt x="175" y="755"/>
                      <a:pt x="164" y="711"/>
                      <a:pt x="153" y="667"/>
                    </a:cubicBezTo>
                    <a:cubicBezTo>
                      <a:pt x="153" y="645"/>
                      <a:pt x="142" y="635"/>
                      <a:pt x="131" y="613"/>
                    </a:cubicBezTo>
                    <a:cubicBezTo>
                      <a:pt x="131" y="591"/>
                      <a:pt x="120" y="569"/>
                      <a:pt x="120" y="547"/>
                    </a:cubicBezTo>
                    <a:cubicBezTo>
                      <a:pt x="120" y="536"/>
                      <a:pt x="120" y="536"/>
                      <a:pt x="120" y="536"/>
                    </a:cubicBezTo>
                    <a:cubicBezTo>
                      <a:pt x="120" y="525"/>
                      <a:pt x="120" y="503"/>
                      <a:pt x="120" y="492"/>
                    </a:cubicBezTo>
                    <a:cubicBezTo>
                      <a:pt x="120" y="492"/>
                      <a:pt x="120" y="481"/>
                      <a:pt x="120" y="481"/>
                    </a:cubicBezTo>
                    <a:cubicBezTo>
                      <a:pt x="120" y="470"/>
                      <a:pt x="131" y="460"/>
                      <a:pt x="131" y="449"/>
                    </a:cubicBezTo>
                    <a:cubicBezTo>
                      <a:pt x="142" y="438"/>
                      <a:pt x="142" y="427"/>
                      <a:pt x="131" y="416"/>
                    </a:cubicBezTo>
                    <a:cubicBezTo>
                      <a:pt x="131" y="383"/>
                      <a:pt x="131" y="350"/>
                      <a:pt x="142" y="317"/>
                    </a:cubicBezTo>
                    <a:cubicBezTo>
                      <a:pt x="164" y="274"/>
                      <a:pt x="175" y="230"/>
                      <a:pt x="208" y="186"/>
                    </a:cubicBezTo>
                    <a:cubicBezTo>
                      <a:pt x="249" y="146"/>
                      <a:pt x="301" y="123"/>
                      <a:pt x="352" y="123"/>
                    </a:cubicBezTo>
                    <a:close/>
                    <a:moveTo>
                      <a:pt x="383" y="0"/>
                    </a:moveTo>
                    <a:cubicBezTo>
                      <a:pt x="339" y="0"/>
                      <a:pt x="295" y="11"/>
                      <a:pt x="252" y="22"/>
                    </a:cubicBezTo>
                    <a:cubicBezTo>
                      <a:pt x="186" y="44"/>
                      <a:pt x="120" y="88"/>
                      <a:pt x="88" y="153"/>
                    </a:cubicBezTo>
                    <a:cubicBezTo>
                      <a:pt x="22" y="285"/>
                      <a:pt x="0" y="427"/>
                      <a:pt x="11" y="569"/>
                    </a:cubicBezTo>
                    <a:cubicBezTo>
                      <a:pt x="11" y="656"/>
                      <a:pt x="33" y="744"/>
                      <a:pt x="55" y="820"/>
                    </a:cubicBezTo>
                    <a:cubicBezTo>
                      <a:pt x="120" y="1050"/>
                      <a:pt x="274" y="1236"/>
                      <a:pt x="481" y="1356"/>
                    </a:cubicBezTo>
                    <a:cubicBezTo>
                      <a:pt x="525" y="1378"/>
                      <a:pt x="591" y="1400"/>
                      <a:pt x="645" y="1411"/>
                    </a:cubicBezTo>
                    <a:cubicBezTo>
                      <a:pt x="678" y="1422"/>
                      <a:pt x="711" y="1433"/>
                      <a:pt x="755" y="1433"/>
                    </a:cubicBezTo>
                    <a:lnTo>
                      <a:pt x="842" y="1433"/>
                    </a:lnTo>
                    <a:lnTo>
                      <a:pt x="864" y="1422"/>
                    </a:lnTo>
                    <a:lnTo>
                      <a:pt x="897" y="1389"/>
                    </a:lnTo>
                    <a:lnTo>
                      <a:pt x="897" y="1378"/>
                    </a:lnTo>
                    <a:cubicBezTo>
                      <a:pt x="930" y="1356"/>
                      <a:pt x="952" y="1324"/>
                      <a:pt x="974" y="1291"/>
                    </a:cubicBezTo>
                    <a:cubicBezTo>
                      <a:pt x="1028" y="1236"/>
                      <a:pt x="1072" y="1170"/>
                      <a:pt x="1105" y="1105"/>
                    </a:cubicBezTo>
                    <a:cubicBezTo>
                      <a:pt x="1138" y="1028"/>
                      <a:pt x="1160" y="941"/>
                      <a:pt x="1160" y="842"/>
                    </a:cubicBezTo>
                    <a:cubicBezTo>
                      <a:pt x="1170" y="810"/>
                      <a:pt x="1160" y="766"/>
                      <a:pt x="1149" y="722"/>
                    </a:cubicBezTo>
                    <a:cubicBezTo>
                      <a:pt x="1138" y="678"/>
                      <a:pt x="1127" y="645"/>
                      <a:pt x="1116" y="602"/>
                    </a:cubicBezTo>
                    <a:cubicBezTo>
                      <a:pt x="1094" y="536"/>
                      <a:pt x="1061" y="460"/>
                      <a:pt x="1028" y="394"/>
                    </a:cubicBezTo>
                    <a:cubicBezTo>
                      <a:pt x="1006" y="306"/>
                      <a:pt x="963" y="230"/>
                      <a:pt x="919" y="153"/>
                    </a:cubicBezTo>
                    <a:cubicBezTo>
                      <a:pt x="908" y="142"/>
                      <a:pt x="886" y="120"/>
                      <a:pt x="864" y="110"/>
                    </a:cubicBezTo>
                    <a:cubicBezTo>
                      <a:pt x="842" y="99"/>
                      <a:pt x="842" y="99"/>
                      <a:pt x="831" y="99"/>
                    </a:cubicBezTo>
                    <a:cubicBezTo>
                      <a:pt x="820" y="99"/>
                      <a:pt x="810" y="99"/>
                      <a:pt x="799" y="120"/>
                    </a:cubicBezTo>
                    <a:cubicBezTo>
                      <a:pt x="788" y="131"/>
                      <a:pt x="799" y="131"/>
                      <a:pt x="788" y="131"/>
                    </a:cubicBezTo>
                    <a:cubicBezTo>
                      <a:pt x="777" y="99"/>
                      <a:pt x="777" y="110"/>
                      <a:pt x="766" y="99"/>
                    </a:cubicBezTo>
                    <a:cubicBezTo>
                      <a:pt x="755" y="88"/>
                      <a:pt x="733" y="77"/>
                      <a:pt x="722" y="77"/>
                    </a:cubicBezTo>
                    <a:lnTo>
                      <a:pt x="678" y="77"/>
                    </a:lnTo>
                    <a:cubicBezTo>
                      <a:pt x="667" y="66"/>
                      <a:pt x="645" y="66"/>
                      <a:pt x="635" y="55"/>
                    </a:cubicBezTo>
                    <a:lnTo>
                      <a:pt x="580" y="22"/>
                    </a:lnTo>
                    <a:cubicBezTo>
                      <a:pt x="547" y="11"/>
                      <a:pt x="525"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7300900" y="177125"/>
                <a:ext cx="21625" cy="10975"/>
              </a:xfrm>
              <a:custGeom>
                <a:avLst/>
                <a:gdLst/>
                <a:ahLst/>
                <a:cxnLst/>
                <a:rect l="l" t="t" r="r" b="b"/>
                <a:pathLst>
                  <a:path w="865" h="439" extrusionOk="0">
                    <a:moveTo>
                      <a:pt x="526" y="1"/>
                    </a:moveTo>
                    <a:cubicBezTo>
                      <a:pt x="515" y="1"/>
                      <a:pt x="493" y="12"/>
                      <a:pt x="493" y="12"/>
                    </a:cubicBezTo>
                    <a:cubicBezTo>
                      <a:pt x="471" y="22"/>
                      <a:pt x="460" y="44"/>
                      <a:pt x="449" y="55"/>
                    </a:cubicBezTo>
                    <a:cubicBezTo>
                      <a:pt x="438" y="77"/>
                      <a:pt x="427" y="88"/>
                      <a:pt x="416" y="99"/>
                    </a:cubicBezTo>
                    <a:cubicBezTo>
                      <a:pt x="405" y="121"/>
                      <a:pt x="383" y="132"/>
                      <a:pt x="361" y="132"/>
                    </a:cubicBezTo>
                    <a:lnTo>
                      <a:pt x="318" y="132"/>
                    </a:lnTo>
                    <a:cubicBezTo>
                      <a:pt x="296" y="132"/>
                      <a:pt x="285" y="132"/>
                      <a:pt x="263" y="121"/>
                    </a:cubicBezTo>
                    <a:cubicBezTo>
                      <a:pt x="252" y="121"/>
                      <a:pt x="241" y="110"/>
                      <a:pt x="230" y="99"/>
                    </a:cubicBezTo>
                    <a:lnTo>
                      <a:pt x="154" y="99"/>
                    </a:lnTo>
                    <a:cubicBezTo>
                      <a:pt x="132" y="110"/>
                      <a:pt x="121" y="110"/>
                      <a:pt x="110" y="121"/>
                    </a:cubicBezTo>
                    <a:cubicBezTo>
                      <a:pt x="88" y="132"/>
                      <a:pt x="77" y="143"/>
                      <a:pt x="66" y="154"/>
                    </a:cubicBezTo>
                    <a:cubicBezTo>
                      <a:pt x="55" y="154"/>
                      <a:pt x="44" y="176"/>
                      <a:pt x="33" y="187"/>
                    </a:cubicBezTo>
                    <a:cubicBezTo>
                      <a:pt x="33" y="187"/>
                      <a:pt x="22" y="197"/>
                      <a:pt x="22" y="208"/>
                    </a:cubicBezTo>
                    <a:cubicBezTo>
                      <a:pt x="22" y="219"/>
                      <a:pt x="11" y="219"/>
                      <a:pt x="11" y="230"/>
                    </a:cubicBezTo>
                    <a:cubicBezTo>
                      <a:pt x="11" y="241"/>
                      <a:pt x="1" y="241"/>
                      <a:pt x="1" y="252"/>
                    </a:cubicBezTo>
                    <a:cubicBezTo>
                      <a:pt x="1" y="263"/>
                      <a:pt x="1" y="274"/>
                      <a:pt x="1" y="285"/>
                    </a:cubicBezTo>
                    <a:cubicBezTo>
                      <a:pt x="1" y="296"/>
                      <a:pt x="1" y="307"/>
                      <a:pt x="1" y="318"/>
                    </a:cubicBezTo>
                    <a:cubicBezTo>
                      <a:pt x="1" y="340"/>
                      <a:pt x="11" y="362"/>
                      <a:pt x="11" y="383"/>
                    </a:cubicBezTo>
                    <a:cubicBezTo>
                      <a:pt x="22" y="394"/>
                      <a:pt x="33" y="405"/>
                      <a:pt x="44" y="416"/>
                    </a:cubicBezTo>
                    <a:cubicBezTo>
                      <a:pt x="44" y="416"/>
                      <a:pt x="44" y="427"/>
                      <a:pt x="55" y="438"/>
                    </a:cubicBezTo>
                    <a:lnTo>
                      <a:pt x="77" y="438"/>
                    </a:lnTo>
                    <a:lnTo>
                      <a:pt x="77" y="427"/>
                    </a:lnTo>
                    <a:cubicBezTo>
                      <a:pt x="88" y="416"/>
                      <a:pt x="88" y="416"/>
                      <a:pt x="88" y="416"/>
                    </a:cubicBezTo>
                    <a:cubicBezTo>
                      <a:pt x="88" y="405"/>
                      <a:pt x="88" y="394"/>
                      <a:pt x="99" y="394"/>
                    </a:cubicBezTo>
                    <a:lnTo>
                      <a:pt x="99" y="372"/>
                    </a:lnTo>
                    <a:cubicBezTo>
                      <a:pt x="88" y="362"/>
                      <a:pt x="77" y="351"/>
                      <a:pt x="66" y="340"/>
                    </a:cubicBezTo>
                    <a:cubicBezTo>
                      <a:pt x="55" y="318"/>
                      <a:pt x="55" y="296"/>
                      <a:pt x="44" y="274"/>
                    </a:cubicBezTo>
                    <a:cubicBezTo>
                      <a:pt x="44" y="263"/>
                      <a:pt x="44" y="263"/>
                      <a:pt x="44" y="252"/>
                    </a:cubicBezTo>
                    <a:cubicBezTo>
                      <a:pt x="44" y="241"/>
                      <a:pt x="44" y="241"/>
                      <a:pt x="44" y="230"/>
                    </a:cubicBezTo>
                    <a:cubicBezTo>
                      <a:pt x="55" y="219"/>
                      <a:pt x="55" y="197"/>
                      <a:pt x="66" y="187"/>
                    </a:cubicBezTo>
                    <a:lnTo>
                      <a:pt x="77" y="187"/>
                    </a:lnTo>
                    <a:cubicBezTo>
                      <a:pt x="88" y="154"/>
                      <a:pt x="121" y="132"/>
                      <a:pt x="154" y="132"/>
                    </a:cubicBezTo>
                    <a:cubicBezTo>
                      <a:pt x="176" y="132"/>
                      <a:pt x="197" y="143"/>
                      <a:pt x="219" y="154"/>
                    </a:cubicBezTo>
                    <a:lnTo>
                      <a:pt x="252" y="154"/>
                    </a:lnTo>
                    <a:cubicBezTo>
                      <a:pt x="274" y="154"/>
                      <a:pt x="296" y="165"/>
                      <a:pt x="318" y="165"/>
                    </a:cubicBezTo>
                    <a:cubicBezTo>
                      <a:pt x="340" y="165"/>
                      <a:pt x="361" y="165"/>
                      <a:pt x="383" y="154"/>
                    </a:cubicBezTo>
                    <a:lnTo>
                      <a:pt x="405" y="154"/>
                    </a:lnTo>
                    <a:cubicBezTo>
                      <a:pt x="416" y="154"/>
                      <a:pt x="427" y="143"/>
                      <a:pt x="438" y="132"/>
                    </a:cubicBezTo>
                    <a:cubicBezTo>
                      <a:pt x="449" y="110"/>
                      <a:pt x="449" y="99"/>
                      <a:pt x="460" y="88"/>
                    </a:cubicBezTo>
                    <a:cubicBezTo>
                      <a:pt x="471" y="55"/>
                      <a:pt x="493" y="33"/>
                      <a:pt x="526" y="22"/>
                    </a:cubicBezTo>
                    <a:cubicBezTo>
                      <a:pt x="558" y="22"/>
                      <a:pt x="580" y="22"/>
                      <a:pt x="602" y="44"/>
                    </a:cubicBezTo>
                    <a:cubicBezTo>
                      <a:pt x="635" y="44"/>
                      <a:pt x="657" y="55"/>
                      <a:pt x="668" y="66"/>
                    </a:cubicBezTo>
                    <a:cubicBezTo>
                      <a:pt x="679" y="66"/>
                      <a:pt x="690" y="66"/>
                      <a:pt x="690" y="77"/>
                    </a:cubicBezTo>
                    <a:lnTo>
                      <a:pt x="711" y="88"/>
                    </a:lnTo>
                    <a:cubicBezTo>
                      <a:pt x="722" y="88"/>
                      <a:pt x="722" y="99"/>
                      <a:pt x="733" y="99"/>
                    </a:cubicBezTo>
                    <a:cubicBezTo>
                      <a:pt x="744" y="110"/>
                      <a:pt x="755" y="121"/>
                      <a:pt x="766" y="132"/>
                    </a:cubicBezTo>
                    <a:cubicBezTo>
                      <a:pt x="766" y="143"/>
                      <a:pt x="788" y="143"/>
                      <a:pt x="788" y="154"/>
                    </a:cubicBezTo>
                    <a:cubicBezTo>
                      <a:pt x="810" y="176"/>
                      <a:pt x="821" y="208"/>
                      <a:pt x="832" y="230"/>
                    </a:cubicBezTo>
                    <a:cubicBezTo>
                      <a:pt x="843" y="230"/>
                      <a:pt x="843" y="252"/>
                      <a:pt x="854" y="252"/>
                    </a:cubicBezTo>
                    <a:cubicBezTo>
                      <a:pt x="865" y="241"/>
                      <a:pt x="854" y="219"/>
                      <a:pt x="843" y="197"/>
                    </a:cubicBezTo>
                    <a:cubicBezTo>
                      <a:pt x="832" y="176"/>
                      <a:pt x="821" y="165"/>
                      <a:pt x="810" y="154"/>
                    </a:cubicBezTo>
                    <a:cubicBezTo>
                      <a:pt x="810" y="132"/>
                      <a:pt x="788" y="121"/>
                      <a:pt x="766" y="99"/>
                    </a:cubicBezTo>
                    <a:cubicBezTo>
                      <a:pt x="744" y="88"/>
                      <a:pt x="722" y="66"/>
                      <a:pt x="701" y="55"/>
                    </a:cubicBezTo>
                    <a:cubicBezTo>
                      <a:pt x="668" y="33"/>
                      <a:pt x="646" y="22"/>
                      <a:pt x="613" y="12"/>
                    </a:cubicBezTo>
                    <a:lnTo>
                      <a:pt x="5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2"/>
            <p:cNvSpPr/>
            <p:nvPr/>
          </p:nvSpPr>
          <p:spPr>
            <a:xfrm flipH="1">
              <a:off x="5028375" y="5094525"/>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flipH="1">
              <a:off x="5006225" y="5092600"/>
              <a:ext cx="30125" cy="21825"/>
            </a:xfrm>
            <a:custGeom>
              <a:avLst/>
              <a:gdLst/>
              <a:ahLst/>
              <a:cxnLst/>
              <a:rect l="l" t="t" r="r" b="b"/>
              <a:pathLst>
                <a:path w="1205" h="873" extrusionOk="0">
                  <a:moveTo>
                    <a:pt x="592" y="99"/>
                  </a:moveTo>
                  <a:cubicBezTo>
                    <a:pt x="613" y="99"/>
                    <a:pt x="635" y="99"/>
                    <a:pt x="635" y="121"/>
                  </a:cubicBezTo>
                  <a:cubicBezTo>
                    <a:pt x="635" y="125"/>
                    <a:pt x="634" y="126"/>
                    <a:pt x="632" y="126"/>
                  </a:cubicBezTo>
                  <a:cubicBezTo>
                    <a:pt x="628" y="126"/>
                    <a:pt x="621" y="121"/>
                    <a:pt x="613" y="121"/>
                  </a:cubicBezTo>
                  <a:cubicBezTo>
                    <a:pt x="602" y="116"/>
                    <a:pt x="592" y="113"/>
                    <a:pt x="581" y="113"/>
                  </a:cubicBezTo>
                  <a:cubicBezTo>
                    <a:pt x="570" y="113"/>
                    <a:pt x="559" y="116"/>
                    <a:pt x="548" y="121"/>
                  </a:cubicBezTo>
                  <a:lnTo>
                    <a:pt x="526" y="121"/>
                  </a:lnTo>
                  <a:cubicBezTo>
                    <a:pt x="592" y="132"/>
                    <a:pt x="657" y="143"/>
                    <a:pt x="723" y="154"/>
                  </a:cubicBezTo>
                  <a:lnTo>
                    <a:pt x="788" y="176"/>
                  </a:lnTo>
                  <a:cubicBezTo>
                    <a:pt x="821" y="187"/>
                    <a:pt x="843" y="198"/>
                    <a:pt x="865" y="209"/>
                  </a:cubicBezTo>
                  <a:cubicBezTo>
                    <a:pt x="887" y="220"/>
                    <a:pt x="898" y="231"/>
                    <a:pt x="909" y="252"/>
                  </a:cubicBezTo>
                  <a:cubicBezTo>
                    <a:pt x="909" y="252"/>
                    <a:pt x="942" y="274"/>
                    <a:pt x="942" y="274"/>
                  </a:cubicBezTo>
                  <a:cubicBezTo>
                    <a:pt x="963" y="296"/>
                    <a:pt x="974" y="307"/>
                    <a:pt x="985" y="329"/>
                  </a:cubicBezTo>
                  <a:cubicBezTo>
                    <a:pt x="996" y="340"/>
                    <a:pt x="996" y="351"/>
                    <a:pt x="1007" y="362"/>
                  </a:cubicBezTo>
                  <a:cubicBezTo>
                    <a:pt x="1018" y="395"/>
                    <a:pt x="1029" y="438"/>
                    <a:pt x="1040" y="460"/>
                  </a:cubicBezTo>
                  <a:lnTo>
                    <a:pt x="1051" y="493"/>
                  </a:lnTo>
                  <a:cubicBezTo>
                    <a:pt x="1051" y="504"/>
                    <a:pt x="1051" y="515"/>
                    <a:pt x="1051" y="515"/>
                  </a:cubicBezTo>
                  <a:cubicBezTo>
                    <a:pt x="1084" y="592"/>
                    <a:pt x="1095" y="559"/>
                    <a:pt x="1051" y="602"/>
                  </a:cubicBezTo>
                  <a:cubicBezTo>
                    <a:pt x="1029" y="635"/>
                    <a:pt x="996" y="668"/>
                    <a:pt x="952" y="701"/>
                  </a:cubicBezTo>
                  <a:cubicBezTo>
                    <a:pt x="931" y="712"/>
                    <a:pt x="909" y="734"/>
                    <a:pt x="876" y="745"/>
                  </a:cubicBezTo>
                  <a:cubicBezTo>
                    <a:pt x="821" y="756"/>
                    <a:pt x="767" y="767"/>
                    <a:pt x="712" y="777"/>
                  </a:cubicBezTo>
                  <a:lnTo>
                    <a:pt x="624" y="777"/>
                  </a:lnTo>
                  <a:lnTo>
                    <a:pt x="570" y="767"/>
                  </a:lnTo>
                  <a:cubicBezTo>
                    <a:pt x="548" y="767"/>
                    <a:pt x="526" y="756"/>
                    <a:pt x="493" y="756"/>
                  </a:cubicBezTo>
                  <a:cubicBezTo>
                    <a:pt x="460" y="745"/>
                    <a:pt x="427" y="734"/>
                    <a:pt x="395" y="723"/>
                  </a:cubicBezTo>
                  <a:cubicBezTo>
                    <a:pt x="384" y="723"/>
                    <a:pt x="362" y="723"/>
                    <a:pt x="351" y="712"/>
                  </a:cubicBezTo>
                  <a:cubicBezTo>
                    <a:pt x="329" y="712"/>
                    <a:pt x="318" y="701"/>
                    <a:pt x="296" y="690"/>
                  </a:cubicBezTo>
                  <a:lnTo>
                    <a:pt x="285" y="679"/>
                  </a:lnTo>
                  <a:cubicBezTo>
                    <a:pt x="274" y="679"/>
                    <a:pt x="263" y="668"/>
                    <a:pt x="263" y="668"/>
                  </a:cubicBezTo>
                  <a:cubicBezTo>
                    <a:pt x="263" y="668"/>
                    <a:pt x="263" y="657"/>
                    <a:pt x="252" y="646"/>
                  </a:cubicBezTo>
                  <a:lnTo>
                    <a:pt x="242" y="635"/>
                  </a:lnTo>
                  <a:cubicBezTo>
                    <a:pt x="231" y="624"/>
                    <a:pt x="220" y="613"/>
                    <a:pt x="220" y="613"/>
                  </a:cubicBezTo>
                  <a:cubicBezTo>
                    <a:pt x="198" y="602"/>
                    <a:pt x="176" y="592"/>
                    <a:pt x="165" y="570"/>
                  </a:cubicBezTo>
                  <a:cubicBezTo>
                    <a:pt x="132" y="537"/>
                    <a:pt x="110" y="504"/>
                    <a:pt x="99" y="471"/>
                  </a:cubicBezTo>
                  <a:cubicBezTo>
                    <a:pt x="88" y="417"/>
                    <a:pt x="110" y="362"/>
                    <a:pt x="143" y="318"/>
                  </a:cubicBezTo>
                  <a:cubicBezTo>
                    <a:pt x="154" y="307"/>
                    <a:pt x="176" y="296"/>
                    <a:pt x="187" y="274"/>
                  </a:cubicBezTo>
                  <a:cubicBezTo>
                    <a:pt x="198" y="263"/>
                    <a:pt x="209" y="263"/>
                    <a:pt x="242" y="242"/>
                  </a:cubicBezTo>
                  <a:cubicBezTo>
                    <a:pt x="274" y="231"/>
                    <a:pt x="307" y="220"/>
                    <a:pt x="329" y="187"/>
                  </a:cubicBezTo>
                  <a:cubicBezTo>
                    <a:pt x="340" y="165"/>
                    <a:pt x="351" y="143"/>
                    <a:pt x="351" y="121"/>
                  </a:cubicBezTo>
                  <a:cubicBezTo>
                    <a:pt x="362" y="121"/>
                    <a:pt x="362" y="132"/>
                    <a:pt x="373" y="132"/>
                  </a:cubicBezTo>
                  <a:cubicBezTo>
                    <a:pt x="378" y="127"/>
                    <a:pt x="386" y="124"/>
                    <a:pt x="395" y="124"/>
                  </a:cubicBezTo>
                  <a:cubicBezTo>
                    <a:pt x="403" y="124"/>
                    <a:pt x="411" y="127"/>
                    <a:pt x="417" y="132"/>
                  </a:cubicBezTo>
                  <a:lnTo>
                    <a:pt x="438" y="132"/>
                  </a:lnTo>
                  <a:cubicBezTo>
                    <a:pt x="460" y="121"/>
                    <a:pt x="482" y="110"/>
                    <a:pt x="504" y="99"/>
                  </a:cubicBezTo>
                  <a:close/>
                  <a:moveTo>
                    <a:pt x="395" y="1"/>
                  </a:moveTo>
                  <a:cubicBezTo>
                    <a:pt x="373" y="1"/>
                    <a:pt x="362" y="1"/>
                    <a:pt x="340" y="12"/>
                  </a:cubicBezTo>
                  <a:cubicBezTo>
                    <a:pt x="329" y="23"/>
                    <a:pt x="318" y="23"/>
                    <a:pt x="318" y="34"/>
                  </a:cubicBezTo>
                  <a:cubicBezTo>
                    <a:pt x="307" y="45"/>
                    <a:pt x="307" y="56"/>
                    <a:pt x="318" y="67"/>
                  </a:cubicBezTo>
                  <a:lnTo>
                    <a:pt x="318" y="77"/>
                  </a:lnTo>
                  <a:lnTo>
                    <a:pt x="285" y="77"/>
                  </a:lnTo>
                  <a:cubicBezTo>
                    <a:pt x="274" y="77"/>
                    <a:pt x="263" y="88"/>
                    <a:pt x="252" y="99"/>
                  </a:cubicBezTo>
                  <a:lnTo>
                    <a:pt x="242" y="121"/>
                  </a:lnTo>
                  <a:lnTo>
                    <a:pt x="209" y="143"/>
                  </a:lnTo>
                  <a:lnTo>
                    <a:pt x="165" y="165"/>
                  </a:lnTo>
                  <a:cubicBezTo>
                    <a:pt x="143" y="176"/>
                    <a:pt x="132" y="187"/>
                    <a:pt x="110" y="209"/>
                  </a:cubicBezTo>
                  <a:cubicBezTo>
                    <a:pt x="88" y="231"/>
                    <a:pt x="77" y="263"/>
                    <a:pt x="67" y="285"/>
                  </a:cubicBezTo>
                  <a:cubicBezTo>
                    <a:pt x="45" y="307"/>
                    <a:pt x="34" y="340"/>
                    <a:pt x="23" y="373"/>
                  </a:cubicBezTo>
                  <a:cubicBezTo>
                    <a:pt x="1" y="427"/>
                    <a:pt x="12" y="493"/>
                    <a:pt x="45" y="537"/>
                  </a:cubicBezTo>
                  <a:cubicBezTo>
                    <a:pt x="99" y="635"/>
                    <a:pt x="176" y="712"/>
                    <a:pt x="274" y="767"/>
                  </a:cubicBezTo>
                  <a:cubicBezTo>
                    <a:pt x="329" y="799"/>
                    <a:pt x="395" y="821"/>
                    <a:pt x="460" y="843"/>
                  </a:cubicBezTo>
                  <a:cubicBezTo>
                    <a:pt x="524" y="863"/>
                    <a:pt x="592" y="873"/>
                    <a:pt x="659" y="873"/>
                  </a:cubicBezTo>
                  <a:cubicBezTo>
                    <a:pt x="775" y="873"/>
                    <a:pt x="892" y="844"/>
                    <a:pt x="996" y="788"/>
                  </a:cubicBezTo>
                  <a:cubicBezTo>
                    <a:pt x="1029" y="767"/>
                    <a:pt x="1073" y="745"/>
                    <a:pt x="1106" y="712"/>
                  </a:cubicBezTo>
                  <a:cubicBezTo>
                    <a:pt x="1127" y="690"/>
                    <a:pt x="1149" y="668"/>
                    <a:pt x="1160" y="646"/>
                  </a:cubicBezTo>
                  <a:lnTo>
                    <a:pt x="1193" y="602"/>
                  </a:lnTo>
                  <a:lnTo>
                    <a:pt x="1204" y="592"/>
                  </a:lnTo>
                  <a:lnTo>
                    <a:pt x="1204" y="570"/>
                  </a:lnTo>
                  <a:cubicBezTo>
                    <a:pt x="1182" y="570"/>
                    <a:pt x="1182" y="559"/>
                    <a:pt x="1182" y="548"/>
                  </a:cubicBezTo>
                  <a:lnTo>
                    <a:pt x="1182" y="537"/>
                  </a:lnTo>
                  <a:cubicBezTo>
                    <a:pt x="1171" y="504"/>
                    <a:pt x="1171" y="482"/>
                    <a:pt x="1160" y="449"/>
                  </a:cubicBezTo>
                  <a:cubicBezTo>
                    <a:pt x="1138" y="395"/>
                    <a:pt x="1117" y="340"/>
                    <a:pt x="1084" y="285"/>
                  </a:cubicBezTo>
                  <a:cubicBezTo>
                    <a:pt x="1051" y="231"/>
                    <a:pt x="1007" y="176"/>
                    <a:pt x="952" y="132"/>
                  </a:cubicBezTo>
                  <a:cubicBezTo>
                    <a:pt x="843" y="77"/>
                    <a:pt x="723" y="34"/>
                    <a:pt x="602" y="23"/>
                  </a:cubicBezTo>
                  <a:cubicBezTo>
                    <a:pt x="526" y="12"/>
                    <a:pt x="460"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flipH="1">
              <a:off x="5020175" y="5095900"/>
              <a:ext cx="10150" cy="15525"/>
            </a:xfrm>
            <a:custGeom>
              <a:avLst/>
              <a:gdLst/>
              <a:ahLst/>
              <a:cxnLst/>
              <a:rect l="l" t="t" r="r" b="b"/>
              <a:pathLst>
                <a:path w="406" h="621" extrusionOk="0">
                  <a:moveTo>
                    <a:pt x="274" y="0"/>
                  </a:moveTo>
                  <a:cubicBezTo>
                    <a:pt x="252" y="11"/>
                    <a:pt x="230" y="11"/>
                    <a:pt x="208" y="22"/>
                  </a:cubicBezTo>
                  <a:cubicBezTo>
                    <a:pt x="186" y="33"/>
                    <a:pt x="165" y="55"/>
                    <a:pt x="143" y="66"/>
                  </a:cubicBezTo>
                  <a:lnTo>
                    <a:pt x="132" y="88"/>
                  </a:lnTo>
                  <a:cubicBezTo>
                    <a:pt x="121" y="88"/>
                    <a:pt x="110" y="99"/>
                    <a:pt x="99" y="110"/>
                  </a:cubicBezTo>
                  <a:cubicBezTo>
                    <a:pt x="99" y="120"/>
                    <a:pt x="88" y="131"/>
                    <a:pt x="88" y="142"/>
                  </a:cubicBezTo>
                  <a:cubicBezTo>
                    <a:pt x="88" y="153"/>
                    <a:pt x="99" y="164"/>
                    <a:pt x="99" y="186"/>
                  </a:cubicBezTo>
                  <a:lnTo>
                    <a:pt x="121" y="230"/>
                  </a:lnTo>
                  <a:cubicBezTo>
                    <a:pt x="121" y="241"/>
                    <a:pt x="121" y="263"/>
                    <a:pt x="121" y="274"/>
                  </a:cubicBezTo>
                  <a:lnTo>
                    <a:pt x="121" y="285"/>
                  </a:lnTo>
                  <a:lnTo>
                    <a:pt x="121" y="295"/>
                  </a:lnTo>
                  <a:cubicBezTo>
                    <a:pt x="110" y="295"/>
                    <a:pt x="110" y="295"/>
                    <a:pt x="110" y="306"/>
                  </a:cubicBezTo>
                  <a:cubicBezTo>
                    <a:pt x="99" y="317"/>
                    <a:pt x="77" y="328"/>
                    <a:pt x="66" y="339"/>
                  </a:cubicBezTo>
                  <a:cubicBezTo>
                    <a:pt x="55" y="339"/>
                    <a:pt x="55" y="339"/>
                    <a:pt x="44" y="350"/>
                  </a:cubicBezTo>
                  <a:cubicBezTo>
                    <a:pt x="33" y="350"/>
                    <a:pt x="33" y="361"/>
                    <a:pt x="22" y="372"/>
                  </a:cubicBezTo>
                  <a:cubicBezTo>
                    <a:pt x="11" y="372"/>
                    <a:pt x="11" y="383"/>
                    <a:pt x="11" y="394"/>
                  </a:cubicBezTo>
                  <a:cubicBezTo>
                    <a:pt x="1" y="405"/>
                    <a:pt x="1" y="427"/>
                    <a:pt x="1" y="438"/>
                  </a:cubicBezTo>
                  <a:cubicBezTo>
                    <a:pt x="1" y="449"/>
                    <a:pt x="1" y="460"/>
                    <a:pt x="1" y="470"/>
                  </a:cubicBezTo>
                  <a:cubicBezTo>
                    <a:pt x="1" y="481"/>
                    <a:pt x="1" y="492"/>
                    <a:pt x="11" y="514"/>
                  </a:cubicBezTo>
                  <a:cubicBezTo>
                    <a:pt x="11" y="514"/>
                    <a:pt x="11" y="514"/>
                    <a:pt x="22" y="525"/>
                  </a:cubicBezTo>
                  <a:lnTo>
                    <a:pt x="33" y="547"/>
                  </a:lnTo>
                  <a:cubicBezTo>
                    <a:pt x="33" y="547"/>
                    <a:pt x="33" y="558"/>
                    <a:pt x="44" y="558"/>
                  </a:cubicBezTo>
                  <a:cubicBezTo>
                    <a:pt x="44" y="569"/>
                    <a:pt x="55" y="569"/>
                    <a:pt x="66" y="580"/>
                  </a:cubicBezTo>
                  <a:lnTo>
                    <a:pt x="77" y="591"/>
                  </a:lnTo>
                  <a:cubicBezTo>
                    <a:pt x="99" y="591"/>
                    <a:pt x="110" y="602"/>
                    <a:pt x="132" y="613"/>
                  </a:cubicBezTo>
                  <a:lnTo>
                    <a:pt x="176" y="613"/>
                  </a:lnTo>
                  <a:cubicBezTo>
                    <a:pt x="181" y="618"/>
                    <a:pt x="184" y="621"/>
                    <a:pt x="186" y="621"/>
                  </a:cubicBezTo>
                  <a:cubicBezTo>
                    <a:pt x="189" y="621"/>
                    <a:pt x="192" y="618"/>
                    <a:pt x="197" y="613"/>
                  </a:cubicBezTo>
                  <a:lnTo>
                    <a:pt x="186" y="580"/>
                  </a:lnTo>
                  <a:cubicBezTo>
                    <a:pt x="176" y="580"/>
                    <a:pt x="186" y="569"/>
                    <a:pt x="186" y="569"/>
                  </a:cubicBezTo>
                  <a:cubicBezTo>
                    <a:pt x="186" y="558"/>
                    <a:pt x="186" y="558"/>
                    <a:pt x="176" y="547"/>
                  </a:cubicBezTo>
                  <a:lnTo>
                    <a:pt x="165" y="547"/>
                  </a:lnTo>
                  <a:cubicBezTo>
                    <a:pt x="154" y="553"/>
                    <a:pt x="145" y="555"/>
                    <a:pt x="139" y="555"/>
                  </a:cubicBezTo>
                  <a:cubicBezTo>
                    <a:pt x="132" y="555"/>
                    <a:pt x="126" y="553"/>
                    <a:pt x="121" y="547"/>
                  </a:cubicBezTo>
                  <a:cubicBezTo>
                    <a:pt x="110" y="547"/>
                    <a:pt x="88" y="547"/>
                    <a:pt x="77" y="536"/>
                  </a:cubicBezTo>
                  <a:cubicBezTo>
                    <a:pt x="66" y="536"/>
                    <a:pt x="66" y="536"/>
                    <a:pt x="66" y="525"/>
                  </a:cubicBezTo>
                  <a:lnTo>
                    <a:pt x="44" y="514"/>
                  </a:lnTo>
                  <a:cubicBezTo>
                    <a:pt x="33" y="514"/>
                    <a:pt x="33" y="503"/>
                    <a:pt x="22" y="492"/>
                  </a:cubicBezTo>
                  <a:lnTo>
                    <a:pt x="22" y="481"/>
                  </a:lnTo>
                  <a:cubicBezTo>
                    <a:pt x="11" y="460"/>
                    <a:pt x="11" y="427"/>
                    <a:pt x="22" y="405"/>
                  </a:cubicBezTo>
                  <a:cubicBezTo>
                    <a:pt x="33" y="394"/>
                    <a:pt x="55" y="383"/>
                    <a:pt x="66" y="372"/>
                  </a:cubicBezTo>
                  <a:cubicBezTo>
                    <a:pt x="66" y="361"/>
                    <a:pt x="77" y="361"/>
                    <a:pt x="77" y="350"/>
                  </a:cubicBezTo>
                  <a:cubicBezTo>
                    <a:pt x="88" y="339"/>
                    <a:pt x="110" y="328"/>
                    <a:pt x="121" y="317"/>
                  </a:cubicBezTo>
                  <a:cubicBezTo>
                    <a:pt x="132" y="306"/>
                    <a:pt x="132" y="285"/>
                    <a:pt x="143" y="274"/>
                  </a:cubicBezTo>
                  <a:cubicBezTo>
                    <a:pt x="143" y="274"/>
                    <a:pt x="143" y="263"/>
                    <a:pt x="143" y="263"/>
                  </a:cubicBezTo>
                  <a:cubicBezTo>
                    <a:pt x="143" y="252"/>
                    <a:pt x="143" y="241"/>
                    <a:pt x="143" y="230"/>
                  </a:cubicBezTo>
                  <a:cubicBezTo>
                    <a:pt x="132" y="208"/>
                    <a:pt x="121" y="197"/>
                    <a:pt x="121" y="186"/>
                  </a:cubicBezTo>
                  <a:cubicBezTo>
                    <a:pt x="110" y="164"/>
                    <a:pt x="110" y="142"/>
                    <a:pt x="121" y="120"/>
                  </a:cubicBezTo>
                  <a:cubicBezTo>
                    <a:pt x="121" y="99"/>
                    <a:pt x="143" y="88"/>
                    <a:pt x="165" y="77"/>
                  </a:cubicBezTo>
                  <a:cubicBezTo>
                    <a:pt x="176" y="55"/>
                    <a:pt x="186" y="44"/>
                    <a:pt x="208" y="44"/>
                  </a:cubicBezTo>
                  <a:lnTo>
                    <a:pt x="219" y="33"/>
                  </a:lnTo>
                  <a:lnTo>
                    <a:pt x="241" y="33"/>
                  </a:lnTo>
                  <a:lnTo>
                    <a:pt x="252" y="22"/>
                  </a:lnTo>
                  <a:cubicBezTo>
                    <a:pt x="263" y="22"/>
                    <a:pt x="274" y="11"/>
                    <a:pt x="296" y="11"/>
                  </a:cubicBezTo>
                  <a:lnTo>
                    <a:pt x="405" y="11"/>
                  </a:lnTo>
                  <a:cubicBezTo>
                    <a:pt x="405" y="11"/>
                    <a:pt x="383" y="0"/>
                    <a:pt x="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2"/>
            <p:cNvGrpSpPr/>
            <p:nvPr/>
          </p:nvGrpSpPr>
          <p:grpSpPr>
            <a:xfrm>
              <a:off x="5323975" y="4909400"/>
              <a:ext cx="40750" cy="29850"/>
              <a:chOff x="923425" y="4869400"/>
              <a:chExt cx="40750" cy="29850"/>
            </a:xfrm>
          </p:grpSpPr>
          <p:sp>
            <p:nvSpPr>
              <p:cNvPr id="160" name="Google Shape;160;p2"/>
              <p:cNvSpPr/>
              <p:nvPr/>
            </p:nvSpPr>
            <p:spPr>
              <a:xfrm flipH="1">
                <a:off x="953500" y="487187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flipH="1">
                <a:off x="923425" y="4869400"/>
                <a:ext cx="40750" cy="29850"/>
              </a:xfrm>
              <a:custGeom>
                <a:avLst/>
                <a:gdLst/>
                <a:ahLst/>
                <a:cxnLst/>
                <a:rect l="l" t="t" r="r" b="b"/>
                <a:pathLst>
                  <a:path w="1630" h="1194" extrusionOk="0">
                    <a:moveTo>
                      <a:pt x="799" y="132"/>
                    </a:moveTo>
                    <a:cubicBezTo>
                      <a:pt x="820" y="132"/>
                      <a:pt x="853" y="132"/>
                      <a:pt x="853" y="154"/>
                    </a:cubicBezTo>
                    <a:cubicBezTo>
                      <a:pt x="853" y="162"/>
                      <a:pt x="852" y="164"/>
                      <a:pt x="849" y="164"/>
                    </a:cubicBezTo>
                    <a:cubicBezTo>
                      <a:pt x="847" y="164"/>
                      <a:pt x="843" y="162"/>
                      <a:pt x="839" y="162"/>
                    </a:cubicBezTo>
                    <a:cubicBezTo>
                      <a:pt x="836" y="162"/>
                      <a:pt x="834" y="163"/>
                      <a:pt x="831" y="165"/>
                    </a:cubicBezTo>
                    <a:cubicBezTo>
                      <a:pt x="799" y="154"/>
                      <a:pt x="766" y="154"/>
                      <a:pt x="733" y="154"/>
                    </a:cubicBezTo>
                    <a:lnTo>
                      <a:pt x="700" y="154"/>
                    </a:lnTo>
                    <a:cubicBezTo>
                      <a:pt x="689" y="154"/>
                      <a:pt x="667" y="154"/>
                      <a:pt x="656" y="165"/>
                    </a:cubicBezTo>
                    <a:lnTo>
                      <a:pt x="700" y="165"/>
                    </a:lnTo>
                    <a:cubicBezTo>
                      <a:pt x="799" y="176"/>
                      <a:pt x="886" y="187"/>
                      <a:pt x="974" y="209"/>
                    </a:cubicBezTo>
                    <a:lnTo>
                      <a:pt x="1061" y="242"/>
                    </a:lnTo>
                    <a:cubicBezTo>
                      <a:pt x="1105" y="242"/>
                      <a:pt x="1138" y="263"/>
                      <a:pt x="1170" y="285"/>
                    </a:cubicBezTo>
                    <a:cubicBezTo>
                      <a:pt x="1192" y="296"/>
                      <a:pt x="1214" y="318"/>
                      <a:pt x="1225" y="329"/>
                    </a:cubicBezTo>
                    <a:cubicBezTo>
                      <a:pt x="1225" y="329"/>
                      <a:pt x="1269" y="373"/>
                      <a:pt x="1280" y="373"/>
                    </a:cubicBezTo>
                    <a:cubicBezTo>
                      <a:pt x="1291" y="395"/>
                      <a:pt x="1313" y="417"/>
                      <a:pt x="1334" y="438"/>
                    </a:cubicBezTo>
                    <a:cubicBezTo>
                      <a:pt x="1345" y="460"/>
                      <a:pt x="1345" y="471"/>
                      <a:pt x="1356" y="493"/>
                    </a:cubicBezTo>
                    <a:cubicBezTo>
                      <a:pt x="1367" y="526"/>
                      <a:pt x="1389" y="592"/>
                      <a:pt x="1411" y="635"/>
                    </a:cubicBezTo>
                    <a:lnTo>
                      <a:pt x="1422" y="679"/>
                    </a:lnTo>
                    <a:cubicBezTo>
                      <a:pt x="1422" y="679"/>
                      <a:pt x="1422" y="690"/>
                      <a:pt x="1433" y="701"/>
                    </a:cubicBezTo>
                    <a:cubicBezTo>
                      <a:pt x="1466" y="810"/>
                      <a:pt x="1488" y="756"/>
                      <a:pt x="1433" y="821"/>
                    </a:cubicBezTo>
                    <a:cubicBezTo>
                      <a:pt x="1389" y="876"/>
                      <a:pt x="1345" y="909"/>
                      <a:pt x="1302" y="942"/>
                    </a:cubicBezTo>
                    <a:cubicBezTo>
                      <a:pt x="1258" y="974"/>
                      <a:pt x="1225" y="996"/>
                      <a:pt x="1181" y="1007"/>
                    </a:cubicBezTo>
                    <a:cubicBezTo>
                      <a:pt x="1116" y="1029"/>
                      <a:pt x="1039" y="1051"/>
                      <a:pt x="963" y="1051"/>
                    </a:cubicBezTo>
                    <a:lnTo>
                      <a:pt x="853" y="1051"/>
                    </a:lnTo>
                    <a:lnTo>
                      <a:pt x="766" y="1040"/>
                    </a:lnTo>
                    <a:cubicBezTo>
                      <a:pt x="733" y="1040"/>
                      <a:pt x="711" y="1040"/>
                      <a:pt x="667" y="1029"/>
                    </a:cubicBezTo>
                    <a:cubicBezTo>
                      <a:pt x="624" y="1018"/>
                      <a:pt x="580" y="996"/>
                      <a:pt x="536" y="985"/>
                    </a:cubicBezTo>
                    <a:cubicBezTo>
                      <a:pt x="514" y="985"/>
                      <a:pt x="492" y="974"/>
                      <a:pt x="470" y="974"/>
                    </a:cubicBezTo>
                    <a:cubicBezTo>
                      <a:pt x="449" y="963"/>
                      <a:pt x="427" y="952"/>
                      <a:pt x="405" y="942"/>
                    </a:cubicBezTo>
                    <a:cubicBezTo>
                      <a:pt x="394" y="931"/>
                      <a:pt x="383" y="931"/>
                      <a:pt x="383" y="920"/>
                    </a:cubicBezTo>
                    <a:cubicBezTo>
                      <a:pt x="372" y="920"/>
                      <a:pt x="361" y="909"/>
                      <a:pt x="350" y="898"/>
                    </a:cubicBezTo>
                    <a:cubicBezTo>
                      <a:pt x="350" y="898"/>
                      <a:pt x="339" y="887"/>
                      <a:pt x="339" y="887"/>
                    </a:cubicBezTo>
                    <a:lnTo>
                      <a:pt x="317" y="854"/>
                    </a:lnTo>
                    <a:cubicBezTo>
                      <a:pt x="306" y="843"/>
                      <a:pt x="295" y="843"/>
                      <a:pt x="285" y="832"/>
                    </a:cubicBezTo>
                    <a:cubicBezTo>
                      <a:pt x="252" y="821"/>
                      <a:pt x="230" y="799"/>
                      <a:pt x="208" y="777"/>
                    </a:cubicBezTo>
                    <a:cubicBezTo>
                      <a:pt x="175" y="734"/>
                      <a:pt x="142" y="690"/>
                      <a:pt x="131" y="635"/>
                    </a:cubicBezTo>
                    <a:cubicBezTo>
                      <a:pt x="110" y="559"/>
                      <a:pt x="142" y="482"/>
                      <a:pt x="197" y="427"/>
                    </a:cubicBezTo>
                    <a:cubicBezTo>
                      <a:pt x="208" y="406"/>
                      <a:pt x="230" y="395"/>
                      <a:pt x="252" y="373"/>
                    </a:cubicBezTo>
                    <a:cubicBezTo>
                      <a:pt x="263" y="351"/>
                      <a:pt x="274" y="351"/>
                      <a:pt x="317" y="329"/>
                    </a:cubicBezTo>
                    <a:lnTo>
                      <a:pt x="372" y="307"/>
                    </a:lnTo>
                    <a:cubicBezTo>
                      <a:pt x="394" y="296"/>
                      <a:pt x="416" y="274"/>
                      <a:pt x="438" y="252"/>
                    </a:cubicBezTo>
                    <a:cubicBezTo>
                      <a:pt x="449" y="231"/>
                      <a:pt x="460" y="209"/>
                      <a:pt x="470" y="187"/>
                    </a:cubicBezTo>
                    <a:lnTo>
                      <a:pt x="470" y="154"/>
                    </a:lnTo>
                    <a:cubicBezTo>
                      <a:pt x="481" y="165"/>
                      <a:pt x="492" y="165"/>
                      <a:pt x="503" y="165"/>
                    </a:cubicBezTo>
                    <a:lnTo>
                      <a:pt x="591" y="165"/>
                    </a:lnTo>
                    <a:cubicBezTo>
                      <a:pt x="613" y="154"/>
                      <a:pt x="645" y="143"/>
                      <a:pt x="678" y="132"/>
                    </a:cubicBezTo>
                    <a:close/>
                    <a:moveTo>
                      <a:pt x="525" y="1"/>
                    </a:moveTo>
                    <a:cubicBezTo>
                      <a:pt x="503" y="1"/>
                      <a:pt x="470" y="12"/>
                      <a:pt x="449" y="23"/>
                    </a:cubicBezTo>
                    <a:cubicBezTo>
                      <a:pt x="438" y="34"/>
                      <a:pt x="427" y="34"/>
                      <a:pt x="416" y="45"/>
                    </a:cubicBezTo>
                    <a:cubicBezTo>
                      <a:pt x="416" y="56"/>
                      <a:pt x="416" y="67"/>
                      <a:pt x="416" y="88"/>
                    </a:cubicBezTo>
                    <a:cubicBezTo>
                      <a:pt x="427" y="88"/>
                      <a:pt x="427" y="99"/>
                      <a:pt x="427" y="99"/>
                    </a:cubicBezTo>
                    <a:lnTo>
                      <a:pt x="383" y="99"/>
                    </a:lnTo>
                    <a:cubicBezTo>
                      <a:pt x="361" y="110"/>
                      <a:pt x="350" y="121"/>
                      <a:pt x="328" y="132"/>
                    </a:cubicBezTo>
                    <a:lnTo>
                      <a:pt x="317" y="165"/>
                    </a:lnTo>
                    <a:cubicBezTo>
                      <a:pt x="306" y="176"/>
                      <a:pt x="285" y="187"/>
                      <a:pt x="274" y="187"/>
                    </a:cubicBezTo>
                    <a:lnTo>
                      <a:pt x="208" y="231"/>
                    </a:lnTo>
                    <a:cubicBezTo>
                      <a:pt x="186" y="242"/>
                      <a:pt x="164" y="263"/>
                      <a:pt x="142" y="285"/>
                    </a:cubicBezTo>
                    <a:cubicBezTo>
                      <a:pt x="120" y="318"/>
                      <a:pt x="99" y="351"/>
                      <a:pt x="77" y="384"/>
                    </a:cubicBezTo>
                    <a:cubicBezTo>
                      <a:pt x="55" y="427"/>
                      <a:pt x="33" y="471"/>
                      <a:pt x="22" y="515"/>
                    </a:cubicBezTo>
                    <a:cubicBezTo>
                      <a:pt x="0" y="592"/>
                      <a:pt x="0" y="668"/>
                      <a:pt x="44" y="734"/>
                    </a:cubicBezTo>
                    <a:cubicBezTo>
                      <a:pt x="120" y="865"/>
                      <a:pt x="230" y="974"/>
                      <a:pt x="361" y="1051"/>
                    </a:cubicBezTo>
                    <a:cubicBezTo>
                      <a:pt x="438" y="1095"/>
                      <a:pt x="525" y="1127"/>
                      <a:pt x="613" y="1149"/>
                    </a:cubicBezTo>
                    <a:cubicBezTo>
                      <a:pt x="706" y="1179"/>
                      <a:pt x="803" y="1194"/>
                      <a:pt x="899" y="1194"/>
                    </a:cubicBezTo>
                    <a:cubicBezTo>
                      <a:pt x="1051" y="1194"/>
                      <a:pt x="1201" y="1157"/>
                      <a:pt x="1334" y="1084"/>
                    </a:cubicBezTo>
                    <a:cubicBezTo>
                      <a:pt x="1400" y="1051"/>
                      <a:pt x="1444" y="1018"/>
                      <a:pt x="1488" y="974"/>
                    </a:cubicBezTo>
                    <a:cubicBezTo>
                      <a:pt x="1520" y="942"/>
                      <a:pt x="1553" y="920"/>
                      <a:pt x="1575" y="887"/>
                    </a:cubicBezTo>
                    <a:cubicBezTo>
                      <a:pt x="1586" y="876"/>
                      <a:pt x="1597" y="843"/>
                      <a:pt x="1619" y="821"/>
                    </a:cubicBezTo>
                    <a:lnTo>
                      <a:pt x="1630" y="810"/>
                    </a:lnTo>
                    <a:lnTo>
                      <a:pt x="1630" y="788"/>
                    </a:lnTo>
                    <a:lnTo>
                      <a:pt x="1608" y="734"/>
                    </a:lnTo>
                    <a:lnTo>
                      <a:pt x="1608" y="723"/>
                    </a:lnTo>
                    <a:cubicBezTo>
                      <a:pt x="1597" y="690"/>
                      <a:pt x="1586" y="646"/>
                      <a:pt x="1575" y="613"/>
                    </a:cubicBezTo>
                    <a:cubicBezTo>
                      <a:pt x="1542" y="537"/>
                      <a:pt x="1520" y="460"/>
                      <a:pt x="1477" y="384"/>
                    </a:cubicBezTo>
                    <a:cubicBezTo>
                      <a:pt x="1433" y="307"/>
                      <a:pt x="1367" y="231"/>
                      <a:pt x="1280" y="187"/>
                    </a:cubicBezTo>
                    <a:cubicBezTo>
                      <a:pt x="1247" y="154"/>
                      <a:pt x="1203" y="132"/>
                      <a:pt x="1159" y="121"/>
                    </a:cubicBezTo>
                    <a:cubicBezTo>
                      <a:pt x="1127" y="99"/>
                      <a:pt x="1083" y="88"/>
                      <a:pt x="1039" y="77"/>
                    </a:cubicBezTo>
                    <a:cubicBezTo>
                      <a:pt x="963" y="67"/>
                      <a:pt x="886" y="45"/>
                      <a:pt x="799" y="34"/>
                    </a:cubicBezTo>
                    <a:cubicBezTo>
                      <a:pt x="711" y="12"/>
                      <a:pt x="624" y="1"/>
                      <a:pt x="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flipH="1">
                <a:off x="942275" y="4873250"/>
                <a:ext cx="13975" cy="21075"/>
              </a:xfrm>
              <a:custGeom>
                <a:avLst/>
                <a:gdLst/>
                <a:ahLst/>
                <a:cxnLst/>
                <a:rect l="l" t="t" r="r" b="b"/>
                <a:pathLst>
                  <a:path w="559" h="843" extrusionOk="0">
                    <a:moveTo>
                      <a:pt x="372" y="0"/>
                    </a:moveTo>
                    <a:cubicBezTo>
                      <a:pt x="350" y="11"/>
                      <a:pt x="318" y="22"/>
                      <a:pt x="285" y="33"/>
                    </a:cubicBezTo>
                    <a:cubicBezTo>
                      <a:pt x="252" y="55"/>
                      <a:pt x="230" y="77"/>
                      <a:pt x="208" y="98"/>
                    </a:cubicBezTo>
                    <a:lnTo>
                      <a:pt x="175" y="120"/>
                    </a:lnTo>
                    <a:cubicBezTo>
                      <a:pt x="164" y="131"/>
                      <a:pt x="153" y="142"/>
                      <a:pt x="143" y="164"/>
                    </a:cubicBezTo>
                    <a:cubicBezTo>
                      <a:pt x="132" y="175"/>
                      <a:pt x="132" y="186"/>
                      <a:pt x="132" y="197"/>
                    </a:cubicBezTo>
                    <a:cubicBezTo>
                      <a:pt x="132" y="219"/>
                      <a:pt x="143" y="230"/>
                      <a:pt x="143" y="252"/>
                    </a:cubicBezTo>
                    <a:cubicBezTo>
                      <a:pt x="143" y="273"/>
                      <a:pt x="153" y="295"/>
                      <a:pt x="164" y="317"/>
                    </a:cubicBezTo>
                    <a:cubicBezTo>
                      <a:pt x="175" y="339"/>
                      <a:pt x="175" y="361"/>
                      <a:pt x="164" y="372"/>
                    </a:cubicBezTo>
                    <a:lnTo>
                      <a:pt x="164" y="383"/>
                    </a:lnTo>
                    <a:lnTo>
                      <a:pt x="164" y="405"/>
                    </a:lnTo>
                    <a:lnTo>
                      <a:pt x="153" y="416"/>
                    </a:lnTo>
                    <a:cubicBezTo>
                      <a:pt x="132" y="427"/>
                      <a:pt x="121" y="448"/>
                      <a:pt x="99" y="459"/>
                    </a:cubicBezTo>
                    <a:cubicBezTo>
                      <a:pt x="88" y="459"/>
                      <a:pt x="77" y="470"/>
                      <a:pt x="66" y="481"/>
                    </a:cubicBezTo>
                    <a:cubicBezTo>
                      <a:pt x="55" y="492"/>
                      <a:pt x="44" y="492"/>
                      <a:pt x="33" y="503"/>
                    </a:cubicBezTo>
                    <a:cubicBezTo>
                      <a:pt x="33" y="514"/>
                      <a:pt x="22" y="525"/>
                      <a:pt x="11" y="547"/>
                    </a:cubicBezTo>
                    <a:cubicBezTo>
                      <a:pt x="11" y="558"/>
                      <a:pt x="0" y="580"/>
                      <a:pt x="11" y="591"/>
                    </a:cubicBezTo>
                    <a:cubicBezTo>
                      <a:pt x="0" y="613"/>
                      <a:pt x="0" y="634"/>
                      <a:pt x="11" y="645"/>
                    </a:cubicBezTo>
                    <a:cubicBezTo>
                      <a:pt x="11" y="667"/>
                      <a:pt x="11" y="678"/>
                      <a:pt x="22" y="700"/>
                    </a:cubicBezTo>
                    <a:cubicBezTo>
                      <a:pt x="22" y="700"/>
                      <a:pt x="22" y="711"/>
                      <a:pt x="33" y="722"/>
                    </a:cubicBezTo>
                    <a:lnTo>
                      <a:pt x="44" y="744"/>
                    </a:lnTo>
                    <a:cubicBezTo>
                      <a:pt x="44" y="744"/>
                      <a:pt x="55" y="755"/>
                      <a:pt x="66" y="766"/>
                    </a:cubicBezTo>
                    <a:cubicBezTo>
                      <a:pt x="66" y="766"/>
                      <a:pt x="77" y="777"/>
                      <a:pt x="88" y="788"/>
                    </a:cubicBezTo>
                    <a:cubicBezTo>
                      <a:pt x="99" y="788"/>
                      <a:pt x="110" y="798"/>
                      <a:pt x="110" y="798"/>
                    </a:cubicBezTo>
                    <a:cubicBezTo>
                      <a:pt x="132" y="809"/>
                      <a:pt x="153" y="820"/>
                      <a:pt x="186" y="831"/>
                    </a:cubicBezTo>
                    <a:cubicBezTo>
                      <a:pt x="208" y="842"/>
                      <a:pt x="219" y="842"/>
                      <a:pt x="241" y="842"/>
                    </a:cubicBezTo>
                    <a:lnTo>
                      <a:pt x="274" y="842"/>
                    </a:lnTo>
                    <a:lnTo>
                      <a:pt x="263" y="809"/>
                    </a:lnTo>
                    <a:cubicBezTo>
                      <a:pt x="252" y="809"/>
                      <a:pt x="263" y="798"/>
                      <a:pt x="252" y="798"/>
                    </a:cubicBezTo>
                    <a:cubicBezTo>
                      <a:pt x="252" y="798"/>
                      <a:pt x="252" y="788"/>
                      <a:pt x="252" y="788"/>
                    </a:cubicBezTo>
                    <a:cubicBezTo>
                      <a:pt x="252" y="777"/>
                      <a:pt x="241" y="777"/>
                      <a:pt x="241" y="766"/>
                    </a:cubicBezTo>
                    <a:lnTo>
                      <a:pt x="175" y="766"/>
                    </a:lnTo>
                    <a:cubicBezTo>
                      <a:pt x="153" y="766"/>
                      <a:pt x="132" y="755"/>
                      <a:pt x="110" y="744"/>
                    </a:cubicBezTo>
                    <a:cubicBezTo>
                      <a:pt x="99" y="744"/>
                      <a:pt x="99" y="733"/>
                      <a:pt x="88" y="733"/>
                    </a:cubicBezTo>
                    <a:cubicBezTo>
                      <a:pt x="88" y="733"/>
                      <a:pt x="77" y="722"/>
                      <a:pt x="66" y="722"/>
                    </a:cubicBezTo>
                    <a:cubicBezTo>
                      <a:pt x="55" y="711"/>
                      <a:pt x="44" y="700"/>
                      <a:pt x="44" y="689"/>
                    </a:cubicBezTo>
                    <a:lnTo>
                      <a:pt x="44" y="667"/>
                    </a:lnTo>
                    <a:cubicBezTo>
                      <a:pt x="22" y="634"/>
                      <a:pt x="22" y="602"/>
                      <a:pt x="44" y="569"/>
                    </a:cubicBezTo>
                    <a:cubicBezTo>
                      <a:pt x="55" y="547"/>
                      <a:pt x="77" y="536"/>
                      <a:pt x="99" y="525"/>
                    </a:cubicBezTo>
                    <a:cubicBezTo>
                      <a:pt x="99" y="514"/>
                      <a:pt x="110" y="503"/>
                      <a:pt x="110" y="492"/>
                    </a:cubicBezTo>
                    <a:lnTo>
                      <a:pt x="121" y="492"/>
                    </a:lnTo>
                    <a:cubicBezTo>
                      <a:pt x="143" y="481"/>
                      <a:pt x="164" y="459"/>
                      <a:pt x="175" y="448"/>
                    </a:cubicBezTo>
                    <a:cubicBezTo>
                      <a:pt x="186" y="427"/>
                      <a:pt x="197" y="405"/>
                      <a:pt x="208" y="383"/>
                    </a:cubicBezTo>
                    <a:cubicBezTo>
                      <a:pt x="208" y="383"/>
                      <a:pt x="208" y="372"/>
                      <a:pt x="208" y="361"/>
                    </a:cubicBezTo>
                    <a:cubicBezTo>
                      <a:pt x="208" y="350"/>
                      <a:pt x="208" y="339"/>
                      <a:pt x="208" y="317"/>
                    </a:cubicBezTo>
                    <a:cubicBezTo>
                      <a:pt x="197" y="295"/>
                      <a:pt x="186" y="284"/>
                      <a:pt x="175" y="273"/>
                    </a:cubicBezTo>
                    <a:cubicBezTo>
                      <a:pt x="153" y="241"/>
                      <a:pt x="153" y="208"/>
                      <a:pt x="164" y="175"/>
                    </a:cubicBezTo>
                    <a:cubicBezTo>
                      <a:pt x="175" y="153"/>
                      <a:pt x="197" y="131"/>
                      <a:pt x="219" y="109"/>
                    </a:cubicBezTo>
                    <a:cubicBezTo>
                      <a:pt x="241" y="98"/>
                      <a:pt x="263" y="77"/>
                      <a:pt x="285" y="66"/>
                    </a:cubicBezTo>
                    <a:lnTo>
                      <a:pt x="307" y="55"/>
                    </a:lnTo>
                    <a:lnTo>
                      <a:pt x="328" y="44"/>
                    </a:lnTo>
                    <a:lnTo>
                      <a:pt x="350" y="33"/>
                    </a:lnTo>
                    <a:cubicBezTo>
                      <a:pt x="372" y="33"/>
                      <a:pt x="383" y="22"/>
                      <a:pt x="405" y="22"/>
                    </a:cubicBezTo>
                    <a:lnTo>
                      <a:pt x="438" y="22"/>
                    </a:lnTo>
                    <a:cubicBezTo>
                      <a:pt x="460" y="22"/>
                      <a:pt x="493" y="22"/>
                      <a:pt x="525" y="33"/>
                    </a:cubicBezTo>
                    <a:cubicBezTo>
                      <a:pt x="536" y="33"/>
                      <a:pt x="558" y="33"/>
                      <a:pt x="558" y="22"/>
                    </a:cubicBezTo>
                    <a:cubicBezTo>
                      <a:pt x="558" y="11"/>
                      <a:pt x="525"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 name="Google Shape;163;p2"/>
            <p:cNvSpPr/>
            <p:nvPr/>
          </p:nvSpPr>
          <p:spPr>
            <a:xfrm flipH="1">
              <a:off x="4739650" y="4561600"/>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2"/>
            <p:cNvGrpSpPr/>
            <p:nvPr/>
          </p:nvGrpSpPr>
          <p:grpSpPr>
            <a:xfrm>
              <a:off x="4769075" y="4400000"/>
              <a:ext cx="203475" cy="175550"/>
              <a:chOff x="292325" y="4360000"/>
              <a:chExt cx="203475" cy="175550"/>
            </a:xfrm>
          </p:grpSpPr>
          <p:sp>
            <p:nvSpPr>
              <p:cNvPr id="165" name="Google Shape;165;p2"/>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2"/>
            <p:cNvGrpSpPr/>
            <p:nvPr/>
          </p:nvGrpSpPr>
          <p:grpSpPr>
            <a:xfrm>
              <a:off x="5046425" y="4914950"/>
              <a:ext cx="89175" cy="75225"/>
              <a:chOff x="645875" y="4874950"/>
              <a:chExt cx="89175" cy="75225"/>
            </a:xfrm>
          </p:grpSpPr>
          <p:sp>
            <p:nvSpPr>
              <p:cNvPr id="170" name="Google Shape;170;p2"/>
              <p:cNvSpPr/>
              <p:nvPr/>
            </p:nvSpPr>
            <p:spPr>
              <a:xfrm flipH="1">
                <a:off x="654900" y="4930925"/>
                <a:ext cx="575" cy="25"/>
              </a:xfrm>
              <a:custGeom>
                <a:avLst/>
                <a:gdLst/>
                <a:ahLst/>
                <a:cxnLst/>
                <a:rect l="l" t="t" r="r" b="b"/>
                <a:pathLst>
                  <a:path w="23" h="1" extrusionOk="0">
                    <a:moveTo>
                      <a:pt x="11" y="1"/>
                    </a:moveTo>
                    <a:lnTo>
                      <a:pt x="22" y="1"/>
                    </a:lnTo>
                    <a:lnTo>
                      <a:pt x="22" y="1"/>
                    </a:lnTo>
                    <a:lnTo>
                      <a:pt x="22"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flipH="1">
                <a:off x="645875" y="4874950"/>
                <a:ext cx="87525" cy="75225"/>
              </a:xfrm>
              <a:custGeom>
                <a:avLst/>
                <a:gdLst/>
                <a:ahLst/>
                <a:cxnLst/>
                <a:rect l="l" t="t" r="r" b="b"/>
                <a:pathLst>
                  <a:path w="3501" h="3009" extrusionOk="0">
                    <a:moveTo>
                      <a:pt x="1964" y="0"/>
                    </a:moveTo>
                    <a:cubicBezTo>
                      <a:pt x="1801" y="0"/>
                      <a:pt x="1639" y="23"/>
                      <a:pt x="1477" y="63"/>
                    </a:cubicBezTo>
                    <a:cubicBezTo>
                      <a:pt x="1335" y="96"/>
                      <a:pt x="1192" y="140"/>
                      <a:pt x="1061" y="195"/>
                    </a:cubicBezTo>
                    <a:cubicBezTo>
                      <a:pt x="996" y="227"/>
                      <a:pt x="919" y="260"/>
                      <a:pt x="864" y="293"/>
                    </a:cubicBezTo>
                    <a:cubicBezTo>
                      <a:pt x="788" y="326"/>
                      <a:pt x="722" y="370"/>
                      <a:pt x="667" y="424"/>
                    </a:cubicBezTo>
                    <a:cubicBezTo>
                      <a:pt x="558" y="523"/>
                      <a:pt x="460" y="632"/>
                      <a:pt x="372" y="741"/>
                    </a:cubicBezTo>
                    <a:cubicBezTo>
                      <a:pt x="328" y="796"/>
                      <a:pt x="274" y="840"/>
                      <a:pt x="230" y="884"/>
                    </a:cubicBezTo>
                    <a:cubicBezTo>
                      <a:pt x="219" y="895"/>
                      <a:pt x="208" y="895"/>
                      <a:pt x="197" y="905"/>
                    </a:cubicBezTo>
                    <a:cubicBezTo>
                      <a:pt x="186" y="916"/>
                      <a:pt x="175" y="916"/>
                      <a:pt x="164" y="927"/>
                    </a:cubicBezTo>
                    <a:lnTo>
                      <a:pt x="132" y="949"/>
                    </a:lnTo>
                    <a:cubicBezTo>
                      <a:pt x="99" y="949"/>
                      <a:pt x="99" y="982"/>
                      <a:pt x="88" y="1015"/>
                    </a:cubicBezTo>
                    <a:lnTo>
                      <a:pt x="66" y="1091"/>
                    </a:lnTo>
                    <a:cubicBezTo>
                      <a:pt x="44" y="1146"/>
                      <a:pt x="33" y="1212"/>
                      <a:pt x="22" y="1266"/>
                    </a:cubicBezTo>
                    <a:lnTo>
                      <a:pt x="77" y="1234"/>
                    </a:lnTo>
                    <a:cubicBezTo>
                      <a:pt x="77" y="1234"/>
                      <a:pt x="88" y="1223"/>
                      <a:pt x="99" y="1223"/>
                    </a:cubicBezTo>
                    <a:cubicBezTo>
                      <a:pt x="110" y="1223"/>
                      <a:pt x="110" y="1201"/>
                      <a:pt x="121" y="1201"/>
                    </a:cubicBezTo>
                    <a:lnTo>
                      <a:pt x="142" y="1201"/>
                    </a:lnTo>
                    <a:lnTo>
                      <a:pt x="197" y="1168"/>
                    </a:lnTo>
                    <a:lnTo>
                      <a:pt x="241" y="1146"/>
                    </a:lnTo>
                    <a:cubicBezTo>
                      <a:pt x="252" y="1135"/>
                      <a:pt x="274" y="1135"/>
                      <a:pt x="285" y="1124"/>
                    </a:cubicBezTo>
                    <a:cubicBezTo>
                      <a:pt x="296" y="1113"/>
                      <a:pt x="307" y="1102"/>
                      <a:pt x="317" y="1091"/>
                    </a:cubicBezTo>
                    <a:lnTo>
                      <a:pt x="350" y="1070"/>
                    </a:lnTo>
                    <a:cubicBezTo>
                      <a:pt x="361" y="1059"/>
                      <a:pt x="372" y="1059"/>
                      <a:pt x="394" y="1048"/>
                    </a:cubicBezTo>
                    <a:cubicBezTo>
                      <a:pt x="569" y="916"/>
                      <a:pt x="667" y="752"/>
                      <a:pt x="810" y="643"/>
                    </a:cubicBezTo>
                    <a:cubicBezTo>
                      <a:pt x="864" y="577"/>
                      <a:pt x="941" y="534"/>
                      <a:pt x="1017" y="501"/>
                    </a:cubicBezTo>
                    <a:cubicBezTo>
                      <a:pt x="1072" y="479"/>
                      <a:pt x="1160" y="457"/>
                      <a:pt x="1203" y="435"/>
                    </a:cubicBezTo>
                    <a:cubicBezTo>
                      <a:pt x="1302" y="402"/>
                      <a:pt x="1346" y="380"/>
                      <a:pt x="1433" y="348"/>
                    </a:cubicBezTo>
                    <a:cubicBezTo>
                      <a:pt x="1588" y="305"/>
                      <a:pt x="1756" y="275"/>
                      <a:pt x="1922" y="275"/>
                    </a:cubicBezTo>
                    <a:cubicBezTo>
                      <a:pt x="1967" y="275"/>
                      <a:pt x="2012" y="277"/>
                      <a:pt x="2057" y="282"/>
                    </a:cubicBezTo>
                    <a:cubicBezTo>
                      <a:pt x="2111" y="282"/>
                      <a:pt x="2166" y="293"/>
                      <a:pt x="2210" y="304"/>
                    </a:cubicBezTo>
                    <a:cubicBezTo>
                      <a:pt x="2297" y="326"/>
                      <a:pt x="2374" y="359"/>
                      <a:pt x="2450" y="380"/>
                    </a:cubicBezTo>
                    <a:cubicBezTo>
                      <a:pt x="2527" y="391"/>
                      <a:pt x="2592" y="424"/>
                      <a:pt x="2658" y="468"/>
                    </a:cubicBezTo>
                    <a:cubicBezTo>
                      <a:pt x="2767" y="545"/>
                      <a:pt x="2877" y="632"/>
                      <a:pt x="2964" y="741"/>
                    </a:cubicBezTo>
                    <a:cubicBezTo>
                      <a:pt x="3085" y="916"/>
                      <a:pt x="3172" y="1113"/>
                      <a:pt x="3194" y="1321"/>
                    </a:cubicBezTo>
                    <a:cubicBezTo>
                      <a:pt x="3205" y="1387"/>
                      <a:pt x="3194" y="1463"/>
                      <a:pt x="3205" y="1518"/>
                    </a:cubicBezTo>
                    <a:cubicBezTo>
                      <a:pt x="3227" y="1627"/>
                      <a:pt x="3139" y="1737"/>
                      <a:pt x="3041" y="1912"/>
                    </a:cubicBezTo>
                    <a:cubicBezTo>
                      <a:pt x="3008" y="1977"/>
                      <a:pt x="2997" y="2043"/>
                      <a:pt x="2997" y="2109"/>
                    </a:cubicBezTo>
                    <a:cubicBezTo>
                      <a:pt x="2997" y="2141"/>
                      <a:pt x="3008" y="2185"/>
                      <a:pt x="3019" y="2218"/>
                    </a:cubicBezTo>
                    <a:cubicBezTo>
                      <a:pt x="3008" y="2215"/>
                      <a:pt x="2997" y="2214"/>
                      <a:pt x="2987" y="2214"/>
                    </a:cubicBezTo>
                    <a:cubicBezTo>
                      <a:pt x="2955" y="2214"/>
                      <a:pt x="2926" y="2226"/>
                      <a:pt x="2910" y="2251"/>
                    </a:cubicBezTo>
                    <a:cubicBezTo>
                      <a:pt x="2866" y="2284"/>
                      <a:pt x="2844" y="2284"/>
                      <a:pt x="2800" y="2316"/>
                    </a:cubicBezTo>
                    <a:cubicBezTo>
                      <a:pt x="2757" y="2349"/>
                      <a:pt x="2724" y="2382"/>
                      <a:pt x="2691" y="2404"/>
                    </a:cubicBezTo>
                    <a:cubicBezTo>
                      <a:pt x="2625" y="2448"/>
                      <a:pt x="2560" y="2491"/>
                      <a:pt x="2494" y="2535"/>
                    </a:cubicBezTo>
                    <a:cubicBezTo>
                      <a:pt x="2297" y="2634"/>
                      <a:pt x="2089" y="2699"/>
                      <a:pt x="1871" y="2743"/>
                    </a:cubicBezTo>
                    <a:cubicBezTo>
                      <a:pt x="1805" y="2754"/>
                      <a:pt x="1728" y="2765"/>
                      <a:pt x="1663" y="2765"/>
                    </a:cubicBezTo>
                    <a:lnTo>
                      <a:pt x="1641" y="2765"/>
                    </a:lnTo>
                    <a:cubicBezTo>
                      <a:pt x="1542" y="2765"/>
                      <a:pt x="1444" y="2765"/>
                      <a:pt x="1346" y="2754"/>
                    </a:cubicBezTo>
                    <a:cubicBezTo>
                      <a:pt x="1280" y="2743"/>
                      <a:pt x="1214" y="2732"/>
                      <a:pt x="1149" y="2721"/>
                    </a:cubicBezTo>
                    <a:cubicBezTo>
                      <a:pt x="1127" y="2721"/>
                      <a:pt x="1007" y="2688"/>
                      <a:pt x="996" y="2677"/>
                    </a:cubicBezTo>
                    <a:cubicBezTo>
                      <a:pt x="930" y="2655"/>
                      <a:pt x="864" y="2634"/>
                      <a:pt x="799" y="2601"/>
                    </a:cubicBezTo>
                    <a:cubicBezTo>
                      <a:pt x="755" y="2579"/>
                      <a:pt x="722" y="2546"/>
                      <a:pt x="678" y="2513"/>
                    </a:cubicBezTo>
                    <a:cubicBezTo>
                      <a:pt x="602" y="2448"/>
                      <a:pt x="525" y="2360"/>
                      <a:pt x="449" y="2284"/>
                    </a:cubicBezTo>
                    <a:cubicBezTo>
                      <a:pt x="438" y="2251"/>
                      <a:pt x="416" y="2229"/>
                      <a:pt x="394" y="2196"/>
                    </a:cubicBezTo>
                    <a:lnTo>
                      <a:pt x="394" y="2185"/>
                    </a:lnTo>
                    <a:cubicBezTo>
                      <a:pt x="383" y="2163"/>
                      <a:pt x="372" y="2141"/>
                      <a:pt x="361" y="2120"/>
                    </a:cubicBezTo>
                    <a:cubicBezTo>
                      <a:pt x="361" y="2109"/>
                      <a:pt x="350" y="2098"/>
                      <a:pt x="350" y="2087"/>
                    </a:cubicBezTo>
                    <a:cubicBezTo>
                      <a:pt x="328" y="2087"/>
                      <a:pt x="307" y="2087"/>
                      <a:pt x="285" y="2076"/>
                    </a:cubicBezTo>
                    <a:cubicBezTo>
                      <a:pt x="252" y="2076"/>
                      <a:pt x="230" y="2065"/>
                      <a:pt x="208" y="2043"/>
                    </a:cubicBezTo>
                    <a:cubicBezTo>
                      <a:pt x="186" y="2032"/>
                      <a:pt x="175" y="2021"/>
                      <a:pt x="164" y="1999"/>
                    </a:cubicBezTo>
                    <a:cubicBezTo>
                      <a:pt x="110" y="1955"/>
                      <a:pt x="88" y="1890"/>
                      <a:pt x="88" y="1824"/>
                    </a:cubicBezTo>
                    <a:cubicBezTo>
                      <a:pt x="88" y="1770"/>
                      <a:pt x="99" y="1715"/>
                      <a:pt x="110" y="1660"/>
                    </a:cubicBezTo>
                    <a:cubicBezTo>
                      <a:pt x="110" y="1649"/>
                      <a:pt x="121" y="1649"/>
                      <a:pt x="132" y="1627"/>
                    </a:cubicBezTo>
                    <a:cubicBezTo>
                      <a:pt x="142" y="1627"/>
                      <a:pt x="164" y="1616"/>
                      <a:pt x="175" y="1605"/>
                    </a:cubicBezTo>
                    <a:cubicBezTo>
                      <a:pt x="181" y="1611"/>
                      <a:pt x="186" y="1614"/>
                      <a:pt x="192" y="1614"/>
                    </a:cubicBezTo>
                    <a:cubicBezTo>
                      <a:pt x="197" y="1614"/>
                      <a:pt x="203" y="1611"/>
                      <a:pt x="208" y="1605"/>
                    </a:cubicBezTo>
                    <a:cubicBezTo>
                      <a:pt x="211" y="1603"/>
                      <a:pt x="212" y="1602"/>
                      <a:pt x="214" y="1602"/>
                    </a:cubicBezTo>
                    <a:cubicBezTo>
                      <a:pt x="217" y="1602"/>
                      <a:pt x="219" y="1605"/>
                      <a:pt x="221" y="1605"/>
                    </a:cubicBezTo>
                    <a:cubicBezTo>
                      <a:pt x="223" y="1605"/>
                      <a:pt x="226" y="1603"/>
                      <a:pt x="230" y="1595"/>
                    </a:cubicBezTo>
                    <a:lnTo>
                      <a:pt x="252" y="1649"/>
                    </a:lnTo>
                    <a:cubicBezTo>
                      <a:pt x="241" y="1518"/>
                      <a:pt x="252" y="1398"/>
                      <a:pt x="274" y="1266"/>
                    </a:cubicBezTo>
                    <a:lnTo>
                      <a:pt x="285" y="1201"/>
                    </a:lnTo>
                    <a:lnTo>
                      <a:pt x="252" y="1223"/>
                    </a:lnTo>
                    <a:lnTo>
                      <a:pt x="241" y="1223"/>
                    </a:lnTo>
                    <a:cubicBezTo>
                      <a:pt x="241" y="1223"/>
                      <a:pt x="241" y="1234"/>
                      <a:pt x="241" y="1234"/>
                    </a:cubicBezTo>
                    <a:lnTo>
                      <a:pt x="230" y="1234"/>
                    </a:lnTo>
                    <a:cubicBezTo>
                      <a:pt x="219" y="1234"/>
                      <a:pt x="197" y="1245"/>
                      <a:pt x="186" y="1255"/>
                    </a:cubicBezTo>
                    <a:cubicBezTo>
                      <a:pt x="175" y="1255"/>
                      <a:pt x="175" y="1277"/>
                      <a:pt x="164" y="1277"/>
                    </a:cubicBezTo>
                    <a:cubicBezTo>
                      <a:pt x="159" y="1283"/>
                      <a:pt x="153" y="1283"/>
                      <a:pt x="149" y="1283"/>
                    </a:cubicBezTo>
                    <a:cubicBezTo>
                      <a:pt x="145" y="1283"/>
                      <a:pt x="142" y="1283"/>
                      <a:pt x="142" y="1288"/>
                    </a:cubicBezTo>
                    <a:cubicBezTo>
                      <a:pt x="132" y="1299"/>
                      <a:pt x="110" y="1332"/>
                      <a:pt x="88" y="1343"/>
                    </a:cubicBezTo>
                    <a:cubicBezTo>
                      <a:pt x="66" y="1365"/>
                      <a:pt x="55" y="1376"/>
                      <a:pt x="55" y="1398"/>
                    </a:cubicBezTo>
                    <a:cubicBezTo>
                      <a:pt x="55" y="1406"/>
                      <a:pt x="53" y="1408"/>
                      <a:pt x="51" y="1408"/>
                    </a:cubicBezTo>
                    <a:cubicBezTo>
                      <a:pt x="48" y="1408"/>
                      <a:pt x="45" y="1405"/>
                      <a:pt x="40" y="1405"/>
                    </a:cubicBezTo>
                    <a:cubicBezTo>
                      <a:pt x="38" y="1405"/>
                      <a:pt x="36" y="1406"/>
                      <a:pt x="33" y="1409"/>
                    </a:cubicBezTo>
                    <a:cubicBezTo>
                      <a:pt x="33" y="1409"/>
                      <a:pt x="22" y="1398"/>
                      <a:pt x="22" y="1398"/>
                    </a:cubicBezTo>
                    <a:cubicBezTo>
                      <a:pt x="22" y="1441"/>
                      <a:pt x="11" y="1485"/>
                      <a:pt x="11" y="1529"/>
                    </a:cubicBezTo>
                    <a:cubicBezTo>
                      <a:pt x="0" y="1715"/>
                      <a:pt x="22" y="1890"/>
                      <a:pt x="77" y="2076"/>
                    </a:cubicBezTo>
                    <a:cubicBezTo>
                      <a:pt x="77" y="2087"/>
                      <a:pt x="88" y="2087"/>
                      <a:pt x="88" y="2098"/>
                    </a:cubicBezTo>
                    <a:cubicBezTo>
                      <a:pt x="121" y="2196"/>
                      <a:pt x="164" y="2295"/>
                      <a:pt x="219" y="2371"/>
                    </a:cubicBezTo>
                    <a:cubicBezTo>
                      <a:pt x="328" y="2535"/>
                      <a:pt x="482" y="2677"/>
                      <a:pt x="646" y="2787"/>
                    </a:cubicBezTo>
                    <a:cubicBezTo>
                      <a:pt x="842" y="2896"/>
                      <a:pt x="1050" y="2973"/>
                      <a:pt x="1280" y="2994"/>
                    </a:cubicBezTo>
                    <a:cubicBezTo>
                      <a:pt x="1366" y="3004"/>
                      <a:pt x="1453" y="3009"/>
                      <a:pt x="1540" y="3009"/>
                    </a:cubicBezTo>
                    <a:cubicBezTo>
                      <a:pt x="1850" y="3009"/>
                      <a:pt x="2160" y="2948"/>
                      <a:pt x="2450" y="2820"/>
                    </a:cubicBezTo>
                    <a:cubicBezTo>
                      <a:pt x="2658" y="2743"/>
                      <a:pt x="2866" y="2655"/>
                      <a:pt x="3052" y="2524"/>
                    </a:cubicBezTo>
                    <a:cubicBezTo>
                      <a:pt x="3096" y="2502"/>
                      <a:pt x="3128" y="2459"/>
                      <a:pt x="3161" y="2415"/>
                    </a:cubicBezTo>
                    <a:cubicBezTo>
                      <a:pt x="3183" y="2371"/>
                      <a:pt x="3205" y="2360"/>
                      <a:pt x="3205" y="2338"/>
                    </a:cubicBezTo>
                    <a:cubicBezTo>
                      <a:pt x="3216" y="2316"/>
                      <a:pt x="3205" y="2284"/>
                      <a:pt x="3183" y="2273"/>
                    </a:cubicBezTo>
                    <a:cubicBezTo>
                      <a:pt x="3172" y="2262"/>
                      <a:pt x="3161" y="2251"/>
                      <a:pt x="3150" y="2240"/>
                    </a:cubicBezTo>
                    <a:cubicBezTo>
                      <a:pt x="3183" y="2240"/>
                      <a:pt x="3205" y="2207"/>
                      <a:pt x="3238" y="2185"/>
                    </a:cubicBezTo>
                    <a:cubicBezTo>
                      <a:pt x="3260" y="2163"/>
                      <a:pt x="3281" y="2141"/>
                      <a:pt x="3303" y="2109"/>
                    </a:cubicBezTo>
                    <a:cubicBezTo>
                      <a:pt x="3336" y="2010"/>
                      <a:pt x="3369" y="1923"/>
                      <a:pt x="3413" y="1835"/>
                    </a:cubicBezTo>
                    <a:cubicBezTo>
                      <a:pt x="3446" y="1770"/>
                      <a:pt x="3467" y="1715"/>
                      <a:pt x="3478" y="1649"/>
                    </a:cubicBezTo>
                    <a:cubicBezTo>
                      <a:pt x="3500" y="1573"/>
                      <a:pt x="3500" y="1507"/>
                      <a:pt x="3489" y="1441"/>
                    </a:cubicBezTo>
                    <a:cubicBezTo>
                      <a:pt x="3467" y="1343"/>
                      <a:pt x="3435" y="1245"/>
                      <a:pt x="3413" y="1157"/>
                    </a:cubicBezTo>
                    <a:cubicBezTo>
                      <a:pt x="3391" y="1059"/>
                      <a:pt x="3358" y="971"/>
                      <a:pt x="3325" y="873"/>
                    </a:cubicBezTo>
                    <a:cubicBezTo>
                      <a:pt x="3260" y="730"/>
                      <a:pt x="3172" y="588"/>
                      <a:pt x="3063" y="479"/>
                    </a:cubicBezTo>
                    <a:cubicBezTo>
                      <a:pt x="2822" y="216"/>
                      <a:pt x="2483" y="52"/>
                      <a:pt x="2133" y="9"/>
                    </a:cubicBezTo>
                    <a:cubicBezTo>
                      <a:pt x="2077" y="3"/>
                      <a:pt x="2020" y="0"/>
                      <a:pt x="1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flipH="1">
                <a:off x="725450" y="4916175"/>
                <a:ext cx="3575" cy="8775"/>
              </a:xfrm>
              <a:custGeom>
                <a:avLst/>
                <a:gdLst/>
                <a:ahLst/>
                <a:cxnLst/>
                <a:rect l="l" t="t" r="r" b="b"/>
                <a:pathLst>
                  <a:path w="143" h="351" extrusionOk="0">
                    <a:moveTo>
                      <a:pt x="77" y="0"/>
                    </a:moveTo>
                    <a:cubicBezTo>
                      <a:pt x="44" y="44"/>
                      <a:pt x="22" y="99"/>
                      <a:pt x="11" y="153"/>
                    </a:cubicBezTo>
                    <a:cubicBezTo>
                      <a:pt x="0" y="197"/>
                      <a:pt x="11" y="241"/>
                      <a:pt x="44" y="274"/>
                    </a:cubicBezTo>
                    <a:cubicBezTo>
                      <a:pt x="44" y="285"/>
                      <a:pt x="55" y="296"/>
                      <a:pt x="66" y="306"/>
                    </a:cubicBezTo>
                    <a:cubicBezTo>
                      <a:pt x="77" y="317"/>
                      <a:pt x="99" y="328"/>
                      <a:pt x="121" y="339"/>
                    </a:cubicBezTo>
                    <a:lnTo>
                      <a:pt x="142" y="350"/>
                    </a:lnTo>
                    <a:cubicBezTo>
                      <a:pt x="99" y="230"/>
                      <a:pt x="77" y="121"/>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flipH="1">
                <a:off x="666675" y="4914800"/>
                <a:ext cx="64825" cy="21075"/>
              </a:xfrm>
              <a:custGeom>
                <a:avLst/>
                <a:gdLst/>
                <a:ahLst/>
                <a:cxnLst/>
                <a:rect l="l" t="t" r="r" b="b"/>
                <a:pathLst>
                  <a:path w="2593" h="843" extrusionOk="0">
                    <a:moveTo>
                      <a:pt x="154" y="1"/>
                    </a:moveTo>
                    <a:cubicBezTo>
                      <a:pt x="149" y="6"/>
                      <a:pt x="143" y="6"/>
                      <a:pt x="138" y="6"/>
                    </a:cubicBezTo>
                    <a:cubicBezTo>
                      <a:pt x="132" y="6"/>
                      <a:pt x="127" y="6"/>
                      <a:pt x="121" y="11"/>
                    </a:cubicBezTo>
                    <a:lnTo>
                      <a:pt x="99" y="11"/>
                    </a:lnTo>
                    <a:cubicBezTo>
                      <a:pt x="77" y="22"/>
                      <a:pt x="66" y="22"/>
                      <a:pt x="45" y="22"/>
                    </a:cubicBezTo>
                    <a:cubicBezTo>
                      <a:pt x="45" y="44"/>
                      <a:pt x="34" y="44"/>
                      <a:pt x="23" y="66"/>
                    </a:cubicBezTo>
                    <a:cubicBezTo>
                      <a:pt x="12" y="110"/>
                      <a:pt x="1" y="165"/>
                      <a:pt x="1" y="219"/>
                    </a:cubicBezTo>
                    <a:cubicBezTo>
                      <a:pt x="1" y="285"/>
                      <a:pt x="34" y="351"/>
                      <a:pt x="77" y="394"/>
                    </a:cubicBezTo>
                    <a:cubicBezTo>
                      <a:pt x="88" y="416"/>
                      <a:pt x="110" y="427"/>
                      <a:pt x="121" y="449"/>
                    </a:cubicBezTo>
                    <a:cubicBezTo>
                      <a:pt x="143" y="460"/>
                      <a:pt x="176" y="471"/>
                      <a:pt x="198" y="482"/>
                    </a:cubicBezTo>
                    <a:cubicBezTo>
                      <a:pt x="220" y="482"/>
                      <a:pt x="241" y="493"/>
                      <a:pt x="263" y="493"/>
                    </a:cubicBezTo>
                    <a:lnTo>
                      <a:pt x="351" y="493"/>
                    </a:lnTo>
                    <a:lnTo>
                      <a:pt x="362" y="482"/>
                    </a:lnTo>
                    <a:lnTo>
                      <a:pt x="384" y="482"/>
                    </a:lnTo>
                    <a:cubicBezTo>
                      <a:pt x="432" y="464"/>
                      <a:pt x="483" y="456"/>
                      <a:pt x="534" y="456"/>
                    </a:cubicBezTo>
                    <a:cubicBezTo>
                      <a:pt x="576" y="456"/>
                      <a:pt x="618" y="461"/>
                      <a:pt x="657" y="471"/>
                    </a:cubicBezTo>
                    <a:cubicBezTo>
                      <a:pt x="712" y="493"/>
                      <a:pt x="756" y="526"/>
                      <a:pt x="799" y="569"/>
                    </a:cubicBezTo>
                    <a:cubicBezTo>
                      <a:pt x="821" y="569"/>
                      <a:pt x="843" y="580"/>
                      <a:pt x="865" y="591"/>
                    </a:cubicBezTo>
                    <a:cubicBezTo>
                      <a:pt x="865" y="591"/>
                      <a:pt x="876" y="602"/>
                      <a:pt x="887" y="602"/>
                    </a:cubicBezTo>
                    <a:lnTo>
                      <a:pt x="898" y="602"/>
                    </a:lnTo>
                    <a:cubicBezTo>
                      <a:pt x="931" y="635"/>
                      <a:pt x="974" y="679"/>
                      <a:pt x="1018" y="722"/>
                    </a:cubicBezTo>
                    <a:cubicBezTo>
                      <a:pt x="1051" y="744"/>
                      <a:pt x="1084" y="766"/>
                      <a:pt x="1127" y="788"/>
                    </a:cubicBezTo>
                    <a:cubicBezTo>
                      <a:pt x="1138" y="799"/>
                      <a:pt x="1149" y="799"/>
                      <a:pt x="1160" y="810"/>
                    </a:cubicBezTo>
                    <a:cubicBezTo>
                      <a:pt x="1193" y="821"/>
                      <a:pt x="1237" y="832"/>
                      <a:pt x="1270" y="843"/>
                    </a:cubicBezTo>
                    <a:cubicBezTo>
                      <a:pt x="1313" y="832"/>
                      <a:pt x="1346" y="832"/>
                      <a:pt x="1390" y="821"/>
                    </a:cubicBezTo>
                    <a:cubicBezTo>
                      <a:pt x="1477" y="821"/>
                      <a:pt x="1565" y="810"/>
                      <a:pt x="1641" y="810"/>
                    </a:cubicBezTo>
                    <a:cubicBezTo>
                      <a:pt x="1718" y="799"/>
                      <a:pt x="1795" y="799"/>
                      <a:pt x="1860" y="788"/>
                    </a:cubicBezTo>
                    <a:cubicBezTo>
                      <a:pt x="1937" y="788"/>
                      <a:pt x="1991" y="755"/>
                      <a:pt x="2046" y="733"/>
                    </a:cubicBezTo>
                    <a:lnTo>
                      <a:pt x="2101" y="711"/>
                    </a:lnTo>
                    <a:cubicBezTo>
                      <a:pt x="2123" y="701"/>
                      <a:pt x="2145" y="690"/>
                      <a:pt x="2166" y="679"/>
                    </a:cubicBezTo>
                    <a:cubicBezTo>
                      <a:pt x="2177" y="668"/>
                      <a:pt x="2199" y="657"/>
                      <a:pt x="2210" y="646"/>
                    </a:cubicBezTo>
                    <a:cubicBezTo>
                      <a:pt x="2232" y="635"/>
                      <a:pt x="2298" y="602"/>
                      <a:pt x="2331" y="580"/>
                    </a:cubicBezTo>
                    <a:cubicBezTo>
                      <a:pt x="2363" y="558"/>
                      <a:pt x="2363" y="547"/>
                      <a:pt x="2385" y="536"/>
                    </a:cubicBezTo>
                    <a:cubicBezTo>
                      <a:pt x="2451" y="482"/>
                      <a:pt x="2506" y="427"/>
                      <a:pt x="2560" y="383"/>
                    </a:cubicBezTo>
                    <a:cubicBezTo>
                      <a:pt x="2560" y="351"/>
                      <a:pt x="2593" y="329"/>
                      <a:pt x="2582" y="318"/>
                    </a:cubicBezTo>
                    <a:cubicBezTo>
                      <a:pt x="2580" y="317"/>
                      <a:pt x="2579" y="316"/>
                      <a:pt x="2577" y="316"/>
                    </a:cubicBezTo>
                    <a:cubicBezTo>
                      <a:pt x="2554" y="316"/>
                      <a:pt x="2513" y="375"/>
                      <a:pt x="2473" y="405"/>
                    </a:cubicBezTo>
                    <a:cubicBezTo>
                      <a:pt x="2440" y="438"/>
                      <a:pt x="2396" y="482"/>
                      <a:pt x="2385" y="493"/>
                    </a:cubicBezTo>
                    <a:cubicBezTo>
                      <a:pt x="2341" y="515"/>
                      <a:pt x="2298" y="547"/>
                      <a:pt x="2254" y="569"/>
                    </a:cubicBezTo>
                    <a:cubicBezTo>
                      <a:pt x="2199" y="613"/>
                      <a:pt x="2123" y="657"/>
                      <a:pt x="2057" y="679"/>
                    </a:cubicBezTo>
                    <a:cubicBezTo>
                      <a:pt x="1981" y="711"/>
                      <a:pt x="1915" y="733"/>
                      <a:pt x="1827" y="744"/>
                    </a:cubicBezTo>
                    <a:lnTo>
                      <a:pt x="1565" y="744"/>
                    </a:lnTo>
                    <a:cubicBezTo>
                      <a:pt x="1521" y="744"/>
                      <a:pt x="1477" y="755"/>
                      <a:pt x="1445" y="755"/>
                    </a:cubicBezTo>
                    <a:lnTo>
                      <a:pt x="1291" y="755"/>
                    </a:lnTo>
                    <a:cubicBezTo>
                      <a:pt x="1248" y="744"/>
                      <a:pt x="1193" y="733"/>
                      <a:pt x="1149" y="711"/>
                    </a:cubicBezTo>
                    <a:cubicBezTo>
                      <a:pt x="1138" y="701"/>
                      <a:pt x="1127" y="690"/>
                      <a:pt x="1116" y="690"/>
                    </a:cubicBezTo>
                    <a:cubicBezTo>
                      <a:pt x="1106" y="679"/>
                      <a:pt x="1095" y="679"/>
                      <a:pt x="1084" y="668"/>
                    </a:cubicBezTo>
                    <a:cubicBezTo>
                      <a:pt x="1073" y="657"/>
                      <a:pt x="1051" y="646"/>
                      <a:pt x="1040" y="635"/>
                    </a:cubicBezTo>
                    <a:cubicBezTo>
                      <a:pt x="1007" y="591"/>
                      <a:pt x="952" y="547"/>
                      <a:pt x="931" y="515"/>
                    </a:cubicBezTo>
                    <a:cubicBezTo>
                      <a:pt x="909" y="493"/>
                      <a:pt x="887" y="471"/>
                      <a:pt x="854" y="449"/>
                    </a:cubicBezTo>
                    <a:cubicBezTo>
                      <a:pt x="832" y="427"/>
                      <a:pt x="810" y="416"/>
                      <a:pt x="777" y="405"/>
                    </a:cubicBezTo>
                    <a:cubicBezTo>
                      <a:pt x="745" y="394"/>
                      <a:pt x="723" y="383"/>
                      <a:pt x="690" y="372"/>
                    </a:cubicBezTo>
                    <a:lnTo>
                      <a:pt x="570" y="372"/>
                    </a:lnTo>
                    <a:cubicBezTo>
                      <a:pt x="537" y="372"/>
                      <a:pt x="493" y="372"/>
                      <a:pt x="460" y="383"/>
                    </a:cubicBezTo>
                    <a:lnTo>
                      <a:pt x="351" y="405"/>
                    </a:lnTo>
                    <a:lnTo>
                      <a:pt x="231" y="405"/>
                    </a:lnTo>
                    <a:lnTo>
                      <a:pt x="220" y="394"/>
                    </a:lnTo>
                    <a:cubicBezTo>
                      <a:pt x="198" y="383"/>
                      <a:pt x="176" y="372"/>
                      <a:pt x="165" y="361"/>
                    </a:cubicBezTo>
                    <a:cubicBezTo>
                      <a:pt x="154" y="351"/>
                      <a:pt x="143" y="340"/>
                      <a:pt x="132" y="329"/>
                    </a:cubicBezTo>
                    <a:cubicBezTo>
                      <a:pt x="110" y="296"/>
                      <a:pt x="99" y="252"/>
                      <a:pt x="99" y="208"/>
                    </a:cubicBezTo>
                    <a:cubicBezTo>
                      <a:pt x="121" y="154"/>
                      <a:pt x="143" y="110"/>
                      <a:pt x="165" y="55"/>
                    </a:cubicBezTo>
                    <a:lnTo>
                      <a:pt x="165" y="44"/>
                    </a:lnTo>
                    <a:lnTo>
                      <a:pt x="1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flipH="1">
                <a:off x="703300" y="4899225"/>
                <a:ext cx="31750" cy="10800"/>
              </a:xfrm>
              <a:custGeom>
                <a:avLst/>
                <a:gdLst/>
                <a:ahLst/>
                <a:cxnLst/>
                <a:rect l="l" t="t" r="r" b="b"/>
                <a:pathLst>
                  <a:path w="1270" h="432" extrusionOk="0">
                    <a:moveTo>
                      <a:pt x="843" y="0"/>
                    </a:moveTo>
                    <a:cubicBezTo>
                      <a:pt x="832" y="11"/>
                      <a:pt x="810" y="11"/>
                      <a:pt x="788" y="22"/>
                    </a:cubicBezTo>
                    <a:lnTo>
                      <a:pt x="723" y="22"/>
                    </a:lnTo>
                    <a:cubicBezTo>
                      <a:pt x="690" y="22"/>
                      <a:pt x="668" y="33"/>
                      <a:pt x="635" y="33"/>
                    </a:cubicBezTo>
                    <a:lnTo>
                      <a:pt x="624" y="33"/>
                    </a:lnTo>
                    <a:cubicBezTo>
                      <a:pt x="613" y="33"/>
                      <a:pt x="613" y="44"/>
                      <a:pt x="602" y="44"/>
                    </a:cubicBezTo>
                    <a:lnTo>
                      <a:pt x="580" y="44"/>
                    </a:lnTo>
                    <a:cubicBezTo>
                      <a:pt x="548" y="44"/>
                      <a:pt x="526" y="55"/>
                      <a:pt x="504" y="66"/>
                    </a:cubicBezTo>
                    <a:lnTo>
                      <a:pt x="460" y="66"/>
                    </a:lnTo>
                    <a:cubicBezTo>
                      <a:pt x="438" y="66"/>
                      <a:pt x="427" y="77"/>
                      <a:pt x="416" y="77"/>
                    </a:cubicBezTo>
                    <a:lnTo>
                      <a:pt x="383" y="99"/>
                    </a:lnTo>
                    <a:cubicBezTo>
                      <a:pt x="373" y="109"/>
                      <a:pt x="362" y="131"/>
                      <a:pt x="351" y="131"/>
                    </a:cubicBezTo>
                    <a:cubicBezTo>
                      <a:pt x="340" y="142"/>
                      <a:pt x="318" y="153"/>
                      <a:pt x="307" y="153"/>
                    </a:cubicBezTo>
                    <a:lnTo>
                      <a:pt x="263" y="175"/>
                    </a:lnTo>
                    <a:lnTo>
                      <a:pt x="208" y="208"/>
                    </a:lnTo>
                    <a:lnTo>
                      <a:pt x="187" y="208"/>
                    </a:lnTo>
                    <a:cubicBezTo>
                      <a:pt x="176" y="219"/>
                      <a:pt x="176" y="230"/>
                      <a:pt x="165" y="230"/>
                    </a:cubicBezTo>
                    <a:cubicBezTo>
                      <a:pt x="154" y="241"/>
                      <a:pt x="143" y="241"/>
                      <a:pt x="143" y="241"/>
                    </a:cubicBezTo>
                    <a:lnTo>
                      <a:pt x="88" y="274"/>
                    </a:lnTo>
                    <a:lnTo>
                      <a:pt x="77" y="284"/>
                    </a:lnTo>
                    <a:cubicBezTo>
                      <a:pt x="55" y="306"/>
                      <a:pt x="23" y="306"/>
                      <a:pt x="1" y="339"/>
                    </a:cubicBezTo>
                    <a:cubicBezTo>
                      <a:pt x="1" y="350"/>
                      <a:pt x="12" y="361"/>
                      <a:pt x="12" y="383"/>
                    </a:cubicBezTo>
                    <a:cubicBezTo>
                      <a:pt x="14" y="381"/>
                      <a:pt x="16" y="380"/>
                      <a:pt x="18" y="380"/>
                    </a:cubicBezTo>
                    <a:cubicBezTo>
                      <a:pt x="26" y="380"/>
                      <a:pt x="33" y="394"/>
                      <a:pt x="33" y="394"/>
                    </a:cubicBezTo>
                    <a:cubicBezTo>
                      <a:pt x="44" y="394"/>
                      <a:pt x="44" y="405"/>
                      <a:pt x="55" y="405"/>
                    </a:cubicBezTo>
                    <a:lnTo>
                      <a:pt x="77" y="405"/>
                    </a:lnTo>
                    <a:cubicBezTo>
                      <a:pt x="77" y="405"/>
                      <a:pt x="88" y="416"/>
                      <a:pt x="88" y="416"/>
                    </a:cubicBezTo>
                    <a:cubicBezTo>
                      <a:pt x="96" y="423"/>
                      <a:pt x="104" y="431"/>
                      <a:pt x="107" y="431"/>
                    </a:cubicBezTo>
                    <a:cubicBezTo>
                      <a:pt x="109" y="431"/>
                      <a:pt x="110" y="430"/>
                      <a:pt x="110" y="427"/>
                    </a:cubicBezTo>
                    <a:cubicBezTo>
                      <a:pt x="110" y="405"/>
                      <a:pt x="132" y="394"/>
                      <a:pt x="143" y="372"/>
                    </a:cubicBezTo>
                    <a:cubicBezTo>
                      <a:pt x="165" y="350"/>
                      <a:pt x="187" y="328"/>
                      <a:pt x="198" y="317"/>
                    </a:cubicBezTo>
                    <a:cubicBezTo>
                      <a:pt x="202" y="309"/>
                      <a:pt x="204" y="307"/>
                      <a:pt x="206" y="307"/>
                    </a:cubicBezTo>
                    <a:cubicBezTo>
                      <a:pt x="209" y="307"/>
                      <a:pt x="211" y="310"/>
                      <a:pt x="213" y="310"/>
                    </a:cubicBezTo>
                    <a:cubicBezTo>
                      <a:pt x="215" y="310"/>
                      <a:pt x="217" y="309"/>
                      <a:pt x="219" y="306"/>
                    </a:cubicBezTo>
                    <a:cubicBezTo>
                      <a:pt x="230" y="295"/>
                      <a:pt x="230" y="284"/>
                      <a:pt x="241" y="284"/>
                    </a:cubicBezTo>
                    <a:cubicBezTo>
                      <a:pt x="263" y="274"/>
                      <a:pt x="274" y="263"/>
                      <a:pt x="285" y="252"/>
                    </a:cubicBezTo>
                    <a:lnTo>
                      <a:pt x="307" y="252"/>
                    </a:lnTo>
                    <a:lnTo>
                      <a:pt x="340" y="230"/>
                    </a:lnTo>
                    <a:cubicBezTo>
                      <a:pt x="373" y="208"/>
                      <a:pt x="394" y="197"/>
                      <a:pt x="427" y="186"/>
                    </a:cubicBezTo>
                    <a:cubicBezTo>
                      <a:pt x="438" y="181"/>
                      <a:pt x="452" y="181"/>
                      <a:pt x="467" y="181"/>
                    </a:cubicBezTo>
                    <a:cubicBezTo>
                      <a:pt x="482" y="181"/>
                      <a:pt x="498" y="181"/>
                      <a:pt x="515" y="175"/>
                    </a:cubicBezTo>
                    <a:cubicBezTo>
                      <a:pt x="515" y="164"/>
                      <a:pt x="526" y="153"/>
                      <a:pt x="526" y="142"/>
                    </a:cubicBezTo>
                    <a:lnTo>
                      <a:pt x="537" y="142"/>
                    </a:lnTo>
                    <a:lnTo>
                      <a:pt x="537" y="131"/>
                    </a:lnTo>
                    <a:cubicBezTo>
                      <a:pt x="558" y="131"/>
                      <a:pt x="580" y="120"/>
                      <a:pt x="613" y="120"/>
                    </a:cubicBezTo>
                    <a:cubicBezTo>
                      <a:pt x="624" y="109"/>
                      <a:pt x="646" y="109"/>
                      <a:pt x="657" y="109"/>
                    </a:cubicBezTo>
                    <a:lnTo>
                      <a:pt x="679" y="109"/>
                    </a:lnTo>
                    <a:cubicBezTo>
                      <a:pt x="690" y="99"/>
                      <a:pt x="701" y="99"/>
                      <a:pt x="723" y="99"/>
                    </a:cubicBezTo>
                    <a:cubicBezTo>
                      <a:pt x="733" y="99"/>
                      <a:pt x="755" y="77"/>
                      <a:pt x="766" y="77"/>
                    </a:cubicBezTo>
                    <a:cubicBezTo>
                      <a:pt x="783" y="71"/>
                      <a:pt x="802" y="68"/>
                      <a:pt x="821" y="68"/>
                    </a:cubicBezTo>
                    <a:cubicBezTo>
                      <a:pt x="840" y="68"/>
                      <a:pt x="859" y="71"/>
                      <a:pt x="876" y="77"/>
                    </a:cubicBezTo>
                    <a:cubicBezTo>
                      <a:pt x="908" y="77"/>
                      <a:pt x="941" y="88"/>
                      <a:pt x="963" y="109"/>
                    </a:cubicBezTo>
                    <a:cubicBezTo>
                      <a:pt x="996" y="109"/>
                      <a:pt x="1018" y="131"/>
                      <a:pt x="1040" y="142"/>
                    </a:cubicBezTo>
                    <a:cubicBezTo>
                      <a:pt x="1040" y="142"/>
                      <a:pt x="1051" y="153"/>
                      <a:pt x="1062" y="153"/>
                    </a:cubicBezTo>
                    <a:cubicBezTo>
                      <a:pt x="1073" y="153"/>
                      <a:pt x="1073" y="164"/>
                      <a:pt x="1083" y="175"/>
                    </a:cubicBezTo>
                    <a:cubicBezTo>
                      <a:pt x="1094" y="175"/>
                      <a:pt x="1094" y="175"/>
                      <a:pt x="1105" y="186"/>
                    </a:cubicBezTo>
                    <a:cubicBezTo>
                      <a:pt x="1127" y="186"/>
                      <a:pt x="1138" y="208"/>
                      <a:pt x="1149" y="219"/>
                    </a:cubicBezTo>
                    <a:cubicBezTo>
                      <a:pt x="1160" y="230"/>
                      <a:pt x="1160" y="230"/>
                      <a:pt x="1171" y="241"/>
                    </a:cubicBezTo>
                    <a:cubicBezTo>
                      <a:pt x="1193" y="263"/>
                      <a:pt x="1215" y="295"/>
                      <a:pt x="1226" y="328"/>
                    </a:cubicBezTo>
                    <a:cubicBezTo>
                      <a:pt x="1234" y="328"/>
                      <a:pt x="1236" y="342"/>
                      <a:pt x="1248" y="342"/>
                    </a:cubicBezTo>
                    <a:cubicBezTo>
                      <a:pt x="1251" y="342"/>
                      <a:pt x="1254" y="341"/>
                      <a:pt x="1258" y="339"/>
                    </a:cubicBezTo>
                    <a:cubicBezTo>
                      <a:pt x="1269" y="328"/>
                      <a:pt x="1258" y="295"/>
                      <a:pt x="1248" y="274"/>
                    </a:cubicBezTo>
                    <a:cubicBezTo>
                      <a:pt x="1237" y="263"/>
                      <a:pt x="1215" y="241"/>
                      <a:pt x="1204" y="230"/>
                    </a:cubicBezTo>
                    <a:cubicBezTo>
                      <a:pt x="1204" y="208"/>
                      <a:pt x="1182" y="186"/>
                      <a:pt x="1160" y="175"/>
                    </a:cubicBezTo>
                    <a:cubicBezTo>
                      <a:pt x="1127" y="153"/>
                      <a:pt x="1105" y="131"/>
                      <a:pt x="1073" y="109"/>
                    </a:cubicBezTo>
                    <a:cubicBezTo>
                      <a:pt x="1040" y="88"/>
                      <a:pt x="1007" y="77"/>
                      <a:pt x="974" y="66"/>
                    </a:cubicBezTo>
                    <a:lnTo>
                      <a:pt x="941" y="44"/>
                    </a:lnTo>
                    <a:lnTo>
                      <a:pt x="930" y="44"/>
                    </a:lnTo>
                    <a:cubicBezTo>
                      <a:pt x="919" y="33"/>
                      <a:pt x="898" y="22"/>
                      <a:pt x="887" y="11"/>
                    </a:cubicBezTo>
                    <a:cubicBezTo>
                      <a:pt x="876" y="11"/>
                      <a:pt x="854" y="11"/>
                      <a:pt x="8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2"/>
            <p:cNvGrpSpPr/>
            <p:nvPr/>
          </p:nvGrpSpPr>
          <p:grpSpPr>
            <a:xfrm>
              <a:off x="5572525" y="3914200"/>
              <a:ext cx="39675" cy="33500"/>
              <a:chOff x="1171975" y="3874200"/>
              <a:chExt cx="39675" cy="33500"/>
            </a:xfrm>
          </p:grpSpPr>
          <p:sp>
            <p:nvSpPr>
              <p:cNvPr id="176" name="Google Shape;176;p2"/>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2"/>
            <p:cNvGrpSpPr/>
            <p:nvPr/>
          </p:nvGrpSpPr>
          <p:grpSpPr>
            <a:xfrm>
              <a:off x="4490000" y="4286250"/>
              <a:ext cx="45400" cy="34425"/>
              <a:chOff x="89450" y="4246250"/>
              <a:chExt cx="45400" cy="34425"/>
            </a:xfrm>
          </p:grpSpPr>
          <p:sp>
            <p:nvSpPr>
              <p:cNvPr id="182" name="Google Shape;182;p2"/>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flipH="1">
                <a:off x="99825" y="42520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2"/>
            <p:cNvGrpSpPr/>
            <p:nvPr/>
          </p:nvGrpSpPr>
          <p:grpSpPr>
            <a:xfrm>
              <a:off x="4594725" y="4517025"/>
              <a:ext cx="47875" cy="30925"/>
              <a:chOff x="194175" y="4477025"/>
              <a:chExt cx="47875" cy="30925"/>
            </a:xfrm>
          </p:grpSpPr>
          <p:sp>
            <p:nvSpPr>
              <p:cNvPr id="186" name="Google Shape;186;p2"/>
              <p:cNvSpPr/>
              <p:nvPr/>
            </p:nvSpPr>
            <p:spPr>
              <a:xfrm flipH="1">
                <a:off x="206750" y="4483600"/>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2"/>
            <p:cNvGrpSpPr/>
            <p:nvPr/>
          </p:nvGrpSpPr>
          <p:grpSpPr>
            <a:xfrm>
              <a:off x="5072950" y="4557950"/>
              <a:ext cx="44325" cy="58425"/>
              <a:chOff x="672400" y="4517950"/>
              <a:chExt cx="44325" cy="58425"/>
            </a:xfrm>
          </p:grpSpPr>
          <p:sp>
            <p:nvSpPr>
              <p:cNvPr id="193" name="Google Shape;193;p2"/>
              <p:cNvSpPr/>
              <p:nvPr/>
            </p:nvSpPr>
            <p:spPr>
              <a:xfrm flipH="1">
                <a:off x="710150" y="453992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
            <p:cNvGrpSpPr/>
            <p:nvPr/>
          </p:nvGrpSpPr>
          <p:grpSpPr>
            <a:xfrm>
              <a:off x="4719675" y="4659225"/>
              <a:ext cx="78775" cy="92925"/>
              <a:chOff x="319125" y="4619225"/>
              <a:chExt cx="78775" cy="92925"/>
            </a:xfrm>
          </p:grpSpPr>
          <p:sp>
            <p:nvSpPr>
              <p:cNvPr id="200" name="Google Shape;200;p2"/>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 name="Google Shape;204;p2"/>
            <p:cNvGrpSpPr/>
            <p:nvPr/>
          </p:nvGrpSpPr>
          <p:grpSpPr>
            <a:xfrm>
              <a:off x="4728425" y="5078950"/>
              <a:ext cx="56075" cy="56075"/>
              <a:chOff x="327875" y="5038950"/>
              <a:chExt cx="56075" cy="56075"/>
            </a:xfrm>
          </p:grpSpPr>
          <p:sp>
            <p:nvSpPr>
              <p:cNvPr id="205" name="Google Shape;205;p2"/>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2"/>
            <p:cNvGrpSpPr/>
            <p:nvPr/>
          </p:nvGrpSpPr>
          <p:grpSpPr>
            <a:xfrm>
              <a:off x="4834250" y="4810875"/>
              <a:ext cx="54700" cy="76575"/>
              <a:chOff x="433700" y="4770875"/>
              <a:chExt cx="54700" cy="76575"/>
            </a:xfrm>
          </p:grpSpPr>
          <p:sp>
            <p:nvSpPr>
              <p:cNvPr id="211" name="Google Shape;211;p2"/>
              <p:cNvSpPr/>
              <p:nvPr/>
            </p:nvSpPr>
            <p:spPr>
              <a:xfrm flipH="1">
                <a:off x="475250" y="4792025"/>
                <a:ext cx="1125" cy="850"/>
              </a:xfrm>
              <a:custGeom>
                <a:avLst/>
                <a:gdLst/>
                <a:ahLst/>
                <a:cxnLst/>
                <a:rect l="l" t="t" r="r" b="b"/>
                <a:pathLst>
                  <a:path w="45" h="34" extrusionOk="0">
                    <a:moveTo>
                      <a:pt x="0" y="1"/>
                    </a:moveTo>
                    <a:lnTo>
                      <a:pt x="0" y="12"/>
                    </a:lnTo>
                    <a:cubicBezTo>
                      <a:pt x="0" y="23"/>
                      <a:pt x="11" y="33"/>
                      <a:pt x="33" y="33"/>
                    </a:cubicBezTo>
                    <a:cubicBezTo>
                      <a:pt x="33" y="23"/>
                      <a:pt x="44" y="23"/>
                      <a:pt x="44" y="12"/>
                    </a:cubicBezTo>
                    <a:cubicBezTo>
                      <a:pt x="33"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flipH="1">
                <a:off x="433700" y="4770875"/>
                <a:ext cx="54700" cy="76575"/>
              </a:xfrm>
              <a:custGeom>
                <a:avLst/>
                <a:gdLst/>
                <a:ahLst/>
                <a:cxnLst/>
                <a:rect l="l" t="t" r="r" b="b"/>
                <a:pathLst>
                  <a:path w="2188" h="3063" extrusionOk="0">
                    <a:moveTo>
                      <a:pt x="547" y="956"/>
                    </a:moveTo>
                    <a:lnTo>
                      <a:pt x="536" y="967"/>
                    </a:lnTo>
                    <a:lnTo>
                      <a:pt x="536" y="978"/>
                    </a:lnTo>
                    <a:cubicBezTo>
                      <a:pt x="536" y="978"/>
                      <a:pt x="525" y="978"/>
                      <a:pt x="514" y="989"/>
                    </a:cubicBezTo>
                    <a:cubicBezTo>
                      <a:pt x="503" y="1000"/>
                      <a:pt x="503" y="1011"/>
                      <a:pt x="492" y="1033"/>
                    </a:cubicBezTo>
                    <a:cubicBezTo>
                      <a:pt x="492" y="1044"/>
                      <a:pt x="481" y="1054"/>
                      <a:pt x="481" y="1065"/>
                    </a:cubicBezTo>
                    <a:cubicBezTo>
                      <a:pt x="470" y="1065"/>
                      <a:pt x="470" y="1076"/>
                      <a:pt x="460" y="1076"/>
                    </a:cubicBezTo>
                    <a:cubicBezTo>
                      <a:pt x="460" y="1109"/>
                      <a:pt x="449" y="1131"/>
                      <a:pt x="449" y="1153"/>
                    </a:cubicBezTo>
                    <a:cubicBezTo>
                      <a:pt x="449" y="1172"/>
                      <a:pt x="432" y="1191"/>
                      <a:pt x="442" y="1210"/>
                    </a:cubicBezTo>
                    <a:lnTo>
                      <a:pt x="442" y="1210"/>
                    </a:lnTo>
                    <a:cubicBezTo>
                      <a:pt x="458" y="1183"/>
                      <a:pt x="474" y="1157"/>
                      <a:pt x="492" y="1131"/>
                    </a:cubicBezTo>
                    <a:cubicBezTo>
                      <a:pt x="514" y="1076"/>
                      <a:pt x="536" y="1011"/>
                      <a:pt x="547" y="956"/>
                    </a:cubicBezTo>
                    <a:close/>
                    <a:moveTo>
                      <a:pt x="1499" y="234"/>
                    </a:moveTo>
                    <a:cubicBezTo>
                      <a:pt x="1553" y="234"/>
                      <a:pt x="1608" y="245"/>
                      <a:pt x="1652" y="267"/>
                    </a:cubicBezTo>
                    <a:cubicBezTo>
                      <a:pt x="1652" y="266"/>
                      <a:pt x="1652" y="266"/>
                      <a:pt x="1652" y="266"/>
                    </a:cubicBezTo>
                    <a:cubicBezTo>
                      <a:pt x="1657" y="266"/>
                      <a:pt x="1706" y="366"/>
                      <a:pt x="1706" y="376"/>
                    </a:cubicBezTo>
                    <a:cubicBezTo>
                      <a:pt x="1706" y="387"/>
                      <a:pt x="1750" y="497"/>
                      <a:pt x="1750" y="519"/>
                    </a:cubicBezTo>
                    <a:cubicBezTo>
                      <a:pt x="1772" y="562"/>
                      <a:pt x="1783" y="595"/>
                      <a:pt x="1805" y="639"/>
                    </a:cubicBezTo>
                    <a:cubicBezTo>
                      <a:pt x="1816" y="650"/>
                      <a:pt x="1816" y="672"/>
                      <a:pt x="1816" y="683"/>
                    </a:cubicBezTo>
                    <a:cubicBezTo>
                      <a:pt x="1827" y="726"/>
                      <a:pt x="1827" y="759"/>
                      <a:pt x="1838" y="803"/>
                    </a:cubicBezTo>
                    <a:cubicBezTo>
                      <a:pt x="1838" y="901"/>
                      <a:pt x="1849" y="1000"/>
                      <a:pt x="1870" y="1109"/>
                    </a:cubicBezTo>
                    <a:lnTo>
                      <a:pt x="1881" y="1197"/>
                    </a:lnTo>
                    <a:lnTo>
                      <a:pt x="1881" y="1208"/>
                    </a:lnTo>
                    <a:cubicBezTo>
                      <a:pt x="1881" y="1229"/>
                      <a:pt x="1892" y="1251"/>
                      <a:pt x="1892" y="1273"/>
                    </a:cubicBezTo>
                    <a:cubicBezTo>
                      <a:pt x="1925" y="1536"/>
                      <a:pt x="1947" y="1787"/>
                      <a:pt x="1936" y="2050"/>
                    </a:cubicBezTo>
                    <a:cubicBezTo>
                      <a:pt x="1947" y="2126"/>
                      <a:pt x="1936" y="2214"/>
                      <a:pt x="1903" y="2290"/>
                    </a:cubicBezTo>
                    <a:cubicBezTo>
                      <a:pt x="1838" y="2422"/>
                      <a:pt x="1739" y="2531"/>
                      <a:pt x="1619" y="2619"/>
                    </a:cubicBezTo>
                    <a:cubicBezTo>
                      <a:pt x="1553" y="2662"/>
                      <a:pt x="1499" y="2695"/>
                      <a:pt x="1422" y="2717"/>
                    </a:cubicBezTo>
                    <a:cubicBezTo>
                      <a:pt x="1389" y="2728"/>
                      <a:pt x="1313" y="2750"/>
                      <a:pt x="1269" y="2761"/>
                    </a:cubicBezTo>
                    <a:cubicBezTo>
                      <a:pt x="1192" y="2783"/>
                      <a:pt x="1160" y="2794"/>
                      <a:pt x="1083" y="2804"/>
                    </a:cubicBezTo>
                    <a:cubicBezTo>
                      <a:pt x="952" y="2829"/>
                      <a:pt x="814" y="2841"/>
                      <a:pt x="680" y="2841"/>
                    </a:cubicBezTo>
                    <a:cubicBezTo>
                      <a:pt x="635" y="2841"/>
                      <a:pt x="591" y="2840"/>
                      <a:pt x="547" y="2837"/>
                    </a:cubicBezTo>
                    <a:lnTo>
                      <a:pt x="481" y="2837"/>
                    </a:lnTo>
                    <a:cubicBezTo>
                      <a:pt x="481" y="2837"/>
                      <a:pt x="470" y="2837"/>
                      <a:pt x="470" y="2826"/>
                    </a:cubicBezTo>
                    <a:cubicBezTo>
                      <a:pt x="470" y="2815"/>
                      <a:pt x="438" y="2794"/>
                      <a:pt x="427" y="2761"/>
                    </a:cubicBezTo>
                    <a:cubicBezTo>
                      <a:pt x="405" y="2739"/>
                      <a:pt x="383" y="2717"/>
                      <a:pt x="361" y="2695"/>
                    </a:cubicBezTo>
                    <a:cubicBezTo>
                      <a:pt x="317" y="2640"/>
                      <a:pt x="295" y="2586"/>
                      <a:pt x="274" y="2531"/>
                    </a:cubicBezTo>
                    <a:cubicBezTo>
                      <a:pt x="241" y="2422"/>
                      <a:pt x="219" y="2301"/>
                      <a:pt x="208" y="2192"/>
                    </a:cubicBezTo>
                    <a:cubicBezTo>
                      <a:pt x="186" y="2159"/>
                      <a:pt x="164" y="2126"/>
                      <a:pt x="142" y="2104"/>
                    </a:cubicBezTo>
                    <a:cubicBezTo>
                      <a:pt x="142" y="2094"/>
                      <a:pt x="142" y="2094"/>
                      <a:pt x="142" y="2083"/>
                    </a:cubicBezTo>
                    <a:cubicBezTo>
                      <a:pt x="142" y="2072"/>
                      <a:pt x="153" y="2061"/>
                      <a:pt x="153" y="2050"/>
                    </a:cubicBezTo>
                    <a:cubicBezTo>
                      <a:pt x="148" y="2044"/>
                      <a:pt x="145" y="2042"/>
                      <a:pt x="142" y="2042"/>
                    </a:cubicBezTo>
                    <a:cubicBezTo>
                      <a:pt x="140" y="2042"/>
                      <a:pt x="137" y="2044"/>
                      <a:pt x="131" y="2050"/>
                    </a:cubicBezTo>
                    <a:lnTo>
                      <a:pt x="88" y="2050"/>
                    </a:lnTo>
                    <a:lnTo>
                      <a:pt x="55" y="2017"/>
                    </a:lnTo>
                    <a:cubicBezTo>
                      <a:pt x="66" y="1995"/>
                      <a:pt x="77" y="1962"/>
                      <a:pt x="88" y="1951"/>
                    </a:cubicBezTo>
                    <a:cubicBezTo>
                      <a:pt x="99" y="1929"/>
                      <a:pt x="110" y="1908"/>
                      <a:pt x="120" y="1886"/>
                    </a:cubicBezTo>
                    <a:cubicBezTo>
                      <a:pt x="131" y="1875"/>
                      <a:pt x="120" y="1875"/>
                      <a:pt x="131" y="1875"/>
                    </a:cubicBezTo>
                    <a:cubicBezTo>
                      <a:pt x="131" y="1864"/>
                      <a:pt x="131" y="1853"/>
                      <a:pt x="142" y="1842"/>
                    </a:cubicBezTo>
                    <a:cubicBezTo>
                      <a:pt x="153" y="1831"/>
                      <a:pt x="153" y="1831"/>
                      <a:pt x="153" y="1831"/>
                    </a:cubicBezTo>
                    <a:lnTo>
                      <a:pt x="175" y="1787"/>
                    </a:lnTo>
                    <a:lnTo>
                      <a:pt x="197" y="1754"/>
                    </a:lnTo>
                    <a:lnTo>
                      <a:pt x="219" y="1722"/>
                    </a:lnTo>
                    <a:cubicBezTo>
                      <a:pt x="219" y="1711"/>
                      <a:pt x="219" y="1689"/>
                      <a:pt x="230" y="1678"/>
                    </a:cubicBezTo>
                    <a:cubicBezTo>
                      <a:pt x="241" y="1667"/>
                      <a:pt x="241" y="1656"/>
                      <a:pt x="252" y="1645"/>
                    </a:cubicBezTo>
                    <a:cubicBezTo>
                      <a:pt x="252" y="1634"/>
                      <a:pt x="263" y="1623"/>
                      <a:pt x="274" y="1612"/>
                    </a:cubicBezTo>
                    <a:lnTo>
                      <a:pt x="285" y="1601"/>
                    </a:lnTo>
                    <a:cubicBezTo>
                      <a:pt x="306" y="1569"/>
                      <a:pt x="317" y="1525"/>
                      <a:pt x="328" y="1492"/>
                    </a:cubicBezTo>
                    <a:cubicBezTo>
                      <a:pt x="351" y="1401"/>
                      <a:pt x="384" y="1315"/>
                      <a:pt x="428" y="1234"/>
                    </a:cubicBezTo>
                    <a:lnTo>
                      <a:pt x="428" y="1234"/>
                    </a:lnTo>
                    <a:cubicBezTo>
                      <a:pt x="432" y="1236"/>
                      <a:pt x="435" y="1238"/>
                      <a:pt x="438" y="1240"/>
                    </a:cubicBezTo>
                    <a:cubicBezTo>
                      <a:pt x="443" y="1229"/>
                      <a:pt x="449" y="1229"/>
                      <a:pt x="451" y="1229"/>
                    </a:cubicBezTo>
                    <a:cubicBezTo>
                      <a:pt x="454" y="1229"/>
                      <a:pt x="454" y="1229"/>
                      <a:pt x="449" y="1219"/>
                    </a:cubicBezTo>
                    <a:cubicBezTo>
                      <a:pt x="446" y="1216"/>
                      <a:pt x="444" y="1213"/>
                      <a:pt x="442" y="1210"/>
                    </a:cubicBezTo>
                    <a:lnTo>
                      <a:pt x="442" y="1210"/>
                    </a:lnTo>
                    <a:cubicBezTo>
                      <a:pt x="437" y="1218"/>
                      <a:pt x="433" y="1226"/>
                      <a:pt x="428" y="1234"/>
                    </a:cubicBezTo>
                    <a:lnTo>
                      <a:pt x="428" y="1234"/>
                    </a:lnTo>
                    <a:cubicBezTo>
                      <a:pt x="424" y="1233"/>
                      <a:pt x="420" y="1232"/>
                      <a:pt x="416" y="1232"/>
                    </a:cubicBezTo>
                    <a:cubicBezTo>
                      <a:pt x="408" y="1232"/>
                      <a:pt x="399" y="1235"/>
                      <a:pt x="394" y="1240"/>
                    </a:cubicBezTo>
                    <a:cubicBezTo>
                      <a:pt x="394" y="1235"/>
                      <a:pt x="391" y="1232"/>
                      <a:pt x="387" y="1232"/>
                    </a:cubicBezTo>
                    <a:cubicBezTo>
                      <a:pt x="383" y="1232"/>
                      <a:pt x="378" y="1235"/>
                      <a:pt x="372" y="1240"/>
                    </a:cubicBezTo>
                    <a:lnTo>
                      <a:pt x="361" y="1240"/>
                    </a:lnTo>
                    <a:lnTo>
                      <a:pt x="328" y="1208"/>
                    </a:lnTo>
                    <a:cubicBezTo>
                      <a:pt x="328" y="1175"/>
                      <a:pt x="339" y="1142"/>
                      <a:pt x="361" y="1120"/>
                    </a:cubicBezTo>
                    <a:cubicBezTo>
                      <a:pt x="372" y="1098"/>
                      <a:pt x="383" y="1065"/>
                      <a:pt x="405" y="1044"/>
                    </a:cubicBezTo>
                    <a:cubicBezTo>
                      <a:pt x="405" y="1033"/>
                      <a:pt x="405" y="1033"/>
                      <a:pt x="416" y="1022"/>
                    </a:cubicBezTo>
                    <a:cubicBezTo>
                      <a:pt x="416" y="1011"/>
                      <a:pt x="427" y="1000"/>
                      <a:pt x="438" y="989"/>
                    </a:cubicBezTo>
                    <a:cubicBezTo>
                      <a:pt x="438" y="978"/>
                      <a:pt x="438" y="978"/>
                      <a:pt x="449" y="967"/>
                    </a:cubicBezTo>
                    <a:cubicBezTo>
                      <a:pt x="460" y="956"/>
                      <a:pt x="470" y="945"/>
                      <a:pt x="481" y="923"/>
                    </a:cubicBezTo>
                    <a:lnTo>
                      <a:pt x="514" y="879"/>
                    </a:lnTo>
                    <a:lnTo>
                      <a:pt x="525" y="869"/>
                    </a:lnTo>
                    <a:cubicBezTo>
                      <a:pt x="515" y="869"/>
                      <a:pt x="504" y="858"/>
                      <a:pt x="494" y="848"/>
                    </a:cubicBezTo>
                    <a:lnTo>
                      <a:pt x="494" y="848"/>
                    </a:lnTo>
                    <a:cubicBezTo>
                      <a:pt x="508" y="851"/>
                      <a:pt x="519" y="858"/>
                      <a:pt x="536" y="858"/>
                    </a:cubicBezTo>
                    <a:cubicBezTo>
                      <a:pt x="536" y="836"/>
                      <a:pt x="547" y="825"/>
                      <a:pt x="558" y="803"/>
                    </a:cubicBezTo>
                    <a:cubicBezTo>
                      <a:pt x="580" y="792"/>
                      <a:pt x="591" y="781"/>
                      <a:pt x="613" y="770"/>
                    </a:cubicBezTo>
                    <a:lnTo>
                      <a:pt x="678" y="770"/>
                    </a:lnTo>
                    <a:cubicBezTo>
                      <a:pt x="689" y="781"/>
                      <a:pt x="700" y="792"/>
                      <a:pt x="722" y="803"/>
                    </a:cubicBezTo>
                    <a:lnTo>
                      <a:pt x="755" y="770"/>
                    </a:lnTo>
                    <a:lnTo>
                      <a:pt x="842" y="694"/>
                    </a:lnTo>
                    <a:cubicBezTo>
                      <a:pt x="897" y="639"/>
                      <a:pt x="952" y="584"/>
                      <a:pt x="1006" y="529"/>
                    </a:cubicBezTo>
                    <a:cubicBezTo>
                      <a:pt x="1050" y="475"/>
                      <a:pt x="1083" y="420"/>
                      <a:pt x="1105" y="365"/>
                    </a:cubicBezTo>
                    <a:cubicBezTo>
                      <a:pt x="1105" y="344"/>
                      <a:pt x="1116" y="333"/>
                      <a:pt x="1116" y="322"/>
                    </a:cubicBezTo>
                    <a:lnTo>
                      <a:pt x="1116" y="311"/>
                    </a:lnTo>
                    <a:lnTo>
                      <a:pt x="1170" y="311"/>
                    </a:lnTo>
                    <a:cubicBezTo>
                      <a:pt x="1225" y="300"/>
                      <a:pt x="1280" y="289"/>
                      <a:pt x="1335" y="267"/>
                    </a:cubicBezTo>
                    <a:cubicBezTo>
                      <a:pt x="1378" y="256"/>
                      <a:pt x="1433" y="234"/>
                      <a:pt x="1488" y="234"/>
                    </a:cubicBezTo>
                    <a:close/>
                    <a:moveTo>
                      <a:pt x="1483" y="0"/>
                    </a:moveTo>
                    <a:cubicBezTo>
                      <a:pt x="1431" y="0"/>
                      <a:pt x="1383" y="10"/>
                      <a:pt x="1335" y="26"/>
                    </a:cubicBezTo>
                    <a:cubicBezTo>
                      <a:pt x="1262" y="62"/>
                      <a:pt x="1183" y="79"/>
                      <a:pt x="1105" y="79"/>
                    </a:cubicBezTo>
                    <a:cubicBezTo>
                      <a:pt x="1041" y="79"/>
                      <a:pt x="978" y="68"/>
                      <a:pt x="919" y="48"/>
                    </a:cubicBezTo>
                    <a:cubicBezTo>
                      <a:pt x="919" y="92"/>
                      <a:pt x="908" y="136"/>
                      <a:pt x="908" y="179"/>
                    </a:cubicBezTo>
                    <a:lnTo>
                      <a:pt x="897" y="256"/>
                    </a:lnTo>
                    <a:lnTo>
                      <a:pt x="886" y="278"/>
                    </a:lnTo>
                    <a:cubicBezTo>
                      <a:pt x="831" y="398"/>
                      <a:pt x="667" y="453"/>
                      <a:pt x="514" y="584"/>
                    </a:cubicBezTo>
                    <a:cubicBezTo>
                      <a:pt x="481" y="606"/>
                      <a:pt x="449" y="650"/>
                      <a:pt x="427" y="704"/>
                    </a:cubicBezTo>
                    <a:cubicBezTo>
                      <a:pt x="416" y="748"/>
                      <a:pt x="405" y="759"/>
                      <a:pt x="405" y="770"/>
                    </a:cubicBezTo>
                    <a:cubicBezTo>
                      <a:pt x="405" y="790"/>
                      <a:pt x="414" y="810"/>
                      <a:pt x="440" y="829"/>
                    </a:cubicBezTo>
                    <a:lnTo>
                      <a:pt x="440" y="829"/>
                    </a:lnTo>
                    <a:cubicBezTo>
                      <a:pt x="391" y="833"/>
                      <a:pt x="325" y="868"/>
                      <a:pt x="295" y="912"/>
                    </a:cubicBezTo>
                    <a:cubicBezTo>
                      <a:pt x="252" y="978"/>
                      <a:pt x="219" y="1087"/>
                      <a:pt x="186" y="1164"/>
                    </a:cubicBezTo>
                    <a:cubicBezTo>
                      <a:pt x="142" y="1262"/>
                      <a:pt x="110" y="1350"/>
                      <a:pt x="88" y="1437"/>
                    </a:cubicBezTo>
                    <a:cubicBezTo>
                      <a:pt x="66" y="1514"/>
                      <a:pt x="66" y="1601"/>
                      <a:pt x="44" y="1667"/>
                    </a:cubicBezTo>
                    <a:cubicBezTo>
                      <a:pt x="33" y="1744"/>
                      <a:pt x="33" y="1820"/>
                      <a:pt x="11" y="1908"/>
                    </a:cubicBezTo>
                    <a:cubicBezTo>
                      <a:pt x="0" y="2039"/>
                      <a:pt x="0" y="2170"/>
                      <a:pt x="11" y="2290"/>
                    </a:cubicBezTo>
                    <a:cubicBezTo>
                      <a:pt x="33" y="2444"/>
                      <a:pt x="66" y="2586"/>
                      <a:pt x="131" y="2717"/>
                    </a:cubicBezTo>
                    <a:cubicBezTo>
                      <a:pt x="164" y="2783"/>
                      <a:pt x="208" y="2848"/>
                      <a:pt x="252" y="2914"/>
                    </a:cubicBezTo>
                    <a:cubicBezTo>
                      <a:pt x="285" y="2947"/>
                      <a:pt x="295" y="2969"/>
                      <a:pt x="350" y="3012"/>
                    </a:cubicBezTo>
                    <a:cubicBezTo>
                      <a:pt x="361" y="3023"/>
                      <a:pt x="372" y="3034"/>
                      <a:pt x="383" y="3045"/>
                    </a:cubicBezTo>
                    <a:lnTo>
                      <a:pt x="427" y="3045"/>
                    </a:lnTo>
                    <a:lnTo>
                      <a:pt x="503" y="3056"/>
                    </a:lnTo>
                    <a:cubicBezTo>
                      <a:pt x="567" y="3060"/>
                      <a:pt x="631" y="3063"/>
                      <a:pt x="695" y="3063"/>
                    </a:cubicBezTo>
                    <a:cubicBezTo>
                      <a:pt x="806" y="3063"/>
                      <a:pt x="917" y="3055"/>
                      <a:pt x="1028" y="3034"/>
                    </a:cubicBezTo>
                    <a:cubicBezTo>
                      <a:pt x="1280" y="3012"/>
                      <a:pt x="1520" y="2936"/>
                      <a:pt x="1739" y="2804"/>
                    </a:cubicBezTo>
                    <a:cubicBezTo>
                      <a:pt x="1958" y="2662"/>
                      <a:pt x="2111" y="2433"/>
                      <a:pt x="2166" y="2170"/>
                    </a:cubicBezTo>
                    <a:cubicBezTo>
                      <a:pt x="2177" y="2050"/>
                      <a:pt x="2188" y="1919"/>
                      <a:pt x="2177" y="1798"/>
                    </a:cubicBezTo>
                    <a:cubicBezTo>
                      <a:pt x="2155" y="1656"/>
                      <a:pt x="2133" y="1536"/>
                      <a:pt x="2133" y="1372"/>
                    </a:cubicBezTo>
                    <a:lnTo>
                      <a:pt x="2133" y="1350"/>
                    </a:lnTo>
                    <a:cubicBezTo>
                      <a:pt x="2133" y="1273"/>
                      <a:pt x="2122" y="1197"/>
                      <a:pt x="2111" y="1120"/>
                    </a:cubicBezTo>
                    <a:cubicBezTo>
                      <a:pt x="2089" y="967"/>
                      <a:pt x="2078" y="825"/>
                      <a:pt x="2056" y="672"/>
                    </a:cubicBezTo>
                    <a:cubicBezTo>
                      <a:pt x="2045" y="628"/>
                      <a:pt x="2035" y="595"/>
                      <a:pt x="2024" y="551"/>
                    </a:cubicBezTo>
                    <a:cubicBezTo>
                      <a:pt x="2002" y="497"/>
                      <a:pt x="1980" y="431"/>
                      <a:pt x="1958" y="365"/>
                    </a:cubicBezTo>
                    <a:cubicBezTo>
                      <a:pt x="1936" y="289"/>
                      <a:pt x="1903" y="212"/>
                      <a:pt x="1860" y="147"/>
                    </a:cubicBezTo>
                    <a:cubicBezTo>
                      <a:pt x="1827" y="103"/>
                      <a:pt x="1794" y="70"/>
                      <a:pt x="1750" y="59"/>
                    </a:cubicBezTo>
                    <a:cubicBezTo>
                      <a:pt x="1685" y="26"/>
                      <a:pt x="1619" y="4"/>
                      <a:pt x="1542" y="4"/>
                    </a:cubicBezTo>
                    <a:cubicBezTo>
                      <a:pt x="1522" y="2"/>
                      <a:pt x="1502" y="0"/>
                      <a:pt x="1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flipH="1">
                <a:off x="482375" y="4816650"/>
                <a:ext cx="1650" cy="4925"/>
              </a:xfrm>
              <a:custGeom>
                <a:avLst/>
                <a:gdLst/>
                <a:ahLst/>
                <a:cxnLst/>
                <a:rect l="l" t="t" r="r" b="b"/>
                <a:pathLst>
                  <a:path w="66" h="197" extrusionOk="0">
                    <a:moveTo>
                      <a:pt x="66" y="0"/>
                    </a:moveTo>
                    <a:cubicBezTo>
                      <a:pt x="44" y="11"/>
                      <a:pt x="33" y="22"/>
                      <a:pt x="33" y="33"/>
                    </a:cubicBezTo>
                    <a:cubicBezTo>
                      <a:pt x="33" y="44"/>
                      <a:pt x="33" y="55"/>
                      <a:pt x="33" y="66"/>
                    </a:cubicBezTo>
                    <a:cubicBezTo>
                      <a:pt x="33" y="66"/>
                      <a:pt x="22" y="77"/>
                      <a:pt x="11" y="77"/>
                    </a:cubicBezTo>
                    <a:cubicBezTo>
                      <a:pt x="11" y="98"/>
                      <a:pt x="11" y="120"/>
                      <a:pt x="0" y="142"/>
                    </a:cubicBezTo>
                    <a:cubicBezTo>
                      <a:pt x="0" y="164"/>
                      <a:pt x="0" y="175"/>
                      <a:pt x="0" y="197"/>
                    </a:cubicBezTo>
                    <a:cubicBezTo>
                      <a:pt x="0" y="186"/>
                      <a:pt x="6" y="186"/>
                      <a:pt x="10" y="186"/>
                    </a:cubicBezTo>
                    <a:cubicBezTo>
                      <a:pt x="14" y="186"/>
                      <a:pt x="17" y="186"/>
                      <a:pt x="11" y="175"/>
                    </a:cubicBezTo>
                    <a:lnTo>
                      <a:pt x="44" y="175"/>
                    </a:lnTo>
                    <a:cubicBezTo>
                      <a:pt x="44" y="120"/>
                      <a:pt x="55" y="55"/>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flipH="1">
                <a:off x="443825" y="4806525"/>
                <a:ext cx="43500" cy="31475"/>
              </a:xfrm>
              <a:custGeom>
                <a:avLst/>
                <a:gdLst/>
                <a:ahLst/>
                <a:cxnLst/>
                <a:rect l="l" t="t" r="r" b="b"/>
                <a:pathLst>
                  <a:path w="1740" h="1259" extrusionOk="0">
                    <a:moveTo>
                      <a:pt x="679" y="0"/>
                    </a:moveTo>
                    <a:cubicBezTo>
                      <a:pt x="646" y="0"/>
                      <a:pt x="613" y="0"/>
                      <a:pt x="581" y="11"/>
                    </a:cubicBezTo>
                    <a:lnTo>
                      <a:pt x="471" y="11"/>
                    </a:lnTo>
                    <a:cubicBezTo>
                      <a:pt x="460" y="22"/>
                      <a:pt x="449" y="44"/>
                      <a:pt x="438" y="55"/>
                    </a:cubicBezTo>
                    <a:cubicBezTo>
                      <a:pt x="427" y="55"/>
                      <a:pt x="406" y="66"/>
                      <a:pt x="384" y="77"/>
                    </a:cubicBezTo>
                    <a:cubicBezTo>
                      <a:pt x="362" y="99"/>
                      <a:pt x="351" y="110"/>
                      <a:pt x="329" y="121"/>
                    </a:cubicBezTo>
                    <a:cubicBezTo>
                      <a:pt x="325" y="128"/>
                      <a:pt x="323" y="130"/>
                      <a:pt x="321" y="130"/>
                    </a:cubicBezTo>
                    <a:cubicBezTo>
                      <a:pt x="318" y="130"/>
                      <a:pt x="318" y="121"/>
                      <a:pt x="318" y="121"/>
                    </a:cubicBezTo>
                    <a:cubicBezTo>
                      <a:pt x="307" y="121"/>
                      <a:pt x="318" y="132"/>
                      <a:pt x="307" y="143"/>
                    </a:cubicBezTo>
                    <a:cubicBezTo>
                      <a:pt x="296" y="143"/>
                      <a:pt x="296" y="143"/>
                      <a:pt x="285" y="153"/>
                    </a:cubicBezTo>
                    <a:cubicBezTo>
                      <a:pt x="285" y="153"/>
                      <a:pt x="252" y="186"/>
                      <a:pt x="242" y="197"/>
                    </a:cubicBezTo>
                    <a:lnTo>
                      <a:pt x="231" y="208"/>
                    </a:lnTo>
                    <a:lnTo>
                      <a:pt x="209" y="219"/>
                    </a:lnTo>
                    <a:cubicBezTo>
                      <a:pt x="209" y="230"/>
                      <a:pt x="198" y="241"/>
                      <a:pt x="187" y="252"/>
                    </a:cubicBezTo>
                    <a:cubicBezTo>
                      <a:pt x="187" y="263"/>
                      <a:pt x="176" y="263"/>
                      <a:pt x="176" y="274"/>
                    </a:cubicBezTo>
                    <a:cubicBezTo>
                      <a:pt x="176" y="296"/>
                      <a:pt x="176" y="307"/>
                      <a:pt x="165" y="318"/>
                    </a:cubicBezTo>
                    <a:lnTo>
                      <a:pt x="143" y="361"/>
                    </a:lnTo>
                    <a:lnTo>
                      <a:pt x="110" y="394"/>
                    </a:lnTo>
                    <a:lnTo>
                      <a:pt x="88" y="427"/>
                    </a:lnTo>
                    <a:cubicBezTo>
                      <a:pt x="88" y="427"/>
                      <a:pt x="77" y="438"/>
                      <a:pt x="77" y="449"/>
                    </a:cubicBezTo>
                    <a:cubicBezTo>
                      <a:pt x="77" y="449"/>
                      <a:pt x="77" y="471"/>
                      <a:pt x="67" y="471"/>
                    </a:cubicBezTo>
                    <a:cubicBezTo>
                      <a:pt x="56" y="482"/>
                      <a:pt x="56" y="482"/>
                      <a:pt x="56" y="493"/>
                    </a:cubicBezTo>
                    <a:cubicBezTo>
                      <a:pt x="56" y="503"/>
                      <a:pt x="45" y="536"/>
                      <a:pt x="34" y="547"/>
                    </a:cubicBezTo>
                    <a:cubicBezTo>
                      <a:pt x="12" y="569"/>
                      <a:pt x="1" y="591"/>
                      <a:pt x="1" y="624"/>
                    </a:cubicBezTo>
                    <a:lnTo>
                      <a:pt x="34" y="646"/>
                    </a:lnTo>
                    <a:lnTo>
                      <a:pt x="99" y="646"/>
                    </a:lnTo>
                    <a:cubicBezTo>
                      <a:pt x="88" y="657"/>
                      <a:pt x="88" y="668"/>
                      <a:pt x="77" y="678"/>
                    </a:cubicBezTo>
                    <a:cubicBezTo>
                      <a:pt x="88" y="700"/>
                      <a:pt x="77" y="700"/>
                      <a:pt x="88" y="711"/>
                    </a:cubicBezTo>
                    <a:cubicBezTo>
                      <a:pt x="110" y="733"/>
                      <a:pt x="132" y="766"/>
                      <a:pt x="143" y="788"/>
                    </a:cubicBezTo>
                    <a:lnTo>
                      <a:pt x="154" y="799"/>
                    </a:lnTo>
                    <a:cubicBezTo>
                      <a:pt x="176" y="832"/>
                      <a:pt x="209" y="853"/>
                      <a:pt x="231" y="886"/>
                    </a:cubicBezTo>
                    <a:cubicBezTo>
                      <a:pt x="235" y="891"/>
                      <a:pt x="239" y="892"/>
                      <a:pt x="242" y="892"/>
                    </a:cubicBezTo>
                    <a:cubicBezTo>
                      <a:pt x="251" y="892"/>
                      <a:pt x="254" y="874"/>
                      <a:pt x="260" y="874"/>
                    </a:cubicBezTo>
                    <a:cubicBezTo>
                      <a:pt x="261" y="874"/>
                      <a:pt x="262" y="874"/>
                      <a:pt x="263" y="875"/>
                    </a:cubicBezTo>
                    <a:cubicBezTo>
                      <a:pt x="274" y="897"/>
                      <a:pt x="285" y="908"/>
                      <a:pt x="296" y="919"/>
                    </a:cubicBezTo>
                    <a:cubicBezTo>
                      <a:pt x="318" y="930"/>
                      <a:pt x="329" y="952"/>
                      <a:pt x="351" y="974"/>
                    </a:cubicBezTo>
                    <a:cubicBezTo>
                      <a:pt x="351" y="974"/>
                      <a:pt x="351" y="985"/>
                      <a:pt x="362" y="996"/>
                    </a:cubicBezTo>
                    <a:lnTo>
                      <a:pt x="373" y="1007"/>
                    </a:lnTo>
                    <a:cubicBezTo>
                      <a:pt x="427" y="1061"/>
                      <a:pt x="482" y="1094"/>
                      <a:pt x="526" y="1138"/>
                    </a:cubicBezTo>
                    <a:cubicBezTo>
                      <a:pt x="559" y="1182"/>
                      <a:pt x="602" y="1203"/>
                      <a:pt x="646" y="1225"/>
                    </a:cubicBezTo>
                    <a:lnTo>
                      <a:pt x="723" y="1225"/>
                    </a:lnTo>
                    <a:cubicBezTo>
                      <a:pt x="767" y="1247"/>
                      <a:pt x="799" y="1247"/>
                      <a:pt x="843" y="1258"/>
                    </a:cubicBezTo>
                    <a:lnTo>
                      <a:pt x="963" y="1258"/>
                    </a:lnTo>
                    <a:cubicBezTo>
                      <a:pt x="985" y="1258"/>
                      <a:pt x="1007" y="1247"/>
                      <a:pt x="1029" y="1247"/>
                    </a:cubicBezTo>
                    <a:cubicBezTo>
                      <a:pt x="1062" y="1225"/>
                      <a:pt x="1084" y="1214"/>
                      <a:pt x="1106" y="1203"/>
                    </a:cubicBezTo>
                    <a:cubicBezTo>
                      <a:pt x="1160" y="1171"/>
                      <a:pt x="1215" y="1138"/>
                      <a:pt x="1259" y="1116"/>
                    </a:cubicBezTo>
                    <a:cubicBezTo>
                      <a:pt x="1302" y="1083"/>
                      <a:pt x="1346" y="1061"/>
                      <a:pt x="1390" y="1028"/>
                    </a:cubicBezTo>
                    <a:cubicBezTo>
                      <a:pt x="1434" y="1007"/>
                      <a:pt x="1456" y="974"/>
                      <a:pt x="1477" y="930"/>
                    </a:cubicBezTo>
                    <a:cubicBezTo>
                      <a:pt x="1477" y="930"/>
                      <a:pt x="1499" y="908"/>
                      <a:pt x="1499" y="897"/>
                    </a:cubicBezTo>
                    <a:cubicBezTo>
                      <a:pt x="1510" y="886"/>
                      <a:pt x="1521" y="875"/>
                      <a:pt x="1532" y="864"/>
                    </a:cubicBezTo>
                    <a:cubicBezTo>
                      <a:pt x="1543" y="853"/>
                      <a:pt x="1543" y="843"/>
                      <a:pt x="1554" y="832"/>
                    </a:cubicBezTo>
                    <a:cubicBezTo>
                      <a:pt x="1565" y="810"/>
                      <a:pt x="1598" y="777"/>
                      <a:pt x="1609" y="755"/>
                    </a:cubicBezTo>
                    <a:cubicBezTo>
                      <a:pt x="1620" y="733"/>
                      <a:pt x="1620" y="722"/>
                      <a:pt x="1631" y="711"/>
                    </a:cubicBezTo>
                    <a:cubicBezTo>
                      <a:pt x="1663" y="668"/>
                      <a:pt x="1685" y="613"/>
                      <a:pt x="1718" y="569"/>
                    </a:cubicBezTo>
                    <a:cubicBezTo>
                      <a:pt x="1718" y="558"/>
                      <a:pt x="1740" y="536"/>
                      <a:pt x="1718" y="525"/>
                    </a:cubicBezTo>
                    <a:cubicBezTo>
                      <a:pt x="1717" y="524"/>
                      <a:pt x="1716" y="524"/>
                      <a:pt x="1715" y="524"/>
                    </a:cubicBezTo>
                    <a:cubicBezTo>
                      <a:pt x="1703" y="524"/>
                      <a:pt x="1683" y="572"/>
                      <a:pt x="1663" y="602"/>
                    </a:cubicBezTo>
                    <a:cubicBezTo>
                      <a:pt x="1642" y="635"/>
                      <a:pt x="1620" y="668"/>
                      <a:pt x="1620" y="678"/>
                    </a:cubicBezTo>
                    <a:cubicBezTo>
                      <a:pt x="1587" y="689"/>
                      <a:pt x="1576" y="733"/>
                      <a:pt x="1554" y="766"/>
                    </a:cubicBezTo>
                    <a:cubicBezTo>
                      <a:pt x="1532" y="810"/>
                      <a:pt x="1499" y="853"/>
                      <a:pt x="1467" y="886"/>
                    </a:cubicBezTo>
                    <a:cubicBezTo>
                      <a:pt x="1434" y="930"/>
                      <a:pt x="1390" y="963"/>
                      <a:pt x="1357" y="1007"/>
                    </a:cubicBezTo>
                    <a:cubicBezTo>
                      <a:pt x="1335" y="1007"/>
                      <a:pt x="1324" y="1018"/>
                      <a:pt x="1313" y="1028"/>
                    </a:cubicBezTo>
                    <a:cubicBezTo>
                      <a:pt x="1302" y="1028"/>
                      <a:pt x="1302" y="1028"/>
                      <a:pt x="1313" y="1039"/>
                    </a:cubicBezTo>
                    <a:cubicBezTo>
                      <a:pt x="1281" y="1050"/>
                      <a:pt x="1259" y="1061"/>
                      <a:pt x="1237" y="1061"/>
                    </a:cubicBezTo>
                    <a:lnTo>
                      <a:pt x="1193" y="1083"/>
                    </a:lnTo>
                    <a:cubicBezTo>
                      <a:pt x="1171" y="1105"/>
                      <a:pt x="1149" y="1127"/>
                      <a:pt x="1127" y="1138"/>
                    </a:cubicBezTo>
                    <a:cubicBezTo>
                      <a:pt x="1095" y="1149"/>
                      <a:pt x="1073" y="1160"/>
                      <a:pt x="1040" y="1160"/>
                    </a:cubicBezTo>
                    <a:cubicBezTo>
                      <a:pt x="996" y="1171"/>
                      <a:pt x="963" y="1182"/>
                      <a:pt x="931" y="1182"/>
                    </a:cubicBezTo>
                    <a:lnTo>
                      <a:pt x="843" y="1182"/>
                    </a:lnTo>
                    <a:cubicBezTo>
                      <a:pt x="799" y="1171"/>
                      <a:pt x="767" y="1171"/>
                      <a:pt x="734" y="1149"/>
                    </a:cubicBezTo>
                    <a:cubicBezTo>
                      <a:pt x="723" y="1149"/>
                      <a:pt x="701" y="1127"/>
                      <a:pt x="690" y="1116"/>
                    </a:cubicBezTo>
                    <a:lnTo>
                      <a:pt x="635" y="1094"/>
                    </a:lnTo>
                    <a:lnTo>
                      <a:pt x="592" y="1072"/>
                    </a:lnTo>
                    <a:cubicBezTo>
                      <a:pt x="570" y="1061"/>
                      <a:pt x="548" y="1050"/>
                      <a:pt x="526" y="1039"/>
                    </a:cubicBezTo>
                    <a:cubicBezTo>
                      <a:pt x="515" y="1018"/>
                      <a:pt x="493" y="1007"/>
                      <a:pt x="471" y="985"/>
                    </a:cubicBezTo>
                    <a:lnTo>
                      <a:pt x="427" y="930"/>
                    </a:lnTo>
                    <a:lnTo>
                      <a:pt x="373" y="875"/>
                    </a:lnTo>
                    <a:cubicBezTo>
                      <a:pt x="373" y="864"/>
                      <a:pt x="362" y="853"/>
                      <a:pt x="362" y="853"/>
                    </a:cubicBezTo>
                    <a:cubicBezTo>
                      <a:pt x="351" y="832"/>
                      <a:pt x="329" y="821"/>
                      <a:pt x="318" y="810"/>
                    </a:cubicBezTo>
                    <a:cubicBezTo>
                      <a:pt x="318" y="799"/>
                      <a:pt x="307" y="788"/>
                      <a:pt x="307" y="777"/>
                    </a:cubicBezTo>
                    <a:cubicBezTo>
                      <a:pt x="274" y="755"/>
                      <a:pt x="263" y="722"/>
                      <a:pt x="242" y="689"/>
                    </a:cubicBezTo>
                    <a:cubicBezTo>
                      <a:pt x="231" y="646"/>
                      <a:pt x="209" y="613"/>
                      <a:pt x="198" y="580"/>
                    </a:cubicBezTo>
                    <a:lnTo>
                      <a:pt x="176" y="580"/>
                    </a:lnTo>
                    <a:lnTo>
                      <a:pt x="154" y="569"/>
                    </a:lnTo>
                    <a:cubicBezTo>
                      <a:pt x="154" y="577"/>
                      <a:pt x="141" y="579"/>
                      <a:pt x="140" y="585"/>
                    </a:cubicBezTo>
                    <a:lnTo>
                      <a:pt x="140" y="585"/>
                    </a:lnTo>
                    <a:cubicBezTo>
                      <a:pt x="132" y="567"/>
                      <a:pt x="133" y="557"/>
                      <a:pt x="143" y="547"/>
                    </a:cubicBezTo>
                    <a:cubicBezTo>
                      <a:pt x="143" y="525"/>
                      <a:pt x="143" y="503"/>
                      <a:pt x="154" y="482"/>
                    </a:cubicBezTo>
                    <a:cubicBezTo>
                      <a:pt x="154" y="482"/>
                      <a:pt x="154" y="471"/>
                      <a:pt x="165" y="460"/>
                    </a:cubicBezTo>
                    <a:cubicBezTo>
                      <a:pt x="165" y="449"/>
                      <a:pt x="165" y="438"/>
                      <a:pt x="165" y="438"/>
                    </a:cubicBezTo>
                    <a:cubicBezTo>
                      <a:pt x="165" y="416"/>
                      <a:pt x="176" y="405"/>
                      <a:pt x="187" y="394"/>
                    </a:cubicBezTo>
                    <a:cubicBezTo>
                      <a:pt x="198" y="361"/>
                      <a:pt x="220" y="328"/>
                      <a:pt x="242" y="307"/>
                    </a:cubicBezTo>
                    <a:cubicBezTo>
                      <a:pt x="252" y="285"/>
                      <a:pt x="285" y="285"/>
                      <a:pt x="296" y="263"/>
                    </a:cubicBezTo>
                    <a:cubicBezTo>
                      <a:pt x="296" y="252"/>
                      <a:pt x="296" y="241"/>
                      <a:pt x="296" y="230"/>
                    </a:cubicBezTo>
                    <a:cubicBezTo>
                      <a:pt x="296" y="230"/>
                      <a:pt x="329" y="197"/>
                      <a:pt x="340" y="186"/>
                    </a:cubicBezTo>
                    <a:cubicBezTo>
                      <a:pt x="351" y="175"/>
                      <a:pt x="362" y="164"/>
                      <a:pt x="373" y="153"/>
                    </a:cubicBezTo>
                    <a:lnTo>
                      <a:pt x="395" y="153"/>
                    </a:lnTo>
                    <a:cubicBezTo>
                      <a:pt x="395" y="143"/>
                      <a:pt x="406" y="143"/>
                      <a:pt x="417" y="132"/>
                    </a:cubicBezTo>
                    <a:cubicBezTo>
                      <a:pt x="427" y="121"/>
                      <a:pt x="427" y="99"/>
                      <a:pt x="438" y="88"/>
                    </a:cubicBezTo>
                    <a:cubicBezTo>
                      <a:pt x="460" y="66"/>
                      <a:pt x="493" y="55"/>
                      <a:pt x="515" y="44"/>
                    </a:cubicBezTo>
                    <a:cubicBezTo>
                      <a:pt x="548" y="33"/>
                      <a:pt x="570" y="33"/>
                      <a:pt x="602" y="33"/>
                    </a:cubicBezTo>
                    <a:cubicBezTo>
                      <a:pt x="606" y="30"/>
                      <a:pt x="612" y="28"/>
                      <a:pt x="620" y="28"/>
                    </a:cubicBezTo>
                    <a:cubicBezTo>
                      <a:pt x="634" y="28"/>
                      <a:pt x="654" y="33"/>
                      <a:pt x="668" y="33"/>
                    </a:cubicBezTo>
                    <a:lnTo>
                      <a:pt x="734" y="33"/>
                    </a:lnTo>
                    <a:cubicBezTo>
                      <a:pt x="745" y="33"/>
                      <a:pt x="767" y="33"/>
                      <a:pt x="777" y="44"/>
                    </a:cubicBezTo>
                    <a:lnTo>
                      <a:pt x="810" y="44"/>
                    </a:lnTo>
                    <a:cubicBezTo>
                      <a:pt x="832" y="55"/>
                      <a:pt x="854" y="66"/>
                      <a:pt x="876" y="88"/>
                    </a:cubicBezTo>
                    <a:cubicBezTo>
                      <a:pt x="887" y="82"/>
                      <a:pt x="895" y="82"/>
                      <a:pt x="901" y="82"/>
                    </a:cubicBezTo>
                    <a:cubicBezTo>
                      <a:pt x="906" y="82"/>
                      <a:pt x="909" y="82"/>
                      <a:pt x="909" y="77"/>
                    </a:cubicBezTo>
                    <a:cubicBezTo>
                      <a:pt x="920" y="66"/>
                      <a:pt x="898" y="44"/>
                      <a:pt x="876" y="33"/>
                    </a:cubicBezTo>
                    <a:cubicBezTo>
                      <a:pt x="854" y="22"/>
                      <a:pt x="843" y="22"/>
                      <a:pt x="821" y="22"/>
                    </a:cubicBezTo>
                    <a:cubicBezTo>
                      <a:pt x="810" y="0"/>
                      <a:pt x="788" y="0"/>
                      <a:pt x="7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flipH="1">
                <a:off x="451750" y="4786275"/>
                <a:ext cx="29000" cy="15900"/>
              </a:xfrm>
              <a:custGeom>
                <a:avLst/>
                <a:gdLst/>
                <a:ahLst/>
                <a:cxnLst/>
                <a:rect l="l" t="t" r="r" b="b"/>
                <a:pathLst>
                  <a:path w="1160" h="636" extrusionOk="0">
                    <a:moveTo>
                      <a:pt x="985" y="1"/>
                    </a:moveTo>
                    <a:cubicBezTo>
                      <a:pt x="952" y="1"/>
                      <a:pt x="908" y="1"/>
                      <a:pt x="875" y="12"/>
                    </a:cubicBezTo>
                    <a:cubicBezTo>
                      <a:pt x="832" y="23"/>
                      <a:pt x="799" y="45"/>
                      <a:pt x="766" y="67"/>
                    </a:cubicBezTo>
                    <a:cubicBezTo>
                      <a:pt x="755" y="67"/>
                      <a:pt x="744" y="67"/>
                      <a:pt x="733" y="78"/>
                    </a:cubicBezTo>
                    <a:lnTo>
                      <a:pt x="733" y="88"/>
                    </a:lnTo>
                    <a:cubicBezTo>
                      <a:pt x="733" y="88"/>
                      <a:pt x="689" y="99"/>
                      <a:pt x="689" y="110"/>
                    </a:cubicBezTo>
                    <a:cubicBezTo>
                      <a:pt x="679" y="110"/>
                      <a:pt x="668" y="121"/>
                      <a:pt x="657" y="121"/>
                    </a:cubicBezTo>
                    <a:cubicBezTo>
                      <a:pt x="646" y="143"/>
                      <a:pt x="635" y="165"/>
                      <a:pt x="624" y="176"/>
                    </a:cubicBezTo>
                    <a:cubicBezTo>
                      <a:pt x="613" y="187"/>
                      <a:pt x="591" y="209"/>
                      <a:pt x="569" y="209"/>
                    </a:cubicBezTo>
                    <a:cubicBezTo>
                      <a:pt x="558" y="220"/>
                      <a:pt x="536" y="231"/>
                      <a:pt x="514" y="231"/>
                    </a:cubicBezTo>
                    <a:lnTo>
                      <a:pt x="482" y="231"/>
                    </a:lnTo>
                    <a:cubicBezTo>
                      <a:pt x="471" y="231"/>
                      <a:pt x="471" y="231"/>
                      <a:pt x="460" y="220"/>
                    </a:cubicBezTo>
                    <a:cubicBezTo>
                      <a:pt x="460" y="220"/>
                      <a:pt x="416" y="198"/>
                      <a:pt x="394" y="187"/>
                    </a:cubicBezTo>
                    <a:cubicBezTo>
                      <a:pt x="383" y="176"/>
                      <a:pt x="372" y="165"/>
                      <a:pt x="350" y="165"/>
                    </a:cubicBezTo>
                    <a:cubicBezTo>
                      <a:pt x="339" y="160"/>
                      <a:pt x="329" y="157"/>
                      <a:pt x="319" y="157"/>
                    </a:cubicBezTo>
                    <a:cubicBezTo>
                      <a:pt x="309" y="157"/>
                      <a:pt x="301" y="160"/>
                      <a:pt x="296" y="165"/>
                    </a:cubicBezTo>
                    <a:cubicBezTo>
                      <a:pt x="274" y="165"/>
                      <a:pt x="252" y="176"/>
                      <a:pt x="241" y="198"/>
                    </a:cubicBezTo>
                    <a:cubicBezTo>
                      <a:pt x="230" y="209"/>
                      <a:pt x="219" y="231"/>
                      <a:pt x="208" y="242"/>
                    </a:cubicBezTo>
                    <a:cubicBezTo>
                      <a:pt x="208" y="253"/>
                      <a:pt x="197" y="263"/>
                      <a:pt x="197" y="263"/>
                    </a:cubicBezTo>
                    <a:lnTo>
                      <a:pt x="186" y="285"/>
                    </a:lnTo>
                    <a:lnTo>
                      <a:pt x="154" y="318"/>
                    </a:lnTo>
                    <a:cubicBezTo>
                      <a:pt x="143" y="340"/>
                      <a:pt x="132" y="351"/>
                      <a:pt x="121" y="373"/>
                    </a:cubicBezTo>
                    <a:cubicBezTo>
                      <a:pt x="121" y="373"/>
                      <a:pt x="110" y="384"/>
                      <a:pt x="110" y="384"/>
                    </a:cubicBezTo>
                    <a:cubicBezTo>
                      <a:pt x="99" y="395"/>
                      <a:pt x="99" y="406"/>
                      <a:pt x="99" y="417"/>
                    </a:cubicBezTo>
                    <a:cubicBezTo>
                      <a:pt x="88" y="428"/>
                      <a:pt x="77" y="438"/>
                      <a:pt x="77" y="438"/>
                    </a:cubicBezTo>
                    <a:cubicBezTo>
                      <a:pt x="66" y="460"/>
                      <a:pt x="55" y="493"/>
                      <a:pt x="44" y="515"/>
                    </a:cubicBezTo>
                    <a:cubicBezTo>
                      <a:pt x="22" y="537"/>
                      <a:pt x="11" y="570"/>
                      <a:pt x="0" y="603"/>
                    </a:cubicBezTo>
                    <a:lnTo>
                      <a:pt x="33" y="635"/>
                    </a:lnTo>
                    <a:cubicBezTo>
                      <a:pt x="33" y="632"/>
                      <a:pt x="36" y="630"/>
                      <a:pt x="39" y="630"/>
                    </a:cubicBezTo>
                    <a:cubicBezTo>
                      <a:pt x="45" y="630"/>
                      <a:pt x="55" y="635"/>
                      <a:pt x="55" y="635"/>
                    </a:cubicBezTo>
                    <a:lnTo>
                      <a:pt x="77" y="635"/>
                    </a:lnTo>
                    <a:cubicBezTo>
                      <a:pt x="82" y="630"/>
                      <a:pt x="88" y="627"/>
                      <a:pt x="93" y="627"/>
                    </a:cubicBezTo>
                    <a:cubicBezTo>
                      <a:pt x="99" y="627"/>
                      <a:pt x="104" y="630"/>
                      <a:pt x="110" y="635"/>
                    </a:cubicBezTo>
                    <a:cubicBezTo>
                      <a:pt x="110" y="624"/>
                      <a:pt x="110" y="624"/>
                      <a:pt x="121" y="613"/>
                    </a:cubicBezTo>
                    <a:cubicBezTo>
                      <a:pt x="132" y="603"/>
                      <a:pt x="121" y="581"/>
                      <a:pt x="121" y="548"/>
                    </a:cubicBezTo>
                    <a:cubicBezTo>
                      <a:pt x="121" y="526"/>
                      <a:pt x="132" y="504"/>
                      <a:pt x="143" y="482"/>
                    </a:cubicBezTo>
                    <a:cubicBezTo>
                      <a:pt x="143" y="471"/>
                      <a:pt x="154" y="460"/>
                      <a:pt x="154" y="460"/>
                    </a:cubicBezTo>
                    <a:cubicBezTo>
                      <a:pt x="164" y="449"/>
                      <a:pt x="154" y="438"/>
                      <a:pt x="164" y="428"/>
                    </a:cubicBezTo>
                    <a:cubicBezTo>
                      <a:pt x="175" y="406"/>
                      <a:pt x="186" y="395"/>
                      <a:pt x="197" y="384"/>
                    </a:cubicBezTo>
                    <a:cubicBezTo>
                      <a:pt x="197" y="384"/>
                      <a:pt x="208" y="384"/>
                      <a:pt x="208" y="373"/>
                    </a:cubicBezTo>
                    <a:lnTo>
                      <a:pt x="219" y="351"/>
                    </a:lnTo>
                    <a:cubicBezTo>
                      <a:pt x="241" y="318"/>
                      <a:pt x="263" y="285"/>
                      <a:pt x="296" y="263"/>
                    </a:cubicBezTo>
                    <a:cubicBezTo>
                      <a:pt x="300" y="261"/>
                      <a:pt x="304" y="260"/>
                      <a:pt x="307" y="260"/>
                    </a:cubicBezTo>
                    <a:cubicBezTo>
                      <a:pt x="318" y="260"/>
                      <a:pt x="322" y="274"/>
                      <a:pt x="339" y="274"/>
                    </a:cubicBezTo>
                    <a:cubicBezTo>
                      <a:pt x="339" y="263"/>
                      <a:pt x="350" y="263"/>
                      <a:pt x="361" y="263"/>
                    </a:cubicBezTo>
                    <a:lnTo>
                      <a:pt x="372" y="263"/>
                    </a:lnTo>
                    <a:cubicBezTo>
                      <a:pt x="394" y="274"/>
                      <a:pt x="416" y="296"/>
                      <a:pt x="449" y="307"/>
                    </a:cubicBezTo>
                    <a:lnTo>
                      <a:pt x="547" y="307"/>
                    </a:lnTo>
                    <a:cubicBezTo>
                      <a:pt x="558" y="296"/>
                      <a:pt x="580" y="296"/>
                      <a:pt x="591" y="285"/>
                    </a:cubicBezTo>
                    <a:cubicBezTo>
                      <a:pt x="613" y="274"/>
                      <a:pt x="624" y="253"/>
                      <a:pt x="635" y="242"/>
                    </a:cubicBezTo>
                    <a:cubicBezTo>
                      <a:pt x="657" y="209"/>
                      <a:pt x="689" y="176"/>
                      <a:pt x="711" y="154"/>
                    </a:cubicBezTo>
                    <a:cubicBezTo>
                      <a:pt x="733" y="121"/>
                      <a:pt x="766" y="110"/>
                      <a:pt x="799" y="99"/>
                    </a:cubicBezTo>
                    <a:cubicBezTo>
                      <a:pt x="821" y="67"/>
                      <a:pt x="854" y="67"/>
                      <a:pt x="875" y="56"/>
                    </a:cubicBezTo>
                    <a:cubicBezTo>
                      <a:pt x="875" y="56"/>
                      <a:pt x="886" y="56"/>
                      <a:pt x="897" y="45"/>
                    </a:cubicBezTo>
                    <a:lnTo>
                      <a:pt x="952" y="45"/>
                    </a:lnTo>
                    <a:cubicBezTo>
                      <a:pt x="963" y="45"/>
                      <a:pt x="985" y="45"/>
                      <a:pt x="1007" y="56"/>
                    </a:cubicBezTo>
                    <a:lnTo>
                      <a:pt x="1039" y="56"/>
                    </a:lnTo>
                    <a:cubicBezTo>
                      <a:pt x="1072" y="67"/>
                      <a:pt x="1094" y="88"/>
                      <a:pt x="1105" y="121"/>
                    </a:cubicBezTo>
                    <a:cubicBezTo>
                      <a:pt x="1123" y="121"/>
                      <a:pt x="1126" y="135"/>
                      <a:pt x="1138" y="135"/>
                    </a:cubicBezTo>
                    <a:cubicBezTo>
                      <a:pt x="1141" y="135"/>
                      <a:pt x="1144" y="134"/>
                      <a:pt x="1149" y="132"/>
                    </a:cubicBezTo>
                    <a:cubicBezTo>
                      <a:pt x="1160" y="121"/>
                      <a:pt x="1138" y="88"/>
                      <a:pt x="1116" y="67"/>
                    </a:cubicBezTo>
                    <a:cubicBezTo>
                      <a:pt x="1094" y="45"/>
                      <a:pt x="1072" y="34"/>
                      <a:pt x="1050" y="34"/>
                    </a:cubicBezTo>
                    <a:cubicBezTo>
                      <a:pt x="1050" y="12"/>
                      <a:pt x="1018" y="1"/>
                      <a:pt x="9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2"/>
            <p:cNvSpPr/>
            <p:nvPr/>
          </p:nvSpPr>
          <p:spPr>
            <a:xfrm flipH="1">
              <a:off x="5228600" y="5046525"/>
              <a:ext cx="24525" cy="17075"/>
            </a:xfrm>
            <a:custGeom>
              <a:avLst/>
              <a:gdLst/>
              <a:ahLst/>
              <a:cxnLst/>
              <a:rect l="l" t="t" r="r" b="b"/>
              <a:pathLst>
                <a:path w="981" h="683" extrusionOk="0">
                  <a:moveTo>
                    <a:pt x="480" y="0"/>
                  </a:moveTo>
                  <a:cubicBezTo>
                    <a:pt x="202" y="0"/>
                    <a:pt x="1" y="391"/>
                    <a:pt x="283" y="612"/>
                  </a:cubicBezTo>
                  <a:cubicBezTo>
                    <a:pt x="351" y="661"/>
                    <a:pt x="420" y="682"/>
                    <a:pt x="486" y="682"/>
                  </a:cubicBezTo>
                  <a:cubicBezTo>
                    <a:pt x="769" y="682"/>
                    <a:pt x="981" y="289"/>
                    <a:pt x="688" y="76"/>
                  </a:cubicBezTo>
                  <a:cubicBezTo>
                    <a:pt x="618" y="23"/>
                    <a:pt x="547"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flipH="1">
              <a:off x="5123000" y="4818425"/>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flipH="1">
              <a:off x="5331325" y="418615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flipH="1">
              <a:off x="5397575" y="3902100"/>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flipH="1">
              <a:off x="5901250" y="38334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flipH="1">
              <a:off x="5049975" y="4301375"/>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flipH="1">
              <a:off x="4542500" y="475642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 name="Google Shape;223;p2"/>
            <p:cNvGrpSpPr/>
            <p:nvPr/>
          </p:nvGrpSpPr>
          <p:grpSpPr>
            <a:xfrm>
              <a:off x="5500300" y="4469938"/>
              <a:ext cx="33675" cy="35675"/>
              <a:chOff x="4304250" y="4768863"/>
              <a:chExt cx="33675" cy="35675"/>
            </a:xfrm>
          </p:grpSpPr>
          <p:sp>
            <p:nvSpPr>
              <p:cNvPr id="224" name="Google Shape;224;p2"/>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2"/>
            <p:cNvGrpSpPr/>
            <p:nvPr/>
          </p:nvGrpSpPr>
          <p:grpSpPr>
            <a:xfrm>
              <a:off x="5829875" y="4084163"/>
              <a:ext cx="123900" cy="117750"/>
              <a:chOff x="4877375" y="4089763"/>
              <a:chExt cx="123900" cy="117750"/>
            </a:xfrm>
          </p:grpSpPr>
          <p:sp>
            <p:nvSpPr>
              <p:cNvPr id="228" name="Google Shape;228;p2"/>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2"/>
            <p:cNvSpPr/>
            <p:nvPr/>
          </p:nvSpPr>
          <p:spPr>
            <a:xfrm>
              <a:off x="5572525" y="4731388"/>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 name="Google Shape;234;p2"/>
            <p:cNvGrpSpPr/>
            <p:nvPr/>
          </p:nvGrpSpPr>
          <p:grpSpPr>
            <a:xfrm>
              <a:off x="8695963" y="2344700"/>
              <a:ext cx="42425" cy="60175"/>
              <a:chOff x="8695963" y="2344700"/>
              <a:chExt cx="42425" cy="60175"/>
            </a:xfrm>
          </p:grpSpPr>
          <p:sp>
            <p:nvSpPr>
              <p:cNvPr id="235" name="Google Shape;235;p2"/>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7" name="Google Shape;237;p2"/>
          <p:cNvSpPr txBox="1">
            <a:spLocks noGrp="1"/>
          </p:cNvSpPr>
          <p:nvPr>
            <p:ph type="ctrTitle"/>
          </p:nvPr>
        </p:nvSpPr>
        <p:spPr>
          <a:xfrm>
            <a:off x="720000" y="923850"/>
            <a:ext cx="5109900" cy="23469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1"/>
              </a:buClr>
              <a:buSzPts val="5200"/>
              <a:buNone/>
              <a:defRPr sz="5200">
                <a:solidFill>
                  <a:schemeClr val="accent1"/>
                </a:solidFill>
              </a:defRPr>
            </a:lvl1pPr>
            <a:lvl2pPr lvl="1" algn="ctr">
              <a:spcBef>
                <a:spcPts val="0"/>
              </a:spcBef>
              <a:spcAft>
                <a:spcPts val="0"/>
              </a:spcAft>
              <a:buClr>
                <a:schemeClr val="accent1"/>
              </a:buClr>
              <a:buSzPts val="5200"/>
              <a:buNone/>
              <a:defRPr sz="5200">
                <a:solidFill>
                  <a:schemeClr val="accent1"/>
                </a:solidFill>
              </a:defRPr>
            </a:lvl2pPr>
            <a:lvl3pPr lvl="2" algn="ctr">
              <a:spcBef>
                <a:spcPts val="0"/>
              </a:spcBef>
              <a:spcAft>
                <a:spcPts val="0"/>
              </a:spcAft>
              <a:buClr>
                <a:schemeClr val="accent1"/>
              </a:buClr>
              <a:buSzPts val="5200"/>
              <a:buNone/>
              <a:defRPr sz="5200">
                <a:solidFill>
                  <a:schemeClr val="accent1"/>
                </a:solidFill>
              </a:defRPr>
            </a:lvl3pPr>
            <a:lvl4pPr lvl="3" algn="ctr">
              <a:spcBef>
                <a:spcPts val="0"/>
              </a:spcBef>
              <a:spcAft>
                <a:spcPts val="0"/>
              </a:spcAft>
              <a:buClr>
                <a:schemeClr val="accent1"/>
              </a:buClr>
              <a:buSzPts val="5200"/>
              <a:buNone/>
              <a:defRPr sz="5200">
                <a:solidFill>
                  <a:schemeClr val="accent1"/>
                </a:solidFill>
              </a:defRPr>
            </a:lvl4pPr>
            <a:lvl5pPr lvl="4" algn="ctr">
              <a:spcBef>
                <a:spcPts val="0"/>
              </a:spcBef>
              <a:spcAft>
                <a:spcPts val="0"/>
              </a:spcAft>
              <a:buClr>
                <a:schemeClr val="accent1"/>
              </a:buClr>
              <a:buSzPts val="5200"/>
              <a:buNone/>
              <a:defRPr sz="5200">
                <a:solidFill>
                  <a:schemeClr val="accent1"/>
                </a:solidFill>
              </a:defRPr>
            </a:lvl5pPr>
            <a:lvl6pPr lvl="5" algn="ctr">
              <a:spcBef>
                <a:spcPts val="0"/>
              </a:spcBef>
              <a:spcAft>
                <a:spcPts val="0"/>
              </a:spcAft>
              <a:buClr>
                <a:schemeClr val="accent1"/>
              </a:buClr>
              <a:buSzPts val="5200"/>
              <a:buNone/>
              <a:defRPr sz="5200">
                <a:solidFill>
                  <a:schemeClr val="accent1"/>
                </a:solidFill>
              </a:defRPr>
            </a:lvl6pPr>
            <a:lvl7pPr lvl="6" algn="ctr">
              <a:spcBef>
                <a:spcPts val="0"/>
              </a:spcBef>
              <a:spcAft>
                <a:spcPts val="0"/>
              </a:spcAft>
              <a:buClr>
                <a:schemeClr val="accent1"/>
              </a:buClr>
              <a:buSzPts val="5200"/>
              <a:buNone/>
              <a:defRPr sz="5200">
                <a:solidFill>
                  <a:schemeClr val="accent1"/>
                </a:solidFill>
              </a:defRPr>
            </a:lvl7pPr>
            <a:lvl8pPr lvl="7" algn="ctr">
              <a:spcBef>
                <a:spcPts val="0"/>
              </a:spcBef>
              <a:spcAft>
                <a:spcPts val="0"/>
              </a:spcAft>
              <a:buClr>
                <a:schemeClr val="accent1"/>
              </a:buClr>
              <a:buSzPts val="5200"/>
              <a:buNone/>
              <a:defRPr sz="5200">
                <a:solidFill>
                  <a:schemeClr val="accent1"/>
                </a:solidFill>
              </a:defRPr>
            </a:lvl8pPr>
            <a:lvl9pPr lvl="8" algn="ctr">
              <a:spcBef>
                <a:spcPts val="0"/>
              </a:spcBef>
              <a:spcAft>
                <a:spcPts val="0"/>
              </a:spcAft>
              <a:buClr>
                <a:schemeClr val="accent1"/>
              </a:buClr>
              <a:buSzPts val="5200"/>
              <a:buNone/>
              <a:defRPr sz="5200">
                <a:solidFill>
                  <a:schemeClr val="accent1"/>
                </a:solidFill>
              </a:defRPr>
            </a:lvl9pPr>
          </a:lstStyle>
          <a:p>
            <a:endParaRPr/>
          </a:p>
        </p:txBody>
      </p:sp>
      <p:sp>
        <p:nvSpPr>
          <p:cNvPr id="238" name="Google Shape;238;p2"/>
          <p:cNvSpPr txBox="1">
            <a:spLocks noGrp="1"/>
          </p:cNvSpPr>
          <p:nvPr>
            <p:ph type="subTitle" idx="1"/>
          </p:nvPr>
        </p:nvSpPr>
        <p:spPr>
          <a:xfrm>
            <a:off x="720000" y="3307575"/>
            <a:ext cx="3318600" cy="834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9" name="Google Shape;239;p2"/>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0"/>
        <p:cNvGrpSpPr/>
        <p:nvPr/>
      </p:nvGrpSpPr>
      <p:grpSpPr>
        <a:xfrm>
          <a:off x="0" y="0"/>
          <a:ext cx="0" cy="0"/>
          <a:chOff x="0" y="0"/>
          <a:chExt cx="0" cy="0"/>
        </a:xfrm>
      </p:grpSpPr>
      <p:grpSp>
        <p:nvGrpSpPr>
          <p:cNvPr id="241" name="Google Shape;241;p3"/>
          <p:cNvGrpSpPr/>
          <p:nvPr/>
        </p:nvGrpSpPr>
        <p:grpSpPr>
          <a:xfrm>
            <a:off x="4376088" y="0"/>
            <a:ext cx="4767900" cy="5091650"/>
            <a:chOff x="4376088" y="0"/>
            <a:chExt cx="4767900" cy="5091650"/>
          </a:xfrm>
        </p:grpSpPr>
        <p:sp>
          <p:nvSpPr>
            <p:cNvPr id="242" name="Google Shape;242;p3"/>
            <p:cNvSpPr/>
            <p:nvPr/>
          </p:nvSpPr>
          <p:spPr>
            <a:xfrm rot="10800000" flipH="1">
              <a:off x="7398475" y="3553675"/>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rot="10800000" flipH="1">
              <a:off x="6827675" y="35931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3"/>
            <p:cNvGrpSpPr/>
            <p:nvPr/>
          </p:nvGrpSpPr>
          <p:grpSpPr>
            <a:xfrm>
              <a:off x="4376088" y="3836263"/>
              <a:ext cx="2594813" cy="1255388"/>
              <a:chOff x="4376088" y="3836263"/>
              <a:chExt cx="2594813" cy="1255388"/>
            </a:xfrm>
          </p:grpSpPr>
          <p:sp>
            <p:nvSpPr>
              <p:cNvPr id="245" name="Google Shape;245;p3"/>
              <p:cNvSpPr/>
              <p:nvPr/>
            </p:nvSpPr>
            <p:spPr>
              <a:xfrm flipH="1">
                <a:off x="6600750" y="390166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flipH="1">
                <a:off x="6291463" y="50406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flipH="1">
                <a:off x="6345150" y="3971113"/>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rot="10800000" flipH="1">
                <a:off x="6665800" y="46548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3"/>
              <p:cNvGrpSpPr/>
              <p:nvPr/>
            </p:nvGrpSpPr>
            <p:grpSpPr>
              <a:xfrm rot="10800000" flipH="1">
                <a:off x="6766613" y="4756875"/>
                <a:ext cx="162450" cy="154525"/>
                <a:chOff x="8676550" y="247000"/>
                <a:chExt cx="162450" cy="154525"/>
              </a:xfrm>
            </p:grpSpPr>
            <p:sp>
              <p:nvSpPr>
                <p:cNvPr id="250" name="Google Shape;250;p3"/>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3"/>
              <p:cNvGrpSpPr/>
              <p:nvPr/>
            </p:nvGrpSpPr>
            <p:grpSpPr>
              <a:xfrm rot="10800000" flipH="1">
                <a:off x="6541913" y="4145338"/>
                <a:ext cx="119250" cy="106125"/>
                <a:chOff x="8527250" y="1363000"/>
                <a:chExt cx="119250" cy="106125"/>
              </a:xfrm>
            </p:grpSpPr>
            <p:sp>
              <p:nvSpPr>
                <p:cNvPr id="255" name="Google Shape;255;p3"/>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 name="Google Shape;259;p3"/>
              <p:cNvSpPr/>
              <p:nvPr/>
            </p:nvSpPr>
            <p:spPr>
              <a:xfrm rot="10800000" flipH="1">
                <a:off x="6535638" y="4886738"/>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rot="10800000" flipH="1">
                <a:off x="6505088" y="4511963"/>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rot="10800000" flipH="1">
                <a:off x="6604975" y="45060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rot="10800000" flipH="1">
                <a:off x="6611250" y="45137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rot="10800000" flipH="1">
                <a:off x="6585825" y="44984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rot="10800000" flipH="1">
                <a:off x="6604425" y="450718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rot="10800000" flipH="1">
                <a:off x="6612900" y="452468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rot="10800000" flipH="1">
                <a:off x="6592675" y="450446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3"/>
              <p:cNvGrpSpPr/>
              <p:nvPr/>
            </p:nvGrpSpPr>
            <p:grpSpPr>
              <a:xfrm rot="10800000" flipH="1">
                <a:off x="6898950" y="3943388"/>
                <a:ext cx="71950" cy="81225"/>
                <a:chOff x="8764175" y="4911563"/>
                <a:chExt cx="71950" cy="81225"/>
              </a:xfrm>
            </p:grpSpPr>
            <p:sp>
              <p:nvSpPr>
                <p:cNvPr id="268" name="Google Shape;268;p3"/>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3"/>
              <p:cNvGrpSpPr/>
              <p:nvPr/>
            </p:nvGrpSpPr>
            <p:grpSpPr>
              <a:xfrm rot="10800000" flipH="1">
                <a:off x="6229650" y="3836263"/>
                <a:ext cx="61825" cy="42450"/>
                <a:chOff x="4695825" y="4574513"/>
                <a:chExt cx="61825" cy="42450"/>
              </a:xfrm>
            </p:grpSpPr>
            <p:sp>
              <p:nvSpPr>
                <p:cNvPr id="274" name="Google Shape;274;p3"/>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3"/>
              <p:cNvSpPr/>
              <p:nvPr/>
            </p:nvSpPr>
            <p:spPr>
              <a:xfrm rot="10800000" flipH="1">
                <a:off x="6790350" y="44649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rot="10800000" flipH="1">
                <a:off x="6787775" y="4316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3"/>
              <p:cNvGrpSpPr/>
              <p:nvPr/>
            </p:nvGrpSpPr>
            <p:grpSpPr>
              <a:xfrm>
                <a:off x="4376088" y="3957425"/>
                <a:ext cx="2016175" cy="1134225"/>
                <a:chOff x="9561163" y="3957425"/>
                <a:chExt cx="2016175" cy="1134225"/>
              </a:xfrm>
            </p:grpSpPr>
            <p:sp>
              <p:nvSpPr>
                <p:cNvPr id="282" name="Google Shape;282;p3"/>
                <p:cNvSpPr/>
                <p:nvPr/>
              </p:nvSpPr>
              <p:spPr>
                <a:xfrm rot="10800000" flipH="1">
                  <a:off x="10414413" y="47700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3"/>
                <p:cNvGrpSpPr/>
                <p:nvPr/>
              </p:nvGrpSpPr>
              <p:grpSpPr>
                <a:xfrm rot="10800000" flipH="1">
                  <a:off x="10007513" y="5069675"/>
                  <a:ext cx="27650" cy="21975"/>
                  <a:chOff x="8820375" y="1023600"/>
                  <a:chExt cx="27650" cy="21975"/>
                </a:xfrm>
              </p:grpSpPr>
              <p:sp>
                <p:nvSpPr>
                  <p:cNvPr id="284" name="Google Shape;284;p3"/>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3"/>
                <p:cNvGrpSpPr/>
                <p:nvPr/>
              </p:nvGrpSpPr>
              <p:grpSpPr>
                <a:xfrm rot="10800000" flipH="1">
                  <a:off x="11351188" y="4100450"/>
                  <a:ext cx="55825" cy="44400"/>
                  <a:chOff x="8347600" y="1441475"/>
                  <a:chExt cx="55825" cy="44400"/>
                </a:xfrm>
              </p:grpSpPr>
              <p:sp>
                <p:nvSpPr>
                  <p:cNvPr id="290" name="Google Shape;290;p3"/>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3"/>
                <p:cNvGrpSpPr/>
                <p:nvPr/>
              </p:nvGrpSpPr>
              <p:grpSpPr>
                <a:xfrm rot="10800000" flipH="1">
                  <a:off x="11321000" y="4892400"/>
                  <a:ext cx="80675" cy="73725"/>
                  <a:chOff x="7502975" y="324575"/>
                  <a:chExt cx="80675" cy="73725"/>
                </a:xfrm>
              </p:grpSpPr>
              <p:sp>
                <p:nvSpPr>
                  <p:cNvPr id="294" name="Google Shape;294;p3"/>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3"/>
                <p:cNvGrpSpPr/>
                <p:nvPr/>
              </p:nvGrpSpPr>
              <p:grpSpPr>
                <a:xfrm rot="10800000" flipH="1">
                  <a:off x="11506238" y="4289400"/>
                  <a:ext cx="71100" cy="74200"/>
                  <a:chOff x="8502650" y="1222725"/>
                  <a:chExt cx="71100" cy="74200"/>
                </a:xfrm>
              </p:grpSpPr>
              <p:sp>
                <p:nvSpPr>
                  <p:cNvPr id="300" name="Google Shape;300;p3"/>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3"/>
                <p:cNvGrpSpPr/>
                <p:nvPr/>
              </p:nvGrpSpPr>
              <p:grpSpPr>
                <a:xfrm rot="10800000" flipH="1">
                  <a:off x="10639400" y="4849000"/>
                  <a:ext cx="157250" cy="160550"/>
                  <a:chOff x="7568050" y="747400"/>
                  <a:chExt cx="157250" cy="160550"/>
                </a:xfrm>
              </p:grpSpPr>
              <p:sp>
                <p:nvSpPr>
                  <p:cNvPr id="305" name="Google Shape;305;p3"/>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3"/>
                <p:cNvGrpSpPr/>
                <p:nvPr/>
              </p:nvGrpSpPr>
              <p:grpSpPr>
                <a:xfrm rot="10800000" flipH="1">
                  <a:off x="10972475" y="4141013"/>
                  <a:ext cx="32825" cy="22950"/>
                  <a:chOff x="8097425" y="1383825"/>
                  <a:chExt cx="32825" cy="22950"/>
                </a:xfrm>
              </p:grpSpPr>
              <p:sp>
                <p:nvSpPr>
                  <p:cNvPr id="310" name="Google Shape;310;p3"/>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3"/>
                <p:cNvSpPr/>
                <p:nvPr/>
              </p:nvSpPr>
              <p:spPr>
                <a:xfrm rot="10800000" flipH="1">
                  <a:off x="10186813" y="48917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rot="10800000" flipH="1">
                  <a:off x="11066438" y="45368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rot="10800000" flipH="1">
                  <a:off x="9561163" y="49745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rot="10800000" flipH="1">
                  <a:off x="9941638" y="48154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rot="10800000" flipH="1">
                  <a:off x="11123663" y="395742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rot="10800000" flipH="1">
                  <a:off x="11265125" y="46098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rot="10800000" flipH="1">
                  <a:off x="10582975" y="449705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rot="10800000">
                  <a:off x="11191275" y="43331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rot="10800000">
                  <a:off x="10928350" y="48767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rot="10800000">
                  <a:off x="10950875" y="4728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rot="10800000">
                  <a:off x="11097425" y="50459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3"/>
              <p:cNvGrpSpPr/>
              <p:nvPr/>
            </p:nvGrpSpPr>
            <p:grpSpPr>
              <a:xfrm rot="10800000" flipH="1">
                <a:off x="6316063" y="4693088"/>
                <a:ext cx="42425" cy="60175"/>
                <a:chOff x="8695963" y="2344700"/>
                <a:chExt cx="42425" cy="60175"/>
              </a:xfrm>
            </p:grpSpPr>
            <p:sp>
              <p:nvSpPr>
                <p:cNvPr id="326" name="Google Shape;326;p3"/>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8" name="Google Shape;328;p3"/>
            <p:cNvGrpSpPr/>
            <p:nvPr/>
          </p:nvGrpSpPr>
          <p:grpSpPr>
            <a:xfrm>
              <a:off x="7401363" y="0"/>
              <a:ext cx="1742625" cy="2062738"/>
              <a:chOff x="7401363" y="0"/>
              <a:chExt cx="1742625" cy="2062738"/>
            </a:xfrm>
          </p:grpSpPr>
          <p:grpSp>
            <p:nvGrpSpPr>
              <p:cNvPr id="329" name="Google Shape;329;p3"/>
              <p:cNvGrpSpPr/>
              <p:nvPr/>
            </p:nvGrpSpPr>
            <p:grpSpPr>
              <a:xfrm flipH="1">
                <a:off x="8581000" y="934450"/>
                <a:ext cx="55825" cy="44400"/>
                <a:chOff x="8347600" y="1441475"/>
                <a:chExt cx="55825" cy="44400"/>
              </a:xfrm>
            </p:grpSpPr>
            <p:sp>
              <p:nvSpPr>
                <p:cNvPr id="330" name="Google Shape;330;p3"/>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3"/>
              <p:cNvGrpSpPr/>
              <p:nvPr/>
            </p:nvGrpSpPr>
            <p:grpSpPr>
              <a:xfrm flipH="1">
                <a:off x="8586338" y="113175"/>
                <a:ext cx="80675" cy="73725"/>
                <a:chOff x="7502975" y="324575"/>
                <a:chExt cx="80675" cy="73725"/>
              </a:xfrm>
            </p:grpSpPr>
            <p:sp>
              <p:nvSpPr>
                <p:cNvPr id="334" name="Google Shape;334;p3"/>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3"/>
              <p:cNvSpPr/>
              <p:nvPr/>
            </p:nvSpPr>
            <p:spPr>
              <a:xfrm flipH="1">
                <a:off x="7837850" y="11102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p:nvPr/>
            </p:nvSpPr>
            <p:spPr>
              <a:xfrm flipH="1">
                <a:off x="8182513" y="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 name="Google Shape;341;p3"/>
              <p:cNvGrpSpPr/>
              <p:nvPr/>
            </p:nvGrpSpPr>
            <p:grpSpPr>
              <a:xfrm flipH="1">
                <a:off x="8088313" y="1064775"/>
                <a:ext cx="162450" cy="154525"/>
                <a:chOff x="8676550" y="247000"/>
                <a:chExt cx="162450" cy="154525"/>
              </a:xfrm>
            </p:grpSpPr>
            <p:sp>
              <p:nvSpPr>
                <p:cNvPr id="342" name="Google Shape;342;p3"/>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346;p3"/>
              <p:cNvGrpSpPr/>
              <p:nvPr/>
            </p:nvGrpSpPr>
            <p:grpSpPr>
              <a:xfrm flipH="1">
                <a:off x="8410675" y="715700"/>
                <a:ext cx="71100" cy="74200"/>
                <a:chOff x="8502650" y="1222725"/>
                <a:chExt cx="71100" cy="74200"/>
              </a:xfrm>
            </p:grpSpPr>
            <p:sp>
              <p:nvSpPr>
                <p:cNvPr id="347" name="Google Shape;347;p3"/>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 name="Google Shape;351;p3"/>
              <p:cNvGrpSpPr/>
              <p:nvPr/>
            </p:nvGrpSpPr>
            <p:grpSpPr>
              <a:xfrm flipH="1">
                <a:off x="8853775" y="31113"/>
                <a:ext cx="157250" cy="160550"/>
                <a:chOff x="7568050" y="747400"/>
                <a:chExt cx="157250" cy="160550"/>
              </a:xfrm>
            </p:grpSpPr>
            <p:sp>
              <p:nvSpPr>
                <p:cNvPr id="352" name="Google Shape;352;p3"/>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3"/>
              <p:cNvGrpSpPr/>
              <p:nvPr/>
            </p:nvGrpSpPr>
            <p:grpSpPr>
              <a:xfrm flipH="1">
                <a:off x="8982713" y="915338"/>
                <a:ext cx="32825" cy="22950"/>
                <a:chOff x="8097425" y="1383825"/>
                <a:chExt cx="32825" cy="22950"/>
              </a:xfrm>
            </p:grpSpPr>
            <p:sp>
              <p:nvSpPr>
                <p:cNvPr id="357" name="Google Shape;357;p3"/>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3"/>
              <p:cNvGrpSpPr/>
              <p:nvPr/>
            </p:nvGrpSpPr>
            <p:grpSpPr>
              <a:xfrm flipH="1">
                <a:off x="7816938" y="829200"/>
                <a:ext cx="115950" cy="86125"/>
                <a:chOff x="8839525" y="1569650"/>
                <a:chExt cx="115950" cy="86125"/>
              </a:xfrm>
            </p:grpSpPr>
            <p:sp>
              <p:nvSpPr>
                <p:cNvPr id="362" name="Google Shape;362;p3"/>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 name="Google Shape;364;p3"/>
              <p:cNvGrpSpPr/>
              <p:nvPr/>
            </p:nvGrpSpPr>
            <p:grpSpPr>
              <a:xfrm flipH="1">
                <a:off x="7401363" y="1483188"/>
                <a:ext cx="48150" cy="36350"/>
                <a:chOff x="8512150" y="4124863"/>
                <a:chExt cx="48150" cy="36350"/>
              </a:xfrm>
            </p:grpSpPr>
            <p:sp>
              <p:nvSpPr>
                <p:cNvPr id="365" name="Google Shape;365;p3"/>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3"/>
              <p:cNvSpPr/>
              <p:nvPr/>
            </p:nvSpPr>
            <p:spPr>
              <a:xfrm flipH="1">
                <a:off x="7760763" y="14431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
              <p:cNvSpPr/>
              <p:nvPr/>
            </p:nvSpPr>
            <p:spPr>
              <a:xfrm flipH="1">
                <a:off x="8869675" y="4976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
              <p:cNvSpPr/>
              <p:nvPr/>
            </p:nvSpPr>
            <p:spPr>
              <a:xfrm flipH="1">
                <a:off x="8147125" y="7562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
              <p:cNvSpPr/>
              <p:nvPr/>
            </p:nvSpPr>
            <p:spPr>
              <a:xfrm flipH="1">
                <a:off x="8402425" y="1210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
              <p:cNvSpPr/>
              <p:nvPr/>
            </p:nvSpPr>
            <p:spPr>
              <a:xfrm flipH="1">
                <a:off x="8796750" y="10647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
              <p:cNvSpPr/>
              <p:nvPr/>
            </p:nvSpPr>
            <p:spPr>
              <a:xfrm flipH="1">
                <a:off x="8688138" y="4119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
              <p:cNvSpPr/>
              <p:nvPr/>
            </p:nvSpPr>
            <p:spPr>
              <a:xfrm flipH="1">
                <a:off x="7932900" y="12975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
              <p:cNvSpPr/>
              <p:nvPr/>
            </p:nvSpPr>
            <p:spPr>
              <a:xfrm flipH="1">
                <a:off x="8281338" y="1869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
              <p:cNvSpPr/>
              <p:nvPr/>
            </p:nvSpPr>
            <p:spPr>
              <a:xfrm flipH="1">
                <a:off x="8273688" y="1771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
              <p:cNvSpPr/>
              <p:nvPr/>
            </p:nvSpPr>
            <p:spPr>
              <a:xfrm flipH="1">
                <a:off x="7962688" y="4986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
              <p:cNvSpPr/>
              <p:nvPr/>
            </p:nvSpPr>
            <p:spPr>
              <a:xfrm flipH="1">
                <a:off x="8280788" y="1096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
              <p:cNvSpPr/>
              <p:nvPr/>
            </p:nvSpPr>
            <p:spPr>
              <a:xfrm flipH="1">
                <a:off x="8223913" y="3785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
              <p:cNvSpPr/>
              <p:nvPr/>
            </p:nvSpPr>
            <p:spPr>
              <a:xfrm>
                <a:off x="8758713" y="7078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
              <p:cNvSpPr/>
              <p:nvPr/>
            </p:nvSpPr>
            <p:spPr>
              <a:xfrm>
                <a:off x="9101813" y="979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
              <p:cNvSpPr/>
              <p:nvPr/>
            </p:nvSpPr>
            <p:spPr>
              <a:xfrm>
                <a:off x="9023038" y="3382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
              <p:cNvSpPr/>
              <p:nvPr/>
            </p:nvSpPr>
            <p:spPr>
              <a:xfrm>
                <a:off x="7569988" y="153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
              <p:cNvSpPr/>
              <p:nvPr/>
            </p:nvSpPr>
            <p:spPr>
              <a:xfrm flipH="1">
                <a:off x="7556800" y="13332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
              <p:cNvSpPr/>
              <p:nvPr/>
            </p:nvSpPr>
            <p:spPr>
              <a:xfrm flipH="1">
                <a:off x="8160663" y="2114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
              <p:cNvSpPr/>
              <p:nvPr/>
            </p:nvSpPr>
            <p:spPr>
              <a:xfrm rot="10800000" flipH="1">
                <a:off x="8968450" y="13121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3"/>
              <p:cNvGrpSpPr/>
              <p:nvPr/>
            </p:nvGrpSpPr>
            <p:grpSpPr>
              <a:xfrm rot="10800000" flipH="1">
                <a:off x="8499688" y="1928163"/>
                <a:ext cx="76300" cy="134575"/>
                <a:chOff x="8292650" y="153875"/>
                <a:chExt cx="76300" cy="134575"/>
              </a:xfrm>
            </p:grpSpPr>
            <p:sp>
              <p:nvSpPr>
                <p:cNvPr id="389" name="Google Shape;389;p3"/>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
              <p:cNvSpPr/>
              <p:nvPr/>
            </p:nvSpPr>
            <p:spPr>
              <a:xfrm rot="10800000" flipH="1">
                <a:off x="8323113" y="17528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
              <p:cNvSpPr/>
              <p:nvPr/>
            </p:nvSpPr>
            <p:spPr>
              <a:xfrm rot="10800000" flipH="1">
                <a:off x="8383188" y="17084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 name="Google Shape;394;p3"/>
              <p:cNvGrpSpPr/>
              <p:nvPr/>
            </p:nvGrpSpPr>
            <p:grpSpPr>
              <a:xfrm rot="10800000">
                <a:off x="9032088" y="1600950"/>
                <a:ext cx="39675" cy="33500"/>
                <a:chOff x="1171975" y="3874200"/>
                <a:chExt cx="39675" cy="33500"/>
              </a:xfrm>
            </p:grpSpPr>
            <p:sp>
              <p:nvSpPr>
                <p:cNvPr id="395" name="Google Shape;395;p3"/>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 name="Google Shape;400;p3"/>
              <p:cNvSpPr/>
              <p:nvPr/>
            </p:nvSpPr>
            <p:spPr>
              <a:xfrm rot="10800000" flipH="1">
                <a:off x="8723213" y="16976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
              <p:cNvSpPr/>
              <p:nvPr/>
            </p:nvSpPr>
            <p:spPr>
              <a:xfrm rot="10800000" flipH="1">
                <a:off x="8956513" y="5813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 name="Google Shape;402;p3"/>
              <p:cNvGrpSpPr/>
              <p:nvPr/>
            </p:nvGrpSpPr>
            <p:grpSpPr>
              <a:xfrm rot="10800000">
                <a:off x="9110313" y="1043038"/>
                <a:ext cx="33675" cy="35675"/>
                <a:chOff x="4304250" y="4768863"/>
                <a:chExt cx="33675" cy="35675"/>
              </a:xfrm>
            </p:grpSpPr>
            <p:sp>
              <p:nvSpPr>
                <p:cNvPr id="403" name="Google Shape;403;p3"/>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3"/>
              <p:cNvGrpSpPr/>
              <p:nvPr/>
            </p:nvGrpSpPr>
            <p:grpSpPr>
              <a:xfrm rot="10800000">
                <a:off x="8690513" y="1346738"/>
                <a:ext cx="123900" cy="117750"/>
                <a:chOff x="4877375" y="4089763"/>
                <a:chExt cx="123900" cy="117750"/>
              </a:xfrm>
            </p:grpSpPr>
            <p:sp>
              <p:nvSpPr>
                <p:cNvPr id="407" name="Google Shape;407;p3"/>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12" name="Google Shape;412;p3"/>
          <p:cNvSpPr txBox="1">
            <a:spLocks noGrp="1"/>
          </p:cNvSpPr>
          <p:nvPr>
            <p:ph type="title"/>
          </p:nvPr>
        </p:nvSpPr>
        <p:spPr>
          <a:xfrm>
            <a:off x="2991000" y="1351800"/>
            <a:ext cx="2204100" cy="1257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13" name="Google Shape;413;p3"/>
          <p:cNvSpPr txBox="1">
            <a:spLocks noGrp="1"/>
          </p:cNvSpPr>
          <p:nvPr>
            <p:ph type="title" idx="2" hasCustomPrompt="1"/>
          </p:nvPr>
        </p:nvSpPr>
        <p:spPr>
          <a:xfrm>
            <a:off x="720000" y="912450"/>
            <a:ext cx="2271000" cy="3013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2000"/>
              <a:buNone/>
              <a:defRPr sz="18000">
                <a:solidFill>
                  <a:schemeClr val="accent2"/>
                </a:solidFill>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414" name="Google Shape;414;p3"/>
          <p:cNvSpPr txBox="1">
            <a:spLocks noGrp="1"/>
          </p:cNvSpPr>
          <p:nvPr>
            <p:ph type="subTitle" idx="1"/>
          </p:nvPr>
        </p:nvSpPr>
        <p:spPr>
          <a:xfrm>
            <a:off x="2991000" y="2705550"/>
            <a:ext cx="2432700" cy="83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15" name="Google Shape;415;p3"/>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6"/>
        <p:cNvGrpSpPr/>
        <p:nvPr/>
      </p:nvGrpSpPr>
      <p:grpSpPr>
        <a:xfrm>
          <a:off x="0" y="0"/>
          <a:ext cx="0" cy="0"/>
          <a:chOff x="0" y="0"/>
          <a:chExt cx="0" cy="0"/>
        </a:xfrm>
      </p:grpSpPr>
      <p:sp>
        <p:nvSpPr>
          <p:cNvPr id="417" name="Google Shape;4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18" name="Google Shape;418;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Anaheim"/>
              <a:buAutoNum type="arabicPeriod"/>
              <a:defRPr sz="1200"/>
            </a:lvl1pPr>
            <a:lvl2pPr marL="914400" lvl="1" indent="-317500">
              <a:spcBef>
                <a:spcPts val="0"/>
              </a:spcBef>
              <a:spcAft>
                <a:spcPts val="0"/>
              </a:spcAft>
              <a:buSzPts val="1400"/>
              <a:buAutoNum type="alphaLcPeriod"/>
              <a:defRPr/>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sp>
        <p:nvSpPr>
          <p:cNvPr id="419" name="Google Shape;419;p4"/>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0" name="Google Shape;420;p4"/>
          <p:cNvGrpSpPr/>
          <p:nvPr/>
        </p:nvGrpSpPr>
        <p:grpSpPr>
          <a:xfrm>
            <a:off x="7168413" y="37485"/>
            <a:ext cx="1898607" cy="1027238"/>
            <a:chOff x="7168413" y="37485"/>
            <a:chExt cx="1898607" cy="1027238"/>
          </a:xfrm>
        </p:grpSpPr>
        <p:grpSp>
          <p:nvGrpSpPr>
            <p:cNvPr id="421" name="Google Shape;421;p4"/>
            <p:cNvGrpSpPr/>
            <p:nvPr/>
          </p:nvGrpSpPr>
          <p:grpSpPr>
            <a:xfrm rot="-9237154">
              <a:off x="9035097" y="144778"/>
              <a:ext cx="28474" cy="22299"/>
              <a:chOff x="117600" y="5032275"/>
              <a:chExt cx="28475" cy="22300"/>
            </a:xfrm>
          </p:grpSpPr>
          <p:sp>
            <p:nvSpPr>
              <p:cNvPr id="422" name="Google Shape;422;p4"/>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 name="Google Shape;426;p4"/>
            <p:cNvGrpSpPr/>
            <p:nvPr/>
          </p:nvGrpSpPr>
          <p:grpSpPr>
            <a:xfrm rot="-9237154">
              <a:off x="8053894" y="45004"/>
              <a:ext cx="29274" cy="35824"/>
              <a:chOff x="7298175" y="170300"/>
              <a:chExt cx="29275" cy="35825"/>
            </a:xfrm>
          </p:grpSpPr>
          <p:sp>
            <p:nvSpPr>
              <p:cNvPr id="427" name="Google Shape;427;p4"/>
              <p:cNvSpPr/>
              <p:nvPr/>
            </p:nvSpPr>
            <p:spPr>
              <a:xfrm>
                <a:off x="7301450" y="173100"/>
                <a:ext cx="16975" cy="8150"/>
              </a:xfrm>
              <a:custGeom>
                <a:avLst/>
                <a:gdLst/>
                <a:ahLst/>
                <a:cxnLst/>
                <a:rect l="l" t="t" r="r" b="b"/>
                <a:pathLst>
                  <a:path w="679" h="326" extrusionOk="0">
                    <a:moveTo>
                      <a:pt x="217" y="0"/>
                    </a:moveTo>
                    <a:cubicBezTo>
                      <a:pt x="164" y="0"/>
                      <a:pt x="118" y="23"/>
                      <a:pt x="77" y="63"/>
                    </a:cubicBezTo>
                    <a:cubicBezTo>
                      <a:pt x="44" y="107"/>
                      <a:pt x="22" y="151"/>
                      <a:pt x="11" y="205"/>
                    </a:cubicBezTo>
                    <a:cubicBezTo>
                      <a:pt x="0" y="227"/>
                      <a:pt x="0" y="260"/>
                      <a:pt x="0" y="293"/>
                    </a:cubicBezTo>
                    <a:cubicBezTo>
                      <a:pt x="0" y="304"/>
                      <a:pt x="0" y="315"/>
                      <a:pt x="0" y="326"/>
                    </a:cubicBezTo>
                    <a:cubicBezTo>
                      <a:pt x="11" y="326"/>
                      <a:pt x="11" y="315"/>
                      <a:pt x="11" y="315"/>
                    </a:cubicBezTo>
                    <a:cubicBezTo>
                      <a:pt x="22" y="304"/>
                      <a:pt x="33" y="293"/>
                      <a:pt x="55" y="282"/>
                    </a:cubicBezTo>
                    <a:cubicBezTo>
                      <a:pt x="66" y="271"/>
                      <a:pt x="77" y="260"/>
                      <a:pt x="88" y="260"/>
                    </a:cubicBezTo>
                    <a:cubicBezTo>
                      <a:pt x="99" y="249"/>
                      <a:pt x="121" y="238"/>
                      <a:pt x="132" y="238"/>
                    </a:cubicBezTo>
                    <a:lnTo>
                      <a:pt x="208" y="238"/>
                    </a:lnTo>
                    <a:cubicBezTo>
                      <a:pt x="219" y="238"/>
                      <a:pt x="230" y="249"/>
                      <a:pt x="241" y="260"/>
                    </a:cubicBezTo>
                    <a:cubicBezTo>
                      <a:pt x="263" y="260"/>
                      <a:pt x="285" y="271"/>
                      <a:pt x="307" y="271"/>
                    </a:cubicBezTo>
                    <a:lnTo>
                      <a:pt x="350" y="271"/>
                    </a:lnTo>
                    <a:cubicBezTo>
                      <a:pt x="372" y="260"/>
                      <a:pt x="383" y="249"/>
                      <a:pt x="394" y="238"/>
                    </a:cubicBezTo>
                    <a:cubicBezTo>
                      <a:pt x="405" y="216"/>
                      <a:pt x="416" y="205"/>
                      <a:pt x="438" y="194"/>
                    </a:cubicBezTo>
                    <a:cubicBezTo>
                      <a:pt x="449" y="173"/>
                      <a:pt x="460" y="162"/>
                      <a:pt x="471" y="151"/>
                    </a:cubicBezTo>
                    <a:cubicBezTo>
                      <a:pt x="482" y="140"/>
                      <a:pt x="493" y="140"/>
                      <a:pt x="504" y="140"/>
                    </a:cubicBezTo>
                    <a:lnTo>
                      <a:pt x="569" y="140"/>
                    </a:lnTo>
                    <a:lnTo>
                      <a:pt x="591" y="151"/>
                    </a:lnTo>
                    <a:cubicBezTo>
                      <a:pt x="624" y="162"/>
                      <a:pt x="657" y="173"/>
                      <a:pt x="679" y="183"/>
                    </a:cubicBezTo>
                    <a:cubicBezTo>
                      <a:pt x="679" y="173"/>
                      <a:pt x="668" y="173"/>
                      <a:pt x="657" y="162"/>
                    </a:cubicBezTo>
                    <a:cubicBezTo>
                      <a:pt x="657" y="140"/>
                      <a:pt x="646" y="129"/>
                      <a:pt x="635" y="118"/>
                    </a:cubicBezTo>
                    <a:cubicBezTo>
                      <a:pt x="624" y="107"/>
                      <a:pt x="624" y="96"/>
                      <a:pt x="624" y="85"/>
                    </a:cubicBezTo>
                    <a:cubicBezTo>
                      <a:pt x="602" y="96"/>
                      <a:pt x="569" y="107"/>
                      <a:pt x="536" y="107"/>
                    </a:cubicBezTo>
                    <a:cubicBezTo>
                      <a:pt x="493" y="96"/>
                      <a:pt x="449" y="85"/>
                      <a:pt x="405" y="52"/>
                    </a:cubicBezTo>
                    <a:cubicBezTo>
                      <a:pt x="372" y="30"/>
                      <a:pt x="372" y="30"/>
                      <a:pt x="339" y="30"/>
                    </a:cubicBezTo>
                    <a:cubicBezTo>
                      <a:pt x="318" y="19"/>
                      <a:pt x="296" y="8"/>
                      <a:pt x="274" y="8"/>
                    </a:cubicBezTo>
                    <a:cubicBezTo>
                      <a:pt x="254" y="3"/>
                      <a:pt x="235" y="0"/>
                      <a:pt x="2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
              <p:cNvSpPr/>
              <p:nvPr/>
            </p:nvSpPr>
            <p:spPr>
              <a:xfrm>
                <a:off x="7317850" y="173850"/>
                <a:ext cx="25" cy="25"/>
              </a:xfrm>
              <a:custGeom>
                <a:avLst/>
                <a:gdLst/>
                <a:ahLst/>
                <a:cxnLst/>
                <a:rect l="l" t="t" r="r" b="b"/>
                <a:pathLst>
                  <a:path w="1" h="1" extrusionOk="0">
                    <a:moveTo>
                      <a:pt x="1" y="0"/>
                    </a:moveTo>
                    <a:lnTo>
                      <a:pt x="1" y="0"/>
                    </a:lnTo>
                    <a:lnTo>
                      <a:pt x="1" y="0"/>
                    </a:ln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
              <p:cNvSpPr/>
              <p:nvPr/>
            </p:nvSpPr>
            <p:spPr>
              <a:xfrm>
                <a:off x="7298175" y="170300"/>
                <a:ext cx="29275" cy="35825"/>
              </a:xfrm>
              <a:custGeom>
                <a:avLst/>
                <a:gdLst/>
                <a:ahLst/>
                <a:cxnLst/>
                <a:rect l="l" t="t" r="r" b="b"/>
                <a:pathLst>
                  <a:path w="1171" h="1433" extrusionOk="0">
                    <a:moveTo>
                      <a:pt x="853" y="350"/>
                    </a:moveTo>
                    <a:lnTo>
                      <a:pt x="853" y="350"/>
                    </a:lnTo>
                    <a:cubicBezTo>
                      <a:pt x="864" y="372"/>
                      <a:pt x="875" y="383"/>
                      <a:pt x="886" y="394"/>
                    </a:cubicBezTo>
                    <a:cubicBezTo>
                      <a:pt x="875" y="372"/>
                      <a:pt x="864" y="361"/>
                      <a:pt x="853" y="350"/>
                    </a:cubicBezTo>
                    <a:close/>
                    <a:moveTo>
                      <a:pt x="352" y="123"/>
                    </a:moveTo>
                    <a:cubicBezTo>
                      <a:pt x="370" y="123"/>
                      <a:pt x="388" y="126"/>
                      <a:pt x="405" y="131"/>
                    </a:cubicBezTo>
                    <a:cubicBezTo>
                      <a:pt x="427" y="131"/>
                      <a:pt x="449" y="142"/>
                      <a:pt x="481" y="142"/>
                    </a:cubicBezTo>
                    <a:cubicBezTo>
                      <a:pt x="503" y="153"/>
                      <a:pt x="514" y="153"/>
                      <a:pt x="547" y="175"/>
                    </a:cubicBezTo>
                    <a:cubicBezTo>
                      <a:pt x="580" y="208"/>
                      <a:pt x="624" y="219"/>
                      <a:pt x="667" y="230"/>
                    </a:cubicBezTo>
                    <a:cubicBezTo>
                      <a:pt x="700" y="230"/>
                      <a:pt x="733" y="219"/>
                      <a:pt x="766" y="208"/>
                    </a:cubicBezTo>
                    <a:lnTo>
                      <a:pt x="766" y="208"/>
                    </a:lnTo>
                    <a:cubicBezTo>
                      <a:pt x="755" y="219"/>
                      <a:pt x="766" y="230"/>
                      <a:pt x="766" y="241"/>
                    </a:cubicBezTo>
                    <a:cubicBezTo>
                      <a:pt x="777" y="252"/>
                      <a:pt x="788" y="263"/>
                      <a:pt x="799" y="274"/>
                    </a:cubicBezTo>
                    <a:cubicBezTo>
                      <a:pt x="799" y="285"/>
                      <a:pt x="810" y="295"/>
                      <a:pt x="820" y="306"/>
                    </a:cubicBezTo>
                    <a:cubicBezTo>
                      <a:pt x="842" y="317"/>
                      <a:pt x="864" y="339"/>
                      <a:pt x="886" y="361"/>
                    </a:cubicBezTo>
                    <a:cubicBezTo>
                      <a:pt x="908" y="372"/>
                      <a:pt x="930" y="383"/>
                      <a:pt x="930" y="405"/>
                    </a:cubicBezTo>
                    <a:cubicBezTo>
                      <a:pt x="941" y="416"/>
                      <a:pt x="952" y="438"/>
                      <a:pt x="963" y="449"/>
                    </a:cubicBezTo>
                    <a:cubicBezTo>
                      <a:pt x="974" y="470"/>
                      <a:pt x="985" y="503"/>
                      <a:pt x="974" y="503"/>
                    </a:cubicBezTo>
                    <a:cubicBezTo>
                      <a:pt x="971" y="505"/>
                      <a:pt x="970" y="506"/>
                      <a:pt x="968" y="506"/>
                    </a:cubicBezTo>
                    <a:cubicBezTo>
                      <a:pt x="962" y="506"/>
                      <a:pt x="960" y="492"/>
                      <a:pt x="952" y="492"/>
                    </a:cubicBezTo>
                    <a:cubicBezTo>
                      <a:pt x="941" y="460"/>
                      <a:pt x="930" y="427"/>
                      <a:pt x="908" y="405"/>
                    </a:cubicBezTo>
                    <a:cubicBezTo>
                      <a:pt x="908" y="405"/>
                      <a:pt x="897" y="394"/>
                      <a:pt x="886" y="394"/>
                    </a:cubicBezTo>
                    <a:lnTo>
                      <a:pt x="886" y="394"/>
                    </a:lnTo>
                    <a:cubicBezTo>
                      <a:pt x="919" y="470"/>
                      <a:pt x="963" y="558"/>
                      <a:pt x="985" y="635"/>
                    </a:cubicBezTo>
                    <a:cubicBezTo>
                      <a:pt x="995" y="667"/>
                      <a:pt x="1006" y="689"/>
                      <a:pt x="1017" y="722"/>
                    </a:cubicBezTo>
                    <a:cubicBezTo>
                      <a:pt x="1017" y="755"/>
                      <a:pt x="1028" y="788"/>
                      <a:pt x="1028" y="820"/>
                    </a:cubicBezTo>
                    <a:cubicBezTo>
                      <a:pt x="1028" y="842"/>
                      <a:pt x="1028" y="875"/>
                      <a:pt x="1028" y="897"/>
                    </a:cubicBezTo>
                    <a:cubicBezTo>
                      <a:pt x="1028" y="897"/>
                      <a:pt x="1017" y="952"/>
                      <a:pt x="1017" y="952"/>
                    </a:cubicBezTo>
                    <a:cubicBezTo>
                      <a:pt x="1006" y="985"/>
                      <a:pt x="1006" y="1006"/>
                      <a:pt x="995" y="1028"/>
                    </a:cubicBezTo>
                    <a:cubicBezTo>
                      <a:pt x="985" y="1050"/>
                      <a:pt x="974" y="1061"/>
                      <a:pt x="963" y="1083"/>
                    </a:cubicBezTo>
                    <a:cubicBezTo>
                      <a:pt x="941" y="1105"/>
                      <a:pt x="908" y="1160"/>
                      <a:pt x="886" y="1192"/>
                    </a:cubicBezTo>
                    <a:lnTo>
                      <a:pt x="864" y="1225"/>
                    </a:lnTo>
                    <a:lnTo>
                      <a:pt x="842" y="1247"/>
                    </a:lnTo>
                    <a:cubicBezTo>
                      <a:pt x="803" y="1286"/>
                      <a:pt x="807" y="1294"/>
                      <a:pt x="797" y="1294"/>
                    </a:cubicBezTo>
                    <a:cubicBezTo>
                      <a:pt x="791" y="1294"/>
                      <a:pt x="779" y="1291"/>
                      <a:pt x="744" y="1291"/>
                    </a:cubicBezTo>
                    <a:cubicBezTo>
                      <a:pt x="689" y="1280"/>
                      <a:pt x="635" y="1269"/>
                      <a:pt x="580" y="1247"/>
                    </a:cubicBezTo>
                    <a:cubicBezTo>
                      <a:pt x="547" y="1236"/>
                      <a:pt x="514" y="1214"/>
                      <a:pt x="481" y="1192"/>
                    </a:cubicBezTo>
                    <a:cubicBezTo>
                      <a:pt x="416" y="1149"/>
                      <a:pt x="372" y="1094"/>
                      <a:pt x="328" y="1039"/>
                    </a:cubicBezTo>
                    <a:cubicBezTo>
                      <a:pt x="306" y="1006"/>
                      <a:pt x="285" y="985"/>
                      <a:pt x="263" y="952"/>
                    </a:cubicBezTo>
                    <a:lnTo>
                      <a:pt x="241" y="886"/>
                    </a:lnTo>
                    <a:cubicBezTo>
                      <a:pt x="219" y="853"/>
                      <a:pt x="208" y="831"/>
                      <a:pt x="197" y="799"/>
                    </a:cubicBezTo>
                    <a:cubicBezTo>
                      <a:pt x="175" y="755"/>
                      <a:pt x="164" y="711"/>
                      <a:pt x="153" y="667"/>
                    </a:cubicBezTo>
                    <a:cubicBezTo>
                      <a:pt x="153" y="645"/>
                      <a:pt x="142" y="635"/>
                      <a:pt x="131" y="613"/>
                    </a:cubicBezTo>
                    <a:cubicBezTo>
                      <a:pt x="131" y="591"/>
                      <a:pt x="120" y="569"/>
                      <a:pt x="120" y="547"/>
                    </a:cubicBezTo>
                    <a:cubicBezTo>
                      <a:pt x="120" y="536"/>
                      <a:pt x="120" y="536"/>
                      <a:pt x="120" y="536"/>
                    </a:cubicBezTo>
                    <a:cubicBezTo>
                      <a:pt x="120" y="525"/>
                      <a:pt x="120" y="503"/>
                      <a:pt x="120" y="492"/>
                    </a:cubicBezTo>
                    <a:cubicBezTo>
                      <a:pt x="120" y="492"/>
                      <a:pt x="120" y="481"/>
                      <a:pt x="120" y="481"/>
                    </a:cubicBezTo>
                    <a:cubicBezTo>
                      <a:pt x="120" y="470"/>
                      <a:pt x="131" y="460"/>
                      <a:pt x="131" y="449"/>
                    </a:cubicBezTo>
                    <a:cubicBezTo>
                      <a:pt x="142" y="438"/>
                      <a:pt x="142" y="427"/>
                      <a:pt x="131" y="416"/>
                    </a:cubicBezTo>
                    <a:cubicBezTo>
                      <a:pt x="131" y="383"/>
                      <a:pt x="131" y="350"/>
                      <a:pt x="142" y="317"/>
                    </a:cubicBezTo>
                    <a:cubicBezTo>
                      <a:pt x="164" y="274"/>
                      <a:pt x="175" y="230"/>
                      <a:pt x="208" y="186"/>
                    </a:cubicBezTo>
                    <a:cubicBezTo>
                      <a:pt x="249" y="146"/>
                      <a:pt x="301" y="123"/>
                      <a:pt x="352" y="123"/>
                    </a:cubicBezTo>
                    <a:close/>
                    <a:moveTo>
                      <a:pt x="383" y="0"/>
                    </a:moveTo>
                    <a:cubicBezTo>
                      <a:pt x="339" y="0"/>
                      <a:pt x="295" y="11"/>
                      <a:pt x="252" y="22"/>
                    </a:cubicBezTo>
                    <a:cubicBezTo>
                      <a:pt x="186" y="44"/>
                      <a:pt x="120" y="88"/>
                      <a:pt x="88" y="153"/>
                    </a:cubicBezTo>
                    <a:cubicBezTo>
                      <a:pt x="22" y="285"/>
                      <a:pt x="0" y="427"/>
                      <a:pt x="11" y="569"/>
                    </a:cubicBezTo>
                    <a:cubicBezTo>
                      <a:pt x="11" y="656"/>
                      <a:pt x="33" y="744"/>
                      <a:pt x="55" y="820"/>
                    </a:cubicBezTo>
                    <a:cubicBezTo>
                      <a:pt x="120" y="1050"/>
                      <a:pt x="274" y="1236"/>
                      <a:pt x="481" y="1356"/>
                    </a:cubicBezTo>
                    <a:cubicBezTo>
                      <a:pt x="525" y="1378"/>
                      <a:pt x="591" y="1400"/>
                      <a:pt x="645" y="1411"/>
                    </a:cubicBezTo>
                    <a:cubicBezTo>
                      <a:pt x="678" y="1422"/>
                      <a:pt x="711" y="1433"/>
                      <a:pt x="755" y="1433"/>
                    </a:cubicBezTo>
                    <a:lnTo>
                      <a:pt x="842" y="1433"/>
                    </a:lnTo>
                    <a:lnTo>
                      <a:pt x="864" y="1422"/>
                    </a:lnTo>
                    <a:lnTo>
                      <a:pt x="897" y="1389"/>
                    </a:lnTo>
                    <a:lnTo>
                      <a:pt x="897" y="1378"/>
                    </a:lnTo>
                    <a:cubicBezTo>
                      <a:pt x="930" y="1356"/>
                      <a:pt x="952" y="1324"/>
                      <a:pt x="974" y="1291"/>
                    </a:cubicBezTo>
                    <a:cubicBezTo>
                      <a:pt x="1028" y="1236"/>
                      <a:pt x="1072" y="1170"/>
                      <a:pt x="1105" y="1105"/>
                    </a:cubicBezTo>
                    <a:cubicBezTo>
                      <a:pt x="1138" y="1028"/>
                      <a:pt x="1160" y="941"/>
                      <a:pt x="1160" y="842"/>
                    </a:cubicBezTo>
                    <a:cubicBezTo>
                      <a:pt x="1170" y="810"/>
                      <a:pt x="1160" y="766"/>
                      <a:pt x="1149" y="722"/>
                    </a:cubicBezTo>
                    <a:cubicBezTo>
                      <a:pt x="1138" y="678"/>
                      <a:pt x="1127" y="645"/>
                      <a:pt x="1116" y="602"/>
                    </a:cubicBezTo>
                    <a:cubicBezTo>
                      <a:pt x="1094" y="536"/>
                      <a:pt x="1061" y="460"/>
                      <a:pt x="1028" y="394"/>
                    </a:cubicBezTo>
                    <a:cubicBezTo>
                      <a:pt x="1006" y="306"/>
                      <a:pt x="963" y="230"/>
                      <a:pt x="919" y="153"/>
                    </a:cubicBezTo>
                    <a:cubicBezTo>
                      <a:pt x="908" y="142"/>
                      <a:pt x="886" y="120"/>
                      <a:pt x="864" y="110"/>
                    </a:cubicBezTo>
                    <a:cubicBezTo>
                      <a:pt x="842" y="99"/>
                      <a:pt x="842" y="99"/>
                      <a:pt x="831" y="99"/>
                    </a:cubicBezTo>
                    <a:cubicBezTo>
                      <a:pt x="820" y="99"/>
                      <a:pt x="810" y="99"/>
                      <a:pt x="799" y="120"/>
                    </a:cubicBezTo>
                    <a:cubicBezTo>
                      <a:pt x="788" y="131"/>
                      <a:pt x="799" y="131"/>
                      <a:pt x="788" y="131"/>
                    </a:cubicBezTo>
                    <a:cubicBezTo>
                      <a:pt x="777" y="99"/>
                      <a:pt x="777" y="110"/>
                      <a:pt x="766" y="99"/>
                    </a:cubicBezTo>
                    <a:cubicBezTo>
                      <a:pt x="755" y="88"/>
                      <a:pt x="733" y="77"/>
                      <a:pt x="722" y="77"/>
                    </a:cubicBezTo>
                    <a:lnTo>
                      <a:pt x="678" y="77"/>
                    </a:lnTo>
                    <a:cubicBezTo>
                      <a:pt x="667" y="66"/>
                      <a:pt x="645" y="66"/>
                      <a:pt x="635" y="55"/>
                    </a:cubicBezTo>
                    <a:lnTo>
                      <a:pt x="580" y="22"/>
                    </a:lnTo>
                    <a:cubicBezTo>
                      <a:pt x="547" y="11"/>
                      <a:pt x="525" y="0"/>
                      <a:pt x="4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
              <p:cNvSpPr/>
              <p:nvPr/>
            </p:nvSpPr>
            <p:spPr>
              <a:xfrm>
                <a:off x="7300900" y="177125"/>
                <a:ext cx="21625" cy="10975"/>
              </a:xfrm>
              <a:custGeom>
                <a:avLst/>
                <a:gdLst/>
                <a:ahLst/>
                <a:cxnLst/>
                <a:rect l="l" t="t" r="r" b="b"/>
                <a:pathLst>
                  <a:path w="865" h="439" extrusionOk="0">
                    <a:moveTo>
                      <a:pt x="526" y="1"/>
                    </a:moveTo>
                    <a:cubicBezTo>
                      <a:pt x="515" y="1"/>
                      <a:pt x="493" y="12"/>
                      <a:pt x="493" y="12"/>
                    </a:cubicBezTo>
                    <a:cubicBezTo>
                      <a:pt x="471" y="22"/>
                      <a:pt x="460" y="44"/>
                      <a:pt x="449" y="55"/>
                    </a:cubicBezTo>
                    <a:cubicBezTo>
                      <a:pt x="438" y="77"/>
                      <a:pt x="427" y="88"/>
                      <a:pt x="416" y="99"/>
                    </a:cubicBezTo>
                    <a:cubicBezTo>
                      <a:pt x="405" y="121"/>
                      <a:pt x="383" y="132"/>
                      <a:pt x="361" y="132"/>
                    </a:cubicBezTo>
                    <a:lnTo>
                      <a:pt x="318" y="132"/>
                    </a:lnTo>
                    <a:cubicBezTo>
                      <a:pt x="296" y="132"/>
                      <a:pt x="285" y="132"/>
                      <a:pt x="263" y="121"/>
                    </a:cubicBezTo>
                    <a:cubicBezTo>
                      <a:pt x="252" y="121"/>
                      <a:pt x="241" y="110"/>
                      <a:pt x="230" y="99"/>
                    </a:cubicBezTo>
                    <a:lnTo>
                      <a:pt x="154" y="99"/>
                    </a:lnTo>
                    <a:cubicBezTo>
                      <a:pt x="132" y="110"/>
                      <a:pt x="121" y="110"/>
                      <a:pt x="110" y="121"/>
                    </a:cubicBezTo>
                    <a:cubicBezTo>
                      <a:pt x="88" y="132"/>
                      <a:pt x="77" y="143"/>
                      <a:pt x="66" y="154"/>
                    </a:cubicBezTo>
                    <a:cubicBezTo>
                      <a:pt x="55" y="154"/>
                      <a:pt x="44" y="176"/>
                      <a:pt x="33" y="187"/>
                    </a:cubicBezTo>
                    <a:cubicBezTo>
                      <a:pt x="33" y="187"/>
                      <a:pt x="22" y="197"/>
                      <a:pt x="22" y="208"/>
                    </a:cubicBezTo>
                    <a:cubicBezTo>
                      <a:pt x="22" y="219"/>
                      <a:pt x="11" y="219"/>
                      <a:pt x="11" y="230"/>
                    </a:cubicBezTo>
                    <a:cubicBezTo>
                      <a:pt x="11" y="241"/>
                      <a:pt x="1" y="241"/>
                      <a:pt x="1" y="252"/>
                    </a:cubicBezTo>
                    <a:cubicBezTo>
                      <a:pt x="1" y="263"/>
                      <a:pt x="1" y="274"/>
                      <a:pt x="1" y="285"/>
                    </a:cubicBezTo>
                    <a:cubicBezTo>
                      <a:pt x="1" y="296"/>
                      <a:pt x="1" y="307"/>
                      <a:pt x="1" y="318"/>
                    </a:cubicBezTo>
                    <a:cubicBezTo>
                      <a:pt x="1" y="340"/>
                      <a:pt x="11" y="362"/>
                      <a:pt x="11" y="383"/>
                    </a:cubicBezTo>
                    <a:cubicBezTo>
                      <a:pt x="22" y="394"/>
                      <a:pt x="33" y="405"/>
                      <a:pt x="44" y="416"/>
                    </a:cubicBezTo>
                    <a:cubicBezTo>
                      <a:pt x="44" y="416"/>
                      <a:pt x="44" y="427"/>
                      <a:pt x="55" y="438"/>
                    </a:cubicBezTo>
                    <a:lnTo>
                      <a:pt x="77" y="438"/>
                    </a:lnTo>
                    <a:lnTo>
                      <a:pt x="77" y="427"/>
                    </a:lnTo>
                    <a:cubicBezTo>
                      <a:pt x="88" y="416"/>
                      <a:pt x="88" y="416"/>
                      <a:pt x="88" y="416"/>
                    </a:cubicBezTo>
                    <a:cubicBezTo>
                      <a:pt x="88" y="405"/>
                      <a:pt x="88" y="394"/>
                      <a:pt x="99" y="394"/>
                    </a:cubicBezTo>
                    <a:lnTo>
                      <a:pt x="99" y="372"/>
                    </a:lnTo>
                    <a:cubicBezTo>
                      <a:pt x="88" y="362"/>
                      <a:pt x="77" y="351"/>
                      <a:pt x="66" y="340"/>
                    </a:cubicBezTo>
                    <a:cubicBezTo>
                      <a:pt x="55" y="318"/>
                      <a:pt x="55" y="296"/>
                      <a:pt x="44" y="274"/>
                    </a:cubicBezTo>
                    <a:cubicBezTo>
                      <a:pt x="44" y="263"/>
                      <a:pt x="44" y="263"/>
                      <a:pt x="44" y="252"/>
                    </a:cubicBezTo>
                    <a:cubicBezTo>
                      <a:pt x="44" y="241"/>
                      <a:pt x="44" y="241"/>
                      <a:pt x="44" y="230"/>
                    </a:cubicBezTo>
                    <a:cubicBezTo>
                      <a:pt x="55" y="219"/>
                      <a:pt x="55" y="197"/>
                      <a:pt x="66" y="187"/>
                    </a:cubicBezTo>
                    <a:lnTo>
                      <a:pt x="77" y="187"/>
                    </a:lnTo>
                    <a:cubicBezTo>
                      <a:pt x="88" y="154"/>
                      <a:pt x="121" y="132"/>
                      <a:pt x="154" y="132"/>
                    </a:cubicBezTo>
                    <a:cubicBezTo>
                      <a:pt x="176" y="132"/>
                      <a:pt x="197" y="143"/>
                      <a:pt x="219" y="154"/>
                    </a:cubicBezTo>
                    <a:lnTo>
                      <a:pt x="252" y="154"/>
                    </a:lnTo>
                    <a:cubicBezTo>
                      <a:pt x="274" y="154"/>
                      <a:pt x="296" y="165"/>
                      <a:pt x="318" y="165"/>
                    </a:cubicBezTo>
                    <a:cubicBezTo>
                      <a:pt x="340" y="165"/>
                      <a:pt x="361" y="165"/>
                      <a:pt x="383" y="154"/>
                    </a:cubicBezTo>
                    <a:lnTo>
                      <a:pt x="405" y="154"/>
                    </a:lnTo>
                    <a:cubicBezTo>
                      <a:pt x="416" y="154"/>
                      <a:pt x="427" y="143"/>
                      <a:pt x="438" y="132"/>
                    </a:cubicBezTo>
                    <a:cubicBezTo>
                      <a:pt x="449" y="110"/>
                      <a:pt x="449" y="99"/>
                      <a:pt x="460" y="88"/>
                    </a:cubicBezTo>
                    <a:cubicBezTo>
                      <a:pt x="471" y="55"/>
                      <a:pt x="493" y="33"/>
                      <a:pt x="526" y="22"/>
                    </a:cubicBezTo>
                    <a:cubicBezTo>
                      <a:pt x="558" y="22"/>
                      <a:pt x="580" y="22"/>
                      <a:pt x="602" y="44"/>
                    </a:cubicBezTo>
                    <a:cubicBezTo>
                      <a:pt x="635" y="44"/>
                      <a:pt x="657" y="55"/>
                      <a:pt x="668" y="66"/>
                    </a:cubicBezTo>
                    <a:cubicBezTo>
                      <a:pt x="679" y="66"/>
                      <a:pt x="690" y="66"/>
                      <a:pt x="690" y="77"/>
                    </a:cubicBezTo>
                    <a:lnTo>
                      <a:pt x="711" y="88"/>
                    </a:lnTo>
                    <a:cubicBezTo>
                      <a:pt x="722" y="88"/>
                      <a:pt x="722" y="99"/>
                      <a:pt x="733" y="99"/>
                    </a:cubicBezTo>
                    <a:cubicBezTo>
                      <a:pt x="744" y="110"/>
                      <a:pt x="755" y="121"/>
                      <a:pt x="766" y="132"/>
                    </a:cubicBezTo>
                    <a:cubicBezTo>
                      <a:pt x="766" y="143"/>
                      <a:pt x="788" y="143"/>
                      <a:pt x="788" y="154"/>
                    </a:cubicBezTo>
                    <a:cubicBezTo>
                      <a:pt x="810" y="176"/>
                      <a:pt x="821" y="208"/>
                      <a:pt x="832" y="230"/>
                    </a:cubicBezTo>
                    <a:cubicBezTo>
                      <a:pt x="843" y="230"/>
                      <a:pt x="843" y="252"/>
                      <a:pt x="854" y="252"/>
                    </a:cubicBezTo>
                    <a:cubicBezTo>
                      <a:pt x="865" y="241"/>
                      <a:pt x="854" y="219"/>
                      <a:pt x="843" y="197"/>
                    </a:cubicBezTo>
                    <a:cubicBezTo>
                      <a:pt x="832" y="176"/>
                      <a:pt x="821" y="165"/>
                      <a:pt x="810" y="154"/>
                    </a:cubicBezTo>
                    <a:cubicBezTo>
                      <a:pt x="810" y="132"/>
                      <a:pt x="788" y="121"/>
                      <a:pt x="766" y="99"/>
                    </a:cubicBezTo>
                    <a:cubicBezTo>
                      <a:pt x="744" y="88"/>
                      <a:pt x="722" y="66"/>
                      <a:pt x="701" y="55"/>
                    </a:cubicBezTo>
                    <a:cubicBezTo>
                      <a:pt x="668" y="33"/>
                      <a:pt x="646" y="22"/>
                      <a:pt x="613" y="12"/>
                    </a:cubicBezTo>
                    <a:lnTo>
                      <a:pt x="58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1" name="Google Shape;431;p4"/>
            <p:cNvSpPr/>
            <p:nvPr/>
          </p:nvSpPr>
          <p:spPr>
            <a:xfrm rot="-9237154" flipH="1">
              <a:off x="8524181" y="243086"/>
              <a:ext cx="25" cy="25"/>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rot="-9237154" flipH="1">
              <a:off x="8519451" y="227240"/>
              <a:ext cx="30124" cy="21824"/>
            </a:xfrm>
            <a:custGeom>
              <a:avLst/>
              <a:gdLst/>
              <a:ahLst/>
              <a:cxnLst/>
              <a:rect l="l" t="t" r="r" b="b"/>
              <a:pathLst>
                <a:path w="1205" h="873" extrusionOk="0">
                  <a:moveTo>
                    <a:pt x="592" y="99"/>
                  </a:moveTo>
                  <a:cubicBezTo>
                    <a:pt x="613" y="99"/>
                    <a:pt x="635" y="99"/>
                    <a:pt x="635" y="121"/>
                  </a:cubicBezTo>
                  <a:cubicBezTo>
                    <a:pt x="635" y="125"/>
                    <a:pt x="634" y="126"/>
                    <a:pt x="632" y="126"/>
                  </a:cubicBezTo>
                  <a:cubicBezTo>
                    <a:pt x="628" y="126"/>
                    <a:pt x="621" y="121"/>
                    <a:pt x="613" y="121"/>
                  </a:cubicBezTo>
                  <a:cubicBezTo>
                    <a:pt x="602" y="116"/>
                    <a:pt x="592" y="113"/>
                    <a:pt x="581" y="113"/>
                  </a:cubicBezTo>
                  <a:cubicBezTo>
                    <a:pt x="570" y="113"/>
                    <a:pt x="559" y="116"/>
                    <a:pt x="548" y="121"/>
                  </a:cubicBezTo>
                  <a:lnTo>
                    <a:pt x="526" y="121"/>
                  </a:lnTo>
                  <a:cubicBezTo>
                    <a:pt x="592" y="132"/>
                    <a:pt x="657" y="143"/>
                    <a:pt x="723" y="154"/>
                  </a:cubicBezTo>
                  <a:lnTo>
                    <a:pt x="788" y="176"/>
                  </a:lnTo>
                  <a:cubicBezTo>
                    <a:pt x="821" y="187"/>
                    <a:pt x="843" y="198"/>
                    <a:pt x="865" y="209"/>
                  </a:cubicBezTo>
                  <a:cubicBezTo>
                    <a:pt x="887" y="220"/>
                    <a:pt x="898" y="231"/>
                    <a:pt x="909" y="252"/>
                  </a:cubicBezTo>
                  <a:cubicBezTo>
                    <a:pt x="909" y="252"/>
                    <a:pt x="942" y="274"/>
                    <a:pt x="942" y="274"/>
                  </a:cubicBezTo>
                  <a:cubicBezTo>
                    <a:pt x="963" y="296"/>
                    <a:pt x="974" y="307"/>
                    <a:pt x="985" y="329"/>
                  </a:cubicBezTo>
                  <a:cubicBezTo>
                    <a:pt x="996" y="340"/>
                    <a:pt x="996" y="351"/>
                    <a:pt x="1007" y="362"/>
                  </a:cubicBezTo>
                  <a:cubicBezTo>
                    <a:pt x="1018" y="395"/>
                    <a:pt x="1029" y="438"/>
                    <a:pt x="1040" y="460"/>
                  </a:cubicBezTo>
                  <a:lnTo>
                    <a:pt x="1051" y="493"/>
                  </a:lnTo>
                  <a:cubicBezTo>
                    <a:pt x="1051" y="504"/>
                    <a:pt x="1051" y="515"/>
                    <a:pt x="1051" y="515"/>
                  </a:cubicBezTo>
                  <a:cubicBezTo>
                    <a:pt x="1084" y="592"/>
                    <a:pt x="1095" y="559"/>
                    <a:pt x="1051" y="602"/>
                  </a:cubicBezTo>
                  <a:cubicBezTo>
                    <a:pt x="1029" y="635"/>
                    <a:pt x="996" y="668"/>
                    <a:pt x="952" y="701"/>
                  </a:cubicBezTo>
                  <a:cubicBezTo>
                    <a:pt x="931" y="712"/>
                    <a:pt x="909" y="734"/>
                    <a:pt x="876" y="745"/>
                  </a:cubicBezTo>
                  <a:cubicBezTo>
                    <a:pt x="821" y="756"/>
                    <a:pt x="767" y="767"/>
                    <a:pt x="712" y="777"/>
                  </a:cubicBezTo>
                  <a:lnTo>
                    <a:pt x="624" y="777"/>
                  </a:lnTo>
                  <a:lnTo>
                    <a:pt x="570" y="767"/>
                  </a:lnTo>
                  <a:cubicBezTo>
                    <a:pt x="548" y="767"/>
                    <a:pt x="526" y="756"/>
                    <a:pt x="493" y="756"/>
                  </a:cubicBezTo>
                  <a:cubicBezTo>
                    <a:pt x="460" y="745"/>
                    <a:pt x="427" y="734"/>
                    <a:pt x="395" y="723"/>
                  </a:cubicBezTo>
                  <a:cubicBezTo>
                    <a:pt x="384" y="723"/>
                    <a:pt x="362" y="723"/>
                    <a:pt x="351" y="712"/>
                  </a:cubicBezTo>
                  <a:cubicBezTo>
                    <a:pt x="329" y="712"/>
                    <a:pt x="318" y="701"/>
                    <a:pt x="296" y="690"/>
                  </a:cubicBezTo>
                  <a:lnTo>
                    <a:pt x="285" y="679"/>
                  </a:lnTo>
                  <a:cubicBezTo>
                    <a:pt x="274" y="679"/>
                    <a:pt x="263" y="668"/>
                    <a:pt x="263" y="668"/>
                  </a:cubicBezTo>
                  <a:cubicBezTo>
                    <a:pt x="263" y="668"/>
                    <a:pt x="263" y="657"/>
                    <a:pt x="252" y="646"/>
                  </a:cubicBezTo>
                  <a:lnTo>
                    <a:pt x="242" y="635"/>
                  </a:lnTo>
                  <a:cubicBezTo>
                    <a:pt x="231" y="624"/>
                    <a:pt x="220" y="613"/>
                    <a:pt x="220" y="613"/>
                  </a:cubicBezTo>
                  <a:cubicBezTo>
                    <a:pt x="198" y="602"/>
                    <a:pt x="176" y="592"/>
                    <a:pt x="165" y="570"/>
                  </a:cubicBezTo>
                  <a:cubicBezTo>
                    <a:pt x="132" y="537"/>
                    <a:pt x="110" y="504"/>
                    <a:pt x="99" y="471"/>
                  </a:cubicBezTo>
                  <a:cubicBezTo>
                    <a:pt x="88" y="417"/>
                    <a:pt x="110" y="362"/>
                    <a:pt x="143" y="318"/>
                  </a:cubicBezTo>
                  <a:cubicBezTo>
                    <a:pt x="154" y="307"/>
                    <a:pt x="176" y="296"/>
                    <a:pt x="187" y="274"/>
                  </a:cubicBezTo>
                  <a:cubicBezTo>
                    <a:pt x="198" y="263"/>
                    <a:pt x="209" y="263"/>
                    <a:pt x="242" y="242"/>
                  </a:cubicBezTo>
                  <a:cubicBezTo>
                    <a:pt x="274" y="231"/>
                    <a:pt x="307" y="220"/>
                    <a:pt x="329" y="187"/>
                  </a:cubicBezTo>
                  <a:cubicBezTo>
                    <a:pt x="340" y="165"/>
                    <a:pt x="351" y="143"/>
                    <a:pt x="351" y="121"/>
                  </a:cubicBezTo>
                  <a:cubicBezTo>
                    <a:pt x="362" y="121"/>
                    <a:pt x="362" y="132"/>
                    <a:pt x="373" y="132"/>
                  </a:cubicBezTo>
                  <a:cubicBezTo>
                    <a:pt x="378" y="127"/>
                    <a:pt x="386" y="124"/>
                    <a:pt x="395" y="124"/>
                  </a:cubicBezTo>
                  <a:cubicBezTo>
                    <a:pt x="403" y="124"/>
                    <a:pt x="411" y="127"/>
                    <a:pt x="417" y="132"/>
                  </a:cubicBezTo>
                  <a:lnTo>
                    <a:pt x="438" y="132"/>
                  </a:lnTo>
                  <a:cubicBezTo>
                    <a:pt x="460" y="121"/>
                    <a:pt x="482" y="110"/>
                    <a:pt x="504" y="99"/>
                  </a:cubicBezTo>
                  <a:close/>
                  <a:moveTo>
                    <a:pt x="395" y="1"/>
                  </a:moveTo>
                  <a:cubicBezTo>
                    <a:pt x="373" y="1"/>
                    <a:pt x="362" y="1"/>
                    <a:pt x="340" y="12"/>
                  </a:cubicBezTo>
                  <a:cubicBezTo>
                    <a:pt x="329" y="23"/>
                    <a:pt x="318" y="23"/>
                    <a:pt x="318" y="34"/>
                  </a:cubicBezTo>
                  <a:cubicBezTo>
                    <a:pt x="307" y="45"/>
                    <a:pt x="307" y="56"/>
                    <a:pt x="318" y="67"/>
                  </a:cubicBezTo>
                  <a:lnTo>
                    <a:pt x="318" y="77"/>
                  </a:lnTo>
                  <a:lnTo>
                    <a:pt x="285" y="77"/>
                  </a:lnTo>
                  <a:cubicBezTo>
                    <a:pt x="274" y="77"/>
                    <a:pt x="263" y="88"/>
                    <a:pt x="252" y="99"/>
                  </a:cubicBezTo>
                  <a:lnTo>
                    <a:pt x="242" y="121"/>
                  </a:lnTo>
                  <a:lnTo>
                    <a:pt x="209" y="143"/>
                  </a:lnTo>
                  <a:lnTo>
                    <a:pt x="165" y="165"/>
                  </a:lnTo>
                  <a:cubicBezTo>
                    <a:pt x="143" y="176"/>
                    <a:pt x="132" y="187"/>
                    <a:pt x="110" y="209"/>
                  </a:cubicBezTo>
                  <a:cubicBezTo>
                    <a:pt x="88" y="231"/>
                    <a:pt x="77" y="263"/>
                    <a:pt x="67" y="285"/>
                  </a:cubicBezTo>
                  <a:cubicBezTo>
                    <a:pt x="45" y="307"/>
                    <a:pt x="34" y="340"/>
                    <a:pt x="23" y="373"/>
                  </a:cubicBezTo>
                  <a:cubicBezTo>
                    <a:pt x="1" y="427"/>
                    <a:pt x="12" y="493"/>
                    <a:pt x="45" y="537"/>
                  </a:cubicBezTo>
                  <a:cubicBezTo>
                    <a:pt x="99" y="635"/>
                    <a:pt x="176" y="712"/>
                    <a:pt x="274" y="767"/>
                  </a:cubicBezTo>
                  <a:cubicBezTo>
                    <a:pt x="329" y="799"/>
                    <a:pt x="395" y="821"/>
                    <a:pt x="460" y="843"/>
                  </a:cubicBezTo>
                  <a:cubicBezTo>
                    <a:pt x="524" y="863"/>
                    <a:pt x="592" y="873"/>
                    <a:pt x="659" y="873"/>
                  </a:cubicBezTo>
                  <a:cubicBezTo>
                    <a:pt x="775" y="873"/>
                    <a:pt x="892" y="844"/>
                    <a:pt x="996" y="788"/>
                  </a:cubicBezTo>
                  <a:cubicBezTo>
                    <a:pt x="1029" y="767"/>
                    <a:pt x="1073" y="745"/>
                    <a:pt x="1106" y="712"/>
                  </a:cubicBezTo>
                  <a:cubicBezTo>
                    <a:pt x="1127" y="690"/>
                    <a:pt x="1149" y="668"/>
                    <a:pt x="1160" y="646"/>
                  </a:cubicBezTo>
                  <a:lnTo>
                    <a:pt x="1193" y="602"/>
                  </a:lnTo>
                  <a:lnTo>
                    <a:pt x="1204" y="592"/>
                  </a:lnTo>
                  <a:lnTo>
                    <a:pt x="1204" y="570"/>
                  </a:lnTo>
                  <a:cubicBezTo>
                    <a:pt x="1182" y="570"/>
                    <a:pt x="1182" y="559"/>
                    <a:pt x="1182" y="548"/>
                  </a:cubicBezTo>
                  <a:lnTo>
                    <a:pt x="1182" y="537"/>
                  </a:lnTo>
                  <a:cubicBezTo>
                    <a:pt x="1171" y="504"/>
                    <a:pt x="1171" y="482"/>
                    <a:pt x="1160" y="449"/>
                  </a:cubicBezTo>
                  <a:cubicBezTo>
                    <a:pt x="1138" y="395"/>
                    <a:pt x="1117" y="340"/>
                    <a:pt x="1084" y="285"/>
                  </a:cubicBezTo>
                  <a:cubicBezTo>
                    <a:pt x="1051" y="231"/>
                    <a:pt x="1007" y="176"/>
                    <a:pt x="952" y="132"/>
                  </a:cubicBezTo>
                  <a:cubicBezTo>
                    <a:pt x="843" y="77"/>
                    <a:pt x="723" y="34"/>
                    <a:pt x="602" y="23"/>
                  </a:cubicBezTo>
                  <a:cubicBezTo>
                    <a:pt x="526" y="12"/>
                    <a:pt x="460" y="1"/>
                    <a:pt x="3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rot="-9237154" flipH="1">
              <a:off x="8602145" y="152316"/>
              <a:ext cx="10150" cy="15524"/>
            </a:xfrm>
            <a:custGeom>
              <a:avLst/>
              <a:gdLst/>
              <a:ahLst/>
              <a:cxnLst/>
              <a:rect l="l" t="t" r="r" b="b"/>
              <a:pathLst>
                <a:path w="406" h="621" extrusionOk="0">
                  <a:moveTo>
                    <a:pt x="274" y="0"/>
                  </a:moveTo>
                  <a:cubicBezTo>
                    <a:pt x="252" y="11"/>
                    <a:pt x="230" y="11"/>
                    <a:pt x="208" y="22"/>
                  </a:cubicBezTo>
                  <a:cubicBezTo>
                    <a:pt x="186" y="33"/>
                    <a:pt x="165" y="55"/>
                    <a:pt x="143" y="66"/>
                  </a:cubicBezTo>
                  <a:lnTo>
                    <a:pt x="132" y="88"/>
                  </a:lnTo>
                  <a:cubicBezTo>
                    <a:pt x="121" y="88"/>
                    <a:pt x="110" y="99"/>
                    <a:pt x="99" y="110"/>
                  </a:cubicBezTo>
                  <a:cubicBezTo>
                    <a:pt x="99" y="120"/>
                    <a:pt x="88" y="131"/>
                    <a:pt x="88" y="142"/>
                  </a:cubicBezTo>
                  <a:cubicBezTo>
                    <a:pt x="88" y="153"/>
                    <a:pt x="99" y="164"/>
                    <a:pt x="99" y="186"/>
                  </a:cubicBezTo>
                  <a:lnTo>
                    <a:pt x="121" y="230"/>
                  </a:lnTo>
                  <a:cubicBezTo>
                    <a:pt x="121" y="241"/>
                    <a:pt x="121" y="263"/>
                    <a:pt x="121" y="274"/>
                  </a:cubicBezTo>
                  <a:lnTo>
                    <a:pt x="121" y="285"/>
                  </a:lnTo>
                  <a:lnTo>
                    <a:pt x="121" y="295"/>
                  </a:lnTo>
                  <a:cubicBezTo>
                    <a:pt x="110" y="295"/>
                    <a:pt x="110" y="295"/>
                    <a:pt x="110" y="306"/>
                  </a:cubicBezTo>
                  <a:cubicBezTo>
                    <a:pt x="99" y="317"/>
                    <a:pt x="77" y="328"/>
                    <a:pt x="66" y="339"/>
                  </a:cubicBezTo>
                  <a:cubicBezTo>
                    <a:pt x="55" y="339"/>
                    <a:pt x="55" y="339"/>
                    <a:pt x="44" y="350"/>
                  </a:cubicBezTo>
                  <a:cubicBezTo>
                    <a:pt x="33" y="350"/>
                    <a:pt x="33" y="361"/>
                    <a:pt x="22" y="372"/>
                  </a:cubicBezTo>
                  <a:cubicBezTo>
                    <a:pt x="11" y="372"/>
                    <a:pt x="11" y="383"/>
                    <a:pt x="11" y="394"/>
                  </a:cubicBezTo>
                  <a:cubicBezTo>
                    <a:pt x="1" y="405"/>
                    <a:pt x="1" y="427"/>
                    <a:pt x="1" y="438"/>
                  </a:cubicBezTo>
                  <a:cubicBezTo>
                    <a:pt x="1" y="449"/>
                    <a:pt x="1" y="460"/>
                    <a:pt x="1" y="470"/>
                  </a:cubicBezTo>
                  <a:cubicBezTo>
                    <a:pt x="1" y="481"/>
                    <a:pt x="1" y="492"/>
                    <a:pt x="11" y="514"/>
                  </a:cubicBezTo>
                  <a:cubicBezTo>
                    <a:pt x="11" y="514"/>
                    <a:pt x="11" y="514"/>
                    <a:pt x="22" y="525"/>
                  </a:cubicBezTo>
                  <a:lnTo>
                    <a:pt x="33" y="547"/>
                  </a:lnTo>
                  <a:cubicBezTo>
                    <a:pt x="33" y="547"/>
                    <a:pt x="33" y="558"/>
                    <a:pt x="44" y="558"/>
                  </a:cubicBezTo>
                  <a:cubicBezTo>
                    <a:pt x="44" y="569"/>
                    <a:pt x="55" y="569"/>
                    <a:pt x="66" y="580"/>
                  </a:cubicBezTo>
                  <a:lnTo>
                    <a:pt x="77" y="591"/>
                  </a:lnTo>
                  <a:cubicBezTo>
                    <a:pt x="99" y="591"/>
                    <a:pt x="110" y="602"/>
                    <a:pt x="132" y="613"/>
                  </a:cubicBezTo>
                  <a:lnTo>
                    <a:pt x="176" y="613"/>
                  </a:lnTo>
                  <a:cubicBezTo>
                    <a:pt x="181" y="618"/>
                    <a:pt x="184" y="621"/>
                    <a:pt x="186" y="621"/>
                  </a:cubicBezTo>
                  <a:cubicBezTo>
                    <a:pt x="189" y="621"/>
                    <a:pt x="192" y="618"/>
                    <a:pt x="197" y="613"/>
                  </a:cubicBezTo>
                  <a:lnTo>
                    <a:pt x="186" y="580"/>
                  </a:lnTo>
                  <a:cubicBezTo>
                    <a:pt x="176" y="580"/>
                    <a:pt x="186" y="569"/>
                    <a:pt x="186" y="569"/>
                  </a:cubicBezTo>
                  <a:cubicBezTo>
                    <a:pt x="186" y="558"/>
                    <a:pt x="186" y="558"/>
                    <a:pt x="176" y="547"/>
                  </a:cubicBezTo>
                  <a:lnTo>
                    <a:pt x="165" y="547"/>
                  </a:lnTo>
                  <a:cubicBezTo>
                    <a:pt x="154" y="553"/>
                    <a:pt x="145" y="555"/>
                    <a:pt x="139" y="555"/>
                  </a:cubicBezTo>
                  <a:cubicBezTo>
                    <a:pt x="132" y="555"/>
                    <a:pt x="126" y="553"/>
                    <a:pt x="121" y="547"/>
                  </a:cubicBezTo>
                  <a:cubicBezTo>
                    <a:pt x="110" y="547"/>
                    <a:pt x="88" y="547"/>
                    <a:pt x="77" y="536"/>
                  </a:cubicBezTo>
                  <a:cubicBezTo>
                    <a:pt x="66" y="536"/>
                    <a:pt x="66" y="536"/>
                    <a:pt x="66" y="525"/>
                  </a:cubicBezTo>
                  <a:lnTo>
                    <a:pt x="44" y="514"/>
                  </a:lnTo>
                  <a:cubicBezTo>
                    <a:pt x="33" y="514"/>
                    <a:pt x="33" y="503"/>
                    <a:pt x="22" y="492"/>
                  </a:cubicBezTo>
                  <a:lnTo>
                    <a:pt x="22" y="481"/>
                  </a:lnTo>
                  <a:cubicBezTo>
                    <a:pt x="11" y="460"/>
                    <a:pt x="11" y="427"/>
                    <a:pt x="22" y="405"/>
                  </a:cubicBezTo>
                  <a:cubicBezTo>
                    <a:pt x="33" y="394"/>
                    <a:pt x="55" y="383"/>
                    <a:pt x="66" y="372"/>
                  </a:cubicBezTo>
                  <a:cubicBezTo>
                    <a:pt x="66" y="361"/>
                    <a:pt x="77" y="361"/>
                    <a:pt x="77" y="350"/>
                  </a:cubicBezTo>
                  <a:cubicBezTo>
                    <a:pt x="88" y="339"/>
                    <a:pt x="110" y="328"/>
                    <a:pt x="121" y="317"/>
                  </a:cubicBezTo>
                  <a:cubicBezTo>
                    <a:pt x="132" y="306"/>
                    <a:pt x="132" y="285"/>
                    <a:pt x="143" y="274"/>
                  </a:cubicBezTo>
                  <a:cubicBezTo>
                    <a:pt x="143" y="274"/>
                    <a:pt x="143" y="263"/>
                    <a:pt x="143" y="263"/>
                  </a:cubicBezTo>
                  <a:cubicBezTo>
                    <a:pt x="143" y="252"/>
                    <a:pt x="143" y="241"/>
                    <a:pt x="143" y="230"/>
                  </a:cubicBezTo>
                  <a:cubicBezTo>
                    <a:pt x="132" y="208"/>
                    <a:pt x="121" y="197"/>
                    <a:pt x="121" y="186"/>
                  </a:cubicBezTo>
                  <a:cubicBezTo>
                    <a:pt x="110" y="164"/>
                    <a:pt x="110" y="142"/>
                    <a:pt x="121" y="120"/>
                  </a:cubicBezTo>
                  <a:cubicBezTo>
                    <a:pt x="121" y="99"/>
                    <a:pt x="143" y="88"/>
                    <a:pt x="165" y="77"/>
                  </a:cubicBezTo>
                  <a:cubicBezTo>
                    <a:pt x="176" y="55"/>
                    <a:pt x="186" y="44"/>
                    <a:pt x="208" y="44"/>
                  </a:cubicBezTo>
                  <a:lnTo>
                    <a:pt x="219" y="33"/>
                  </a:lnTo>
                  <a:lnTo>
                    <a:pt x="241" y="33"/>
                  </a:lnTo>
                  <a:lnTo>
                    <a:pt x="252" y="22"/>
                  </a:lnTo>
                  <a:cubicBezTo>
                    <a:pt x="263" y="22"/>
                    <a:pt x="274" y="11"/>
                    <a:pt x="296" y="11"/>
                  </a:cubicBezTo>
                  <a:lnTo>
                    <a:pt x="405" y="11"/>
                  </a:lnTo>
                  <a:cubicBezTo>
                    <a:pt x="405" y="11"/>
                    <a:pt x="383" y="0"/>
                    <a:pt x="3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4"/>
            <p:cNvGrpSpPr/>
            <p:nvPr/>
          </p:nvGrpSpPr>
          <p:grpSpPr>
            <a:xfrm rot="-9237154">
              <a:off x="8145091" y="242494"/>
              <a:ext cx="40749" cy="29849"/>
              <a:chOff x="923425" y="4869400"/>
              <a:chExt cx="40750" cy="29850"/>
            </a:xfrm>
          </p:grpSpPr>
          <p:sp>
            <p:nvSpPr>
              <p:cNvPr id="435" name="Google Shape;435;p4"/>
              <p:cNvSpPr/>
              <p:nvPr/>
            </p:nvSpPr>
            <p:spPr>
              <a:xfrm flipH="1">
                <a:off x="953500" y="4871875"/>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
              <p:cNvSpPr/>
              <p:nvPr/>
            </p:nvSpPr>
            <p:spPr>
              <a:xfrm flipH="1">
                <a:off x="923425" y="4869400"/>
                <a:ext cx="40750" cy="29850"/>
              </a:xfrm>
              <a:custGeom>
                <a:avLst/>
                <a:gdLst/>
                <a:ahLst/>
                <a:cxnLst/>
                <a:rect l="l" t="t" r="r" b="b"/>
                <a:pathLst>
                  <a:path w="1630" h="1194" extrusionOk="0">
                    <a:moveTo>
                      <a:pt x="799" y="132"/>
                    </a:moveTo>
                    <a:cubicBezTo>
                      <a:pt x="820" y="132"/>
                      <a:pt x="853" y="132"/>
                      <a:pt x="853" y="154"/>
                    </a:cubicBezTo>
                    <a:cubicBezTo>
                      <a:pt x="853" y="162"/>
                      <a:pt x="852" y="164"/>
                      <a:pt x="849" y="164"/>
                    </a:cubicBezTo>
                    <a:cubicBezTo>
                      <a:pt x="847" y="164"/>
                      <a:pt x="843" y="162"/>
                      <a:pt x="839" y="162"/>
                    </a:cubicBezTo>
                    <a:cubicBezTo>
                      <a:pt x="836" y="162"/>
                      <a:pt x="834" y="163"/>
                      <a:pt x="831" y="165"/>
                    </a:cubicBezTo>
                    <a:cubicBezTo>
                      <a:pt x="799" y="154"/>
                      <a:pt x="766" y="154"/>
                      <a:pt x="733" y="154"/>
                    </a:cubicBezTo>
                    <a:lnTo>
                      <a:pt x="700" y="154"/>
                    </a:lnTo>
                    <a:cubicBezTo>
                      <a:pt x="689" y="154"/>
                      <a:pt x="667" y="154"/>
                      <a:pt x="656" y="165"/>
                    </a:cubicBezTo>
                    <a:lnTo>
                      <a:pt x="700" y="165"/>
                    </a:lnTo>
                    <a:cubicBezTo>
                      <a:pt x="799" y="176"/>
                      <a:pt x="886" y="187"/>
                      <a:pt x="974" y="209"/>
                    </a:cubicBezTo>
                    <a:lnTo>
                      <a:pt x="1061" y="242"/>
                    </a:lnTo>
                    <a:cubicBezTo>
                      <a:pt x="1105" y="242"/>
                      <a:pt x="1138" y="263"/>
                      <a:pt x="1170" y="285"/>
                    </a:cubicBezTo>
                    <a:cubicBezTo>
                      <a:pt x="1192" y="296"/>
                      <a:pt x="1214" y="318"/>
                      <a:pt x="1225" y="329"/>
                    </a:cubicBezTo>
                    <a:cubicBezTo>
                      <a:pt x="1225" y="329"/>
                      <a:pt x="1269" y="373"/>
                      <a:pt x="1280" y="373"/>
                    </a:cubicBezTo>
                    <a:cubicBezTo>
                      <a:pt x="1291" y="395"/>
                      <a:pt x="1313" y="417"/>
                      <a:pt x="1334" y="438"/>
                    </a:cubicBezTo>
                    <a:cubicBezTo>
                      <a:pt x="1345" y="460"/>
                      <a:pt x="1345" y="471"/>
                      <a:pt x="1356" y="493"/>
                    </a:cubicBezTo>
                    <a:cubicBezTo>
                      <a:pt x="1367" y="526"/>
                      <a:pt x="1389" y="592"/>
                      <a:pt x="1411" y="635"/>
                    </a:cubicBezTo>
                    <a:lnTo>
                      <a:pt x="1422" y="679"/>
                    </a:lnTo>
                    <a:cubicBezTo>
                      <a:pt x="1422" y="679"/>
                      <a:pt x="1422" y="690"/>
                      <a:pt x="1433" y="701"/>
                    </a:cubicBezTo>
                    <a:cubicBezTo>
                      <a:pt x="1466" y="810"/>
                      <a:pt x="1488" y="756"/>
                      <a:pt x="1433" y="821"/>
                    </a:cubicBezTo>
                    <a:cubicBezTo>
                      <a:pt x="1389" y="876"/>
                      <a:pt x="1345" y="909"/>
                      <a:pt x="1302" y="942"/>
                    </a:cubicBezTo>
                    <a:cubicBezTo>
                      <a:pt x="1258" y="974"/>
                      <a:pt x="1225" y="996"/>
                      <a:pt x="1181" y="1007"/>
                    </a:cubicBezTo>
                    <a:cubicBezTo>
                      <a:pt x="1116" y="1029"/>
                      <a:pt x="1039" y="1051"/>
                      <a:pt x="963" y="1051"/>
                    </a:cubicBezTo>
                    <a:lnTo>
                      <a:pt x="853" y="1051"/>
                    </a:lnTo>
                    <a:lnTo>
                      <a:pt x="766" y="1040"/>
                    </a:lnTo>
                    <a:cubicBezTo>
                      <a:pt x="733" y="1040"/>
                      <a:pt x="711" y="1040"/>
                      <a:pt x="667" y="1029"/>
                    </a:cubicBezTo>
                    <a:cubicBezTo>
                      <a:pt x="624" y="1018"/>
                      <a:pt x="580" y="996"/>
                      <a:pt x="536" y="985"/>
                    </a:cubicBezTo>
                    <a:cubicBezTo>
                      <a:pt x="514" y="985"/>
                      <a:pt x="492" y="974"/>
                      <a:pt x="470" y="974"/>
                    </a:cubicBezTo>
                    <a:cubicBezTo>
                      <a:pt x="449" y="963"/>
                      <a:pt x="427" y="952"/>
                      <a:pt x="405" y="942"/>
                    </a:cubicBezTo>
                    <a:cubicBezTo>
                      <a:pt x="394" y="931"/>
                      <a:pt x="383" y="931"/>
                      <a:pt x="383" y="920"/>
                    </a:cubicBezTo>
                    <a:cubicBezTo>
                      <a:pt x="372" y="920"/>
                      <a:pt x="361" y="909"/>
                      <a:pt x="350" y="898"/>
                    </a:cubicBezTo>
                    <a:cubicBezTo>
                      <a:pt x="350" y="898"/>
                      <a:pt x="339" y="887"/>
                      <a:pt x="339" y="887"/>
                    </a:cubicBezTo>
                    <a:lnTo>
                      <a:pt x="317" y="854"/>
                    </a:lnTo>
                    <a:cubicBezTo>
                      <a:pt x="306" y="843"/>
                      <a:pt x="295" y="843"/>
                      <a:pt x="285" y="832"/>
                    </a:cubicBezTo>
                    <a:cubicBezTo>
                      <a:pt x="252" y="821"/>
                      <a:pt x="230" y="799"/>
                      <a:pt x="208" y="777"/>
                    </a:cubicBezTo>
                    <a:cubicBezTo>
                      <a:pt x="175" y="734"/>
                      <a:pt x="142" y="690"/>
                      <a:pt x="131" y="635"/>
                    </a:cubicBezTo>
                    <a:cubicBezTo>
                      <a:pt x="110" y="559"/>
                      <a:pt x="142" y="482"/>
                      <a:pt x="197" y="427"/>
                    </a:cubicBezTo>
                    <a:cubicBezTo>
                      <a:pt x="208" y="406"/>
                      <a:pt x="230" y="395"/>
                      <a:pt x="252" y="373"/>
                    </a:cubicBezTo>
                    <a:cubicBezTo>
                      <a:pt x="263" y="351"/>
                      <a:pt x="274" y="351"/>
                      <a:pt x="317" y="329"/>
                    </a:cubicBezTo>
                    <a:lnTo>
                      <a:pt x="372" y="307"/>
                    </a:lnTo>
                    <a:cubicBezTo>
                      <a:pt x="394" y="296"/>
                      <a:pt x="416" y="274"/>
                      <a:pt x="438" y="252"/>
                    </a:cubicBezTo>
                    <a:cubicBezTo>
                      <a:pt x="449" y="231"/>
                      <a:pt x="460" y="209"/>
                      <a:pt x="470" y="187"/>
                    </a:cubicBezTo>
                    <a:lnTo>
                      <a:pt x="470" y="154"/>
                    </a:lnTo>
                    <a:cubicBezTo>
                      <a:pt x="481" y="165"/>
                      <a:pt x="492" y="165"/>
                      <a:pt x="503" y="165"/>
                    </a:cubicBezTo>
                    <a:lnTo>
                      <a:pt x="591" y="165"/>
                    </a:lnTo>
                    <a:cubicBezTo>
                      <a:pt x="613" y="154"/>
                      <a:pt x="645" y="143"/>
                      <a:pt x="678" y="132"/>
                    </a:cubicBezTo>
                    <a:close/>
                    <a:moveTo>
                      <a:pt x="525" y="1"/>
                    </a:moveTo>
                    <a:cubicBezTo>
                      <a:pt x="503" y="1"/>
                      <a:pt x="470" y="12"/>
                      <a:pt x="449" y="23"/>
                    </a:cubicBezTo>
                    <a:cubicBezTo>
                      <a:pt x="438" y="34"/>
                      <a:pt x="427" y="34"/>
                      <a:pt x="416" y="45"/>
                    </a:cubicBezTo>
                    <a:cubicBezTo>
                      <a:pt x="416" y="56"/>
                      <a:pt x="416" y="67"/>
                      <a:pt x="416" y="88"/>
                    </a:cubicBezTo>
                    <a:cubicBezTo>
                      <a:pt x="427" y="88"/>
                      <a:pt x="427" y="99"/>
                      <a:pt x="427" y="99"/>
                    </a:cubicBezTo>
                    <a:lnTo>
                      <a:pt x="383" y="99"/>
                    </a:lnTo>
                    <a:cubicBezTo>
                      <a:pt x="361" y="110"/>
                      <a:pt x="350" y="121"/>
                      <a:pt x="328" y="132"/>
                    </a:cubicBezTo>
                    <a:lnTo>
                      <a:pt x="317" y="165"/>
                    </a:lnTo>
                    <a:cubicBezTo>
                      <a:pt x="306" y="176"/>
                      <a:pt x="285" y="187"/>
                      <a:pt x="274" y="187"/>
                    </a:cubicBezTo>
                    <a:lnTo>
                      <a:pt x="208" y="231"/>
                    </a:lnTo>
                    <a:cubicBezTo>
                      <a:pt x="186" y="242"/>
                      <a:pt x="164" y="263"/>
                      <a:pt x="142" y="285"/>
                    </a:cubicBezTo>
                    <a:cubicBezTo>
                      <a:pt x="120" y="318"/>
                      <a:pt x="99" y="351"/>
                      <a:pt x="77" y="384"/>
                    </a:cubicBezTo>
                    <a:cubicBezTo>
                      <a:pt x="55" y="427"/>
                      <a:pt x="33" y="471"/>
                      <a:pt x="22" y="515"/>
                    </a:cubicBezTo>
                    <a:cubicBezTo>
                      <a:pt x="0" y="592"/>
                      <a:pt x="0" y="668"/>
                      <a:pt x="44" y="734"/>
                    </a:cubicBezTo>
                    <a:cubicBezTo>
                      <a:pt x="120" y="865"/>
                      <a:pt x="230" y="974"/>
                      <a:pt x="361" y="1051"/>
                    </a:cubicBezTo>
                    <a:cubicBezTo>
                      <a:pt x="438" y="1095"/>
                      <a:pt x="525" y="1127"/>
                      <a:pt x="613" y="1149"/>
                    </a:cubicBezTo>
                    <a:cubicBezTo>
                      <a:pt x="706" y="1179"/>
                      <a:pt x="803" y="1194"/>
                      <a:pt x="899" y="1194"/>
                    </a:cubicBezTo>
                    <a:cubicBezTo>
                      <a:pt x="1051" y="1194"/>
                      <a:pt x="1201" y="1157"/>
                      <a:pt x="1334" y="1084"/>
                    </a:cubicBezTo>
                    <a:cubicBezTo>
                      <a:pt x="1400" y="1051"/>
                      <a:pt x="1444" y="1018"/>
                      <a:pt x="1488" y="974"/>
                    </a:cubicBezTo>
                    <a:cubicBezTo>
                      <a:pt x="1520" y="942"/>
                      <a:pt x="1553" y="920"/>
                      <a:pt x="1575" y="887"/>
                    </a:cubicBezTo>
                    <a:cubicBezTo>
                      <a:pt x="1586" y="876"/>
                      <a:pt x="1597" y="843"/>
                      <a:pt x="1619" y="821"/>
                    </a:cubicBezTo>
                    <a:lnTo>
                      <a:pt x="1630" y="810"/>
                    </a:lnTo>
                    <a:lnTo>
                      <a:pt x="1630" y="788"/>
                    </a:lnTo>
                    <a:lnTo>
                      <a:pt x="1608" y="734"/>
                    </a:lnTo>
                    <a:lnTo>
                      <a:pt x="1608" y="723"/>
                    </a:lnTo>
                    <a:cubicBezTo>
                      <a:pt x="1597" y="690"/>
                      <a:pt x="1586" y="646"/>
                      <a:pt x="1575" y="613"/>
                    </a:cubicBezTo>
                    <a:cubicBezTo>
                      <a:pt x="1542" y="537"/>
                      <a:pt x="1520" y="460"/>
                      <a:pt x="1477" y="384"/>
                    </a:cubicBezTo>
                    <a:cubicBezTo>
                      <a:pt x="1433" y="307"/>
                      <a:pt x="1367" y="231"/>
                      <a:pt x="1280" y="187"/>
                    </a:cubicBezTo>
                    <a:cubicBezTo>
                      <a:pt x="1247" y="154"/>
                      <a:pt x="1203" y="132"/>
                      <a:pt x="1159" y="121"/>
                    </a:cubicBezTo>
                    <a:cubicBezTo>
                      <a:pt x="1127" y="99"/>
                      <a:pt x="1083" y="88"/>
                      <a:pt x="1039" y="77"/>
                    </a:cubicBezTo>
                    <a:cubicBezTo>
                      <a:pt x="963" y="67"/>
                      <a:pt x="886" y="45"/>
                      <a:pt x="799" y="34"/>
                    </a:cubicBezTo>
                    <a:cubicBezTo>
                      <a:pt x="711" y="12"/>
                      <a:pt x="624" y="1"/>
                      <a:pt x="5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
              <p:cNvSpPr/>
              <p:nvPr/>
            </p:nvSpPr>
            <p:spPr>
              <a:xfrm flipH="1">
                <a:off x="942275" y="4873250"/>
                <a:ext cx="13975" cy="21075"/>
              </a:xfrm>
              <a:custGeom>
                <a:avLst/>
                <a:gdLst/>
                <a:ahLst/>
                <a:cxnLst/>
                <a:rect l="l" t="t" r="r" b="b"/>
                <a:pathLst>
                  <a:path w="559" h="843" extrusionOk="0">
                    <a:moveTo>
                      <a:pt x="372" y="0"/>
                    </a:moveTo>
                    <a:cubicBezTo>
                      <a:pt x="350" y="11"/>
                      <a:pt x="318" y="22"/>
                      <a:pt x="285" y="33"/>
                    </a:cubicBezTo>
                    <a:cubicBezTo>
                      <a:pt x="252" y="55"/>
                      <a:pt x="230" y="77"/>
                      <a:pt x="208" y="98"/>
                    </a:cubicBezTo>
                    <a:lnTo>
                      <a:pt x="175" y="120"/>
                    </a:lnTo>
                    <a:cubicBezTo>
                      <a:pt x="164" y="131"/>
                      <a:pt x="153" y="142"/>
                      <a:pt x="143" y="164"/>
                    </a:cubicBezTo>
                    <a:cubicBezTo>
                      <a:pt x="132" y="175"/>
                      <a:pt x="132" y="186"/>
                      <a:pt x="132" y="197"/>
                    </a:cubicBezTo>
                    <a:cubicBezTo>
                      <a:pt x="132" y="219"/>
                      <a:pt x="143" y="230"/>
                      <a:pt x="143" y="252"/>
                    </a:cubicBezTo>
                    <a:cubicBezTo>
                      <a:pt x="143" y="273"/>
                      <a:pt x="153" y="295"/>
                      <a:pt x="164" y="317"/>
                    </a:cubicBezTo>
                    <a:cubicBezTo>
                      <a:pt x="175" y="339"/>
                      <a:pt x="175" y="361"/>
                      <a:pt x="164" y="372"/>
                    </a:cubicBezTo>
                    <a:lnTo>
                      <a:pt x="164" y="383"/>
                    </a:lnTo>
                    <a:lnTo>
                      <a:pt x="164" y="405"/>
                    </a:lnTo>
                    <a:lnTo>
                      <a:pt x="153" y="416"/>
                    </a:lnTo>
                    <a:cubicBezTo>
                      <a:pt x="132" y="427"/>
                      <a:pt x="121" y="448"/>
                      <a:pt x="99" y="459"/>
                    </a:cubicBezTo>
                    <a:cubicBezTo>
                      <a:pt x="88" y="459"/>
                      <a:pt x="77" y="470"/>
                      <a:pt x="66" y="481"/>
                    </a:cubicBezTo>
                    <a:cubicBezTo>
                      <a:pt x="55" y="492"/>
                      <a:pt x="44" y="492"/>
                      <a:pt x="33" y="503"/>
                    </a:cubicBezTo>
                    <a:cubicBezTo>
                      <a:pt x="33" y="514"/>
                      <a:pt x="22" y="525"/>
                      <a:pt x="11" y="547"/>
                    </a:cubicBezTo>
                    <a:cubicBezTo>
                      <a:pt x="11" y="558"/>
                      <a:pt x="0" y="580"/>
                      <a:pt x="11" y="591"/>
                    </a:cubicBezTo>
                    <a:cubicBezTo>
                      <a:pt x="0" y="613"/>
                      <a:pt x="0" y="634"/>
                      <a:pt x="11" y="645"/>
                    </a:cubicBezTo>
                    <a:cubicBezTo>
                      <a:pt x="11" y="667"/>
                      <a:pt x="11" y="678"/>
                      <a:pt x="22" y="700"/>
                    </a:cubicBezTo>
                    <a:cubicBezTo>
                      <a:pt x="22" y="700"/>
                      <a:pt x="22" y="711"/>
                      <a:pt x="33" y="722"/>
                    </a:cubicBezTo>
                    <a:lnTo>
                      <a:pt x="44" y="744"/>
                    </a:lnTo>
                    <a:cubicBezTo>
                      <a:pt x="44" y="744"/>
                      <a:pt x="55" y="755"/>
                      <a:pt x="66" y="766"/>
                    </a:cubicBezTo>
                    <a:cubicBezTo>
                      <a:pt x="66" y="766"/>
                      <a:pt x="77" y="777"/>
                      <a:pt x="88" y="788"/>
                    </a:cubicBezTo>
                    <a:cubicBezTo>
                      <a:pt x="99" y="788"/>
                      <a:pt x="110" y="798"/>
                      <a:pt x="110" y="798"/>
                    </a:cubicBezTo>
                    <a:cubicBezTo>
                      <a:pt x="132" y="809"/>
                      <a:pt x="153" y="820"/>
                      <a:pt x="186" y="831"/>
                    </a:cubicBezTo>
                    <a:cubicBezTo>
                      <a:pt x="208" y="842"/>
                      <a:pt x="219" y="842"/>
                      <a:pt x="241" y="842"/>
                    </a:cubicBezTo>
                    <a:lnTo>
                      <a:pt x="274" y="842"/>
                    </a:lnTo>
                    <a:lnTo>
                      <a:pt x="263" y="809"/>
                    </a:lnTo>
                    <a:cubicBezTo>
                      <a:pt x="252" y="809"/>
                      <a:pt x="263" y="798"/>
                      <a:pt x="252" y="798"/>
                    </a:cubicBezTo>
                    <a:cubicBezTo>
                      <a:pt x="252" y="798"/>
                      <a:pt x="252" y="788"/>
                      <a:pt x="252" y="788"/>
                    </a:cubicBezTo>
                    <a:cubicBezTo>
                      <a:pt x="252" y="777"/>
                      <a:pt x="241" y="777"/>
                      <a:pt x="241" y="766"/>
                    </a:cubicBezTo>
                    <a:lnTo>
                      <a:pt x="175" y="766"/>
                    </a:lnTo>
                    <a:cubicBezTo>
                      <a:pt x="153" y="766"/>
                      <a:pt x="132" y="755"/>
                      <a:pt x="110" y="744"/>
                    </a:cubicBezTo>
                    <a:cubicBezTo>
                      <a:pt x="99" y="744"/>
                      <a:pt x="99" y="733"/>
                      <a:pt x="88" y="733"/>
                    </a:cubicBezTo>
                    <a:cubicBezTo>
                      <a:pt x="88" y="733"/>
                      <a:pt x="77" y="722"/>
                      <a:pt x="66" y="722"/>
                    </a:cubicBezTo>
                    <a:cubicBezTo>
                      <a:pt x="55" y="711"/>
                      <a:pt x="44" y="700"/>
                      <a:pt x="44" y="689"/>
                    </a:cubicBezTo>
                    <a:lnTo>
                      <a:pt x="44" y="667"/>
                    </a:lnTo>
                    <a:cubicBezTo>
                      <a:pt x="22" y="634"/>
                      <a:pt x="22" y="602"/>
                      <a:pt x="44" y="569"/>
                    </a:cubicBezTo>
                    <a:cubicBezTo>
                      <a:pt x="55" y="547"/>
                      <a:pt x="77" y="536"/>
                      <a:pt x="99" y="525"/>
                    </a:cubicBezTo>
                    <a:cubicBezTo>
                      <a:pt x="99" y="514"/>
                      <a:pt x="110" y="503"/>
                      <a:pt x="110" y="492"/>
                    </a:cubicBezTo>
                    <a:lnTo>
                      <a:pt x="121" y="492"/>
                    </a:lnTo>
                    <a:cubicBezTo>
                      <a:pt x="143" y="481"/>
                      <a:pt x="164" y="459"/>
                      <a:pt x="175" y="448"/>
                    </a:cubicBezTo>
                    <a:cubicBezTo>
                      <a:pt x="186" y="427"/>
                      <a:pt x="197" y="405"/>
                      <a:pt x="208" y="383"/>
                    </a:cubicBezTo>
                    <a:cubicBezTo>
                      <a:pt x="208" y="383"/>
                      <a:pt x="208" y="372"/>
                      <a:pt x="208" y="361"/>
                    </a:cubicBezTo>
                    <a:cubicBezTo>
                      <a:pt x="208" y="350"/>
                      <a:pt x="208" y="339"/>
                      <a:pt x="208" y="317"/>
                    </a:cubicBezTo>
                    <a:cubicBezTo>
                      <a:pt x="197" y="295"/>
                      <a:pt x="186" y="284"/>
                      <a:pt x="175" y="273"/>
                    </a:cubicBezTo>
                    <a:cubicBezTo>
                      <a:pt x="153" y="241"/>
                      <a:pt x="153" y="208"/>
                      <a:pt x="164" y="175"/>
                    </a:cubicBezTo>
                    <a:cubicBezTo>
                      <a:pt x="175" y="153"/>
                      <a:pt x="197" y="131"/>
                      <a:pt x="219" y="109"/>
                    </a:cubicBezTo>
                    <a:cubicBezTo>
                      <a:pt x="241" y="98"/>
                      <a:pt x="263" y="77"/>
                      <a:pt x="285" y="66"/>
                    </a:cubicBezTo>
                    <a:lnTo>
                      <a:pt x="307" y="55"/>
                    </a:lnTo>
                    <a:lnTo>
                      <a:pt x="328" y="44"/>
                    </a:lnTo>
                    <a:lnTo>
                      <a:pt x="350" y="33"/>
                    </a:lnTo>
                    <a:cubicBezTo>
                      <a:pt x="372" y="33"/>
                      <a:pt x="383" y="22"/>
                      <a:pt x="405" y="22"/>
                    </a:cubicBezTo>
                    <a:lnTo>
                      <a:pt x="438" y="22"/>
                    </a:lnTo>
                    <a:cubicBezTo>
                      <a:pt x="460" y="22"/>
                      <a:pt x="493" y="22"/>
                      <a:pt x="525" y="33"/>
                    </a:cubicBezTo>
                    <a:cubicBezTo>
                      <a:pt x="536" y="33"/>
                      <a:pt x="558" y="33"/>
                      <a:pt x="558" y="22"/>
                    </a:cubicBezTo>
                    <a:cubicBezTo>
                      <a:pt x="558" y="11"/>
                      <a:pt x="525" y="0"/>
                      <a:pt x="5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4"/>
            <p:cNvSpPr/>
            <p:nvPr/>
          </p:nvSpPr>
          <p:spPr>
            <a:xfrm rot="-9237154" flipH="1">
              <a:off x="8625379" y="771828"/>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 name="Google Shape;439;p4"/>
            <p:cNvGrpSpPr/>
            <p:nvPr/>
          </p:nvGrpSpPr>
          <p:grpSpPr>
            <a:xfrm rot="-9237154">
              <a:off x="8540629" y="419646"/>
              <a:ext cx="203468" cy="175544"/>
              <a:chOff x="292325" y="4360000"/>
              <a:chExt cx="203475" cy="175550"/>
            </a:xfrm>
          </p:grpSpPr>
          <p:sp>
            <p:nvSpPr>
              <p:cNvPr id="440" name="Google Shape;440;p4"/>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4"/>
            <p:cNvGrpSpPr/>
            <p:nvPr/>
          </p:nvGrpSpPr>
          <p:grpSpPr>
            <a:xfrm rot="-9237154">
              <a:off x="8056077" y="381879"/>
              <a:ext cx="89172" cy="75222"/>
              <a:chOff x="645875" y="4874950"/>
              <a:chExt cx="89175" cy="75225"/>
            </a:xfrm>
          </p:grpSpPr>
          <p:sp>
            <p:nvSpPr>
              <p:cNvPr id="445" name="Google Shape;445;p4"/>
              <p:cNvSpPr/>
              <p:nvPr/>
            </p:nvSpPr>
            <p:spPr>
              <a:xfrm flipH="1">
                <a:off x="654900" y="4930925"/>
                <a:ext cx="575" cy="25"/>
              </a:xfrm>
              <a:custGeom>
                <a:avLst/>
                <a:gdLst/>
                <a:ahLst/>
                <a:cxnLst/>
                <a:rect l="l" t="t" r="r" b="b"/>
                <a:pathLst>
                  <a:path w="23" h="1" extrusionOk="0">
                    <a:moveTo>
                      <a:pt x="11" y="1"/>
                    </a:moveTo>
                    <a:lnTo>
                      <a:pt x="22" y="1"/>
                    </a:lnTo>
                    <a:lnTo>
                      <a:pt x="22" y="1"/>
                    </a:lnTo>
                    <a:lnTo>
                      <a:pt x="22"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
              <p:cNvSpPr/>
              <p:nvPr/>
            </p:nvSpPr>
            <p:spPr>
              <a:xfrm flipH="1">
                <a:off x="645875" y="4874950"/>
                <a:ext cx="87525" cy="75225"/>
              </a:xfrm>
              <a:custGeom>
                <a:avLst/>
                <a:gdLst/>
                <a:ahLst/>
                <a:cxnLst/>
                <a:rect l="l" t="t" r="r" b="b"/>
                <a:pathLst>
                  <a:path w="3501" h="3009" extrusionOk="0">
                    <a:moveTo>
                      <a:pt x="1964" y="0"/>
                    </a:moveTo>
                    <a:cubicBezTo>
                      <a:pt x="1801" y="0"/>
                      <a:pt x="1639" y="23"/>
                      <a:pt x="1477" y="63"/>
                    </a:cubicBezTo>
                    <a:cubicBezTo>
                      <a:pt x="1335" y="96"/>
                      <a:pt x="1192" y="140"/>
                      <a:pt x="1061" y="195"/>
                    </a:cubicBezTo>
                    <a:cubicBezTo>
                      <a:pt x="996" y="227"/>
                      <a:pt x="919" y="260"/>
                      <a:pt x="864" y="293"/>
                    </a:cubicBezTo>
                    <a:cubicBezTo>
                      <a:pt x="788" y="326"/>
                      <a:pt x="722" y="370"/>
                      <a:pt x="667" y="424"/>
                    </a:cubicBezTo>
                    <a:cubicBezTo>
                      <a:pt x="558" y="523"/>
                      <a:pt x="460" y="632"/>
                      <a:pt x="372" y="741"/>
                    </a:cubicBezTo>
                    <a:cubicBezTo>
                      <a:pt x="328" y="796"/>
                      <a:pt x="274" y="840"/>
                      <a:pt x="230" y="884"/>
                    </a:cubicBezTo>
                    <a:cubicBezTo>
                      <a:pt x="219" y="895"/>
                      <a:pt x="208" y="895"/>
                      <a:pt x="197" y="905"/>
                    </a:cubicBezTo>
                    <a:cubicBezTo>
                      <a:pt x="186" y="916"/>
                      <a:pt x="175" y="916"/>
                      <a:pt x="164" y="927"/>
                    </a:cubicBezTo>
                    <a:lnTo>
                      <a:pt x="132" y="949"/>
                    </a:lnTo>
                    <a:cubicBezTo>
                      <a:pt x="99" y="949"/>
                      <a:pt x="99" y="982"/>
                      <a:pt x="88" y="1015"/>
                    </a:cubicBezTo>
                    <a:lnTo>
                      <a:pt x="66" y="1091"/>
                    </a:lnTo>
                    <a:cubicBezTo>
                      <a:pt x="44" y="1146"/>
                      <a:pt x="33" y="1212"/>
                      <a:pt x="22" y="1266"/>
                    </a:cubicBezTo>
                    <a:lnTo>
                      <a:pt x="77" y="1234"/>
                    </a:lnTo>
                    <a:cubicBezTo>
                      <a:pt x="77" y="1234"/>
                      <a:pt x="88" y="1223"/>
                      <a:pt x="99" y="1223"/>
                    </a:cubicBezTo>
                    <a:cubicBezTo>
                      <a:pt x="110" y="1223"/>
                      <a:pt x="110" y="1201"/>
                      <a:pt x="121" y="1201"/>
                    </a:cubicBezTo>
                    <a:lnTo>
                      <a:pt x="142" y="1201"/>
                    </a:lnTo>
                    <a:lnTo>
                      <a:pt x="197" y="1168"/>
                    </a:lnTo>
                    <a:lnTo>
                      <a:pt x="241" y="1146"/>
                    </a:lnTo>
                    <a:cubicBezTo>
                      <a:pt x="252" y="1135"/>
                      <a:pt x="274" y="1135"/>
                      <a:pt x="285" y="1124"/>
                    </a:cubicBezTo>
                    <a:cubicBezTo>
                      <a:pt x="296" y="1113"/>
                      <a:pt x="307" y="1102"/>
                      <a:pt x="317" y="1091"/>
                    </a:cubicBezTo>
                    <a:lnTo>
                      <a:pt x="350" y="1070"/>
                    </a:lnTo>
                    <a:cubicBezTo>
                      <a:pt x="361" y="1059"/>
                      <a:pt x="372" y="1059"/>
                      <a:pt x="394" y="1048"/>
                    </a:cubicBezTo>
                    <a:cubicBezTo>
                      <a:pt x="569" y="916"/>
                      <a:pt x="667" y="752"/>
                      <a:pt x="810" y="643"/>
                    </a:cubicBezTo>
                    <a:cubicBezTo>
                      <a:pt x="864" y="577"/>
                      <a:pt x="941" y="534"/>
                      <a:pt x="1017" y="501"/>
                    </a:cubicBezTo>
                    <a:cubicBezTo>
                      <a:pt x="1072" y="479"/>
                      <a:pt x="1160" y="457"/>
                      <a:pt x="1203" y="435"/>
                    </a:cubicBezTo>
                    <a:cubicBezTo>
                      <a:pt x="1302" y="402"/>
                      <a:pt x="1346" y="380"/>
                      <a:pt x="1433" y="348"/>
                    </a:cubicBezTo>
                    <a:cubicBezTo>
                      <a:pt x="1588" y="305"/>
                      <a:pt x="1756" y="275"/>
                      <a:pt x="1922" y="275"/>
                    </a:cubicBezTo>
                    <a:cubicBezTo>
                      <a:pt x="1967" y="275"/>
                      <a:pt x="2012" y="277"/>
                      <a:pt x="2057" y="282"/>
                    </a:cubicBezTo>
                    <a:cubicBezTo>
                      <a:pt x="2111" y="282"/>
                      <a:pt x="2166" y="293"/>
                      <a:pt x="2210" y="304"/>
                    </a:cubicBezTo>
                    <a:cubicBezTo>
                      <a:pt x="2297" y="326"/>
                      <a:pt x="2374" y="359"/>
                      <a:pt x="2450" y="380"/>
                    </a:cubicBezTo>
                    <a:cubicBezTo>
                      <a:pt x="2527" y="391"/>
                      <a:pt x="2592" y="424"/>
                      <a:pt x="2658" y="468"/>
                    </a:cubicBezTo>
                    <a:cubicBezTo>
                      <a:pt x="2767" y="545"/>
                      <a:pt x="2877" y="632"/>
                      <a:pt x="2964" y="741"/>
                    </a:cubicBezTo>
                    <a:cubicBezTo>
                      <a:pt x="3085" y="916"/>
                      <a:pt x="3172" y="1113"/>
                      <a:pt x="3194" y="1321"/>
                    </a:cubicBezTo>
                    <a:cubicBezTo>
                      <a:pt x="3205" y="1387"/>
                      <a:pt x="3194" y="1463"/>
                      <a:pt x="3205" y="1518"/>
                    </a:cubicBezTo>
                    <a:cubicBezTo>
                      <a:pt x="3227" y="1627"/>
                      <a:pt x="3139" y="1737"/>
                      <a:pt x="3041" y="1912"/>
                    </a:cubicBezTo>
                    <a:cubicBezTo>
                      <a:pt x="3008" y="1977"/>
                      <a:pt x="2997" y="2043"/>
                      <a:pt x="2997" y="2109"/>
                    </a:cubicBezTo>
                    <a:cubicBezTo>
                      <a:pt x="2997" y="2141"/>
                      <a:pt x="3008" y="2185"/>
                      <a:pt x="3019" y="2218"/>
                    </a:cubicBezTo>
                    <a:cubicBezTo>
                      <a:pt x="3008" y="2215"/>
                      <a:pt x="2997" y="2214"/>
                      <a:pt x="2987" y="2214"/>
                    </a:cubicBezTo>
                    <a:cubicBezTo>
                      <a:pt x="2955" y="2214"/>
                      <a:pt x="2926" y="2226"/>
                      <a:pt x="2910" y="2251"/>
                    </a:cubicBezTo>
                    <a:cubicBezTo>
                      <a:pt x="2866" y="2284"/>
                      <a:pt x="2844" y="2284"/>
                      <a:pt x="2800" y="2316"/>
                    </a:cubicBezTo>
                    <a:cubicBezTo>
                      <a:pt x="2757" y="2349"/>
                      <a:pt x="2724" y="2382"/>
                      <a:pt x="2691" y="2404"/>
                    </a:cubicBezTo>
                    <a:cubicBezTo>
                      <a:pt x="2625" y="2448"/>
                      <a:pt x="2560" y="2491"/>
                      <a:pt x="2494" y="2535"/>
                    </a:cubicBezTo>
                    <a:cubicBezTo>
                      <a:pt x="2297" y="2634"/>
                      <a:pt x="2089" y="2699"/>
                      <a:pt x="1871" y="2743"/>
                    </a:cubicBezTo>
                    <a:cubicBezTo>
                      <a:pt x="1805" y="2754"/>
                      <a:pt x="1728" y="2765"/>
                      <a:pt x="1663" y="2765"/>
                    </a:cubicBezTo>
                    <a:lnTo>
                      <a:pt x="1641" y="2765"/>
                    </a:lnTo>
                    <a:cubicBezTo>
                      <a:pt x="1542" y="2765"/>
                      <a:pt x="1444" y="2765"/>
                      <a:pt x="1346" y="2754"/>
                    </a:cubicBezTo>
                    <a:cubicBezTo>
                      <a:pt x="1280" y="2743"/>
                      <a:pt x="1214" y="2732"/>
                      <a:pt x="1149" y="2721"/>
                    </a:cubicBezTo>
                    <a:cubicBezTo>
                      <a:pt x="1127" y="2721"/>
                      <a:pt x="1007" y="2688"/>
                      <a:pt x="996" y="2677"/>
                    </a:cubicBezTo>
                    <a:cubicBezTo>
                      <a:pt x="930" y="2655"/>
                      <a:pt x="864" y="2634"/>
                      <a:pt x="799" y="2601"/>
                    </a:cubicBezTo>
                    <a:cubicBezTo>
                      <a:pt x="755" y="2579"/>
                      <a:pt x="722" y="2546"/>
                      <a:pt x="678" y="2513"/>
                    </a:cubicBezTo>
                    <a:cubicBezTo>
                      <a:pt x="602" y="2448"/>
                      <a:pt x="525" y="2360"/>
                      <a:pt x="449" y="2284"/>
                    </a:cubicBezTo>
                    <a:cubicBezTo>
                      <a:pt x="438" y="2251"/>
                      <a:pt x="416" y="2229"/>
                      <a:pt x="394" y="2196"/>
                    </a:cubicBezTo>
                    <a:lnTo>
                      <a:pt x="394" y="2185"/>
                    </a:lnTo>
                    <a:cubicBezTo>
                      <a:pt x="383" y="2163"/>
                      <a:pt x="372" y="2141"/>
                      <a:pt x="361" y="2120"/>
                    </a:cubicBezTo>
                    <a:cubicBezTo>
                      <a:pt x="361" y="2109"/>
                      <a:pt x="350" y="2098"/>
                      <a:pt x="350" y="2087"/>
                    </a:cubicBezTo>
                    <a:cubicBezTo>
                      <a:pt x="328" y="2087"/>
                      <a:pt x="307" y="2087"/>
                      <a:pt x="285" y="2076"/>
                    </a:cubicBezTo>
                    <a:cubicBezTo>
                      <a:pt x="252" y="2076"/>
                      <a:pt x="230" y="2065"/>
                      <a:pt x="208" y="2043"/>
                    </a:cubicBezTo>
                    <a:cubicBezTo>
                      <a:pt x="186" y="2032"/>
                      <a:pt x="175" y="2021"/>
                      <a:pt x="164" y="1999"/>
                    </a:cubicBezTo>
                    <a:cubicBezTo>
                      <a:pt x="110" y="1955"/>
                      <a:pt x="88" y="1890"/>
                      <a:pt x="88" y="1824"/>
                    </a:cubicBezTo>
                    <a:cubicBezTo>
                      <a:pt x="88" y="1770"/>
                      <a:pt x="99" y="1715"/>
                      <a:pt x="110" y="1660"/>
                    </a:cubicBezTo>
                    <a:cubicBezTo>
                      <a:pt x="110" y="1649"/>
                      <a:pt x="121" y="1649"/>
                      <a:pt x="132" y="1627"/>
                    </a:cubicBezTo>
                    <a:cubicBezTo>
                      <a:pt x="142" y="1627"/>
                      <a:pt x="164" y="1616"/>
                      <a:pt x="175" y="1605"/>
                    </a:cubicBezTo>
                    <a:cubicBezTo>
                      <a:pt x="181" y="1611"/>
                      <a:pt x="186" y="1614"/>
                      <a:pt x="192" y="1614"/>
                    </a:cubicBezTo>
                    <a:cubicBezTo>
                      <a:pt x="197" y="1614"/>
                      <a:pt x="203" y="1611"/>
                      <a:pt x="208" y="1605"/>
                    </a:cubicBezTo>
                    <a:cubicBezTo>
                      <a:pt x="211" y="1603"/>
                      <a:pt x="212" y="1602"/>
                      <a:pt x="214" y="1602"/>
                    </a:cubicBezTo>
                    <a:cubicBezTo>
                      <a:pt x="217" y="1602"/>
                      <a:pt x="219" y="1605"/>
                      <a:pt x="221" y="1605"/>
                    </a:cubicBezTo>
                    <a:cubicBezTo>
                      <a:pt x="223" y="1605"/>
                      <a:pt x="226" y="1603"/>
                      <a:pt x="230" y="1595"/>
                    </a:cubicBezTo>
                    <a:lnTo>
                      <a:pt x="252" y="1649"/>
                    </a:lnTo>
                    <a:cubicBezTo>
                      <a:pt x="241" y="1518"/>
                      <a:pt x="252" y="1398"/>
                      <a:pt x="274" y="1266"/>
                    </a:cubicBezTo>
                    <a:lnTo>
                      <a:pt x="285" y="1201"/>
                    </a:lnTo>
                    <a:lnTo>
                      <a:pt x="252" y="1223"/>
                    </a:lnTo>
                    <a:lnTo>
                      <a:pt x="241" y="1223"/>
                    </a:lnTo>
                    <a:cubicBezTo>
                      <a:pt x="241" y="1223"/>
                      <a:pt x="241" y="1234"/>
                      <a:pt x="241" y="1234"/>
                    </a:cubicBezTo>
                    <a:lnTo>
                      <a:pt x="230" y="1234"/>
                    </a:lnTo>
                    <a:cubicBezTo>
                      <a:pt x="219" y="1234"/>
                      <a:pt x="197" y="1245"/>
                      <a:pt x="186" y="1255"/>
                    </a:cubicBezTo>
                    <a:cubicBezTo>
                      <a:pt x="175" y="1255"/>
                      <a:pt x="175" y="1277"/>
                      <a:pt x="164" y="1277"/>
                    </a:cubicBezTo>
                    <a:cubicBezTo>
                      <a:pt x="159" y="1283"/>
                      <a:pt x="153" y="1283"/>
                      <a:pt x="149" y="1283"/>
                    </a:cubicBezTo>
                    <a:cubicBezTo>
                      <a:pt x="145" y="1283"/>
                      <a:pt x="142" y="1283"/>
                      <a:pt x="142" y="1288"/>
                    </a:cubicBezTo>
                    <a:cubicBezTo>
                      <a:pt x="132" y="1299"/>
                      <a:pt x="110" y="1332"/>
                      <a:pt x="88" y="1343"/>
                    </a:cubicBezTo>
                    <a:cubicBezTo>
                      <a:pt x="66" y="1365"/>
                      <a:pt x="55" y="1376"/>
                      <a:pt x="55" y="1398"/>
                    </a:cubicBezTo>
                    <a:cubicBezTo>
                      <a:pt x="55" y="1406"/>
                      <a:pt x="53" y="1408"/>
                      <a:pt x="51" y="1408"/>
                    </a:cubicBezTo>
                    <a:cubicBezTo>
                      <a:pt x="48" y="1408"/>
                      <a:pt x="45" y="1405"/>
                      <a:pt x="40" y="1405"/>
                    </a:cubicBezTo>
                    <a:cubicBezTo>
                      <a:pt x="38" y="1405"/>
                      <a:pt x="36" y="1406"/>
                      <a:pt x="33" y="1409"/>
                    </a:cubicBezTo>
                    <a:cubicBezTo>
                      <a:pt x="33" y="1409"/>
                      <a:pt x="22" y="1398"/>
                      <a:pt x="22" y="1398"/>
                    </a:cubicBezTo>
                    <a:cubicBezTo>
                      <a:pt x="22" y="1441"/>
                      <a:pt x="11" y="1485"/>
                      <a:pt x="11" y="1529"/>
                    </a:cubicBezTo>
                    <a:cubicBezTo>
                      <a:pt x="0" y="1715"/>
                      <a:pt x="22" y="1890"/>
                      <a:pt x="77" y="2076"/>
                    </a:cubicBezTo>
                    <a:cubicBezTo>
                      <a:pt x="77" y="2087"/>
                      <a:pt x="88" y="2087"/>
                      <a:pt x="88" y="2098"/>
                    </a:cubicBezTo>
                    <a:cubicBezTo>
                      <a:pt x="121" y="2196"/>
                      <a:pt x="164" y="2295"/>
                      <a:pt x="219" y="2371"/>
                    </a:cubicBezTo>
                    <a:cubicBezTo>
                      <a:pt x="328" y="2535"/>
                      <a:pt x="482" y="2677"/>
                      <a:pt x="646" y="2787"/>
                    </a:cubicBezTo>
                    <a:cubicBezTo>
                      <a:pt x="842" y="2896"/>
                      <a:pt x="1050" y="2973"/>
                      <a:pt x="1280" y="2994"/>
                    </a:cubicBezTo>
                    <a:cubicBezTo>
                      <a:pt x="1366" y="3004"/>
                      <a:pt x="1453" y="3009"/>
                      <a:pt x="1540" y="3009"/>
                    </a:cubicBezTo>
                    <a:cubicBezTo>
                      <a:pt x="1850" y="3009"/>
                      <a:pt x="2160" y="2948"/>
                      <a:pt x="2450" y="2820"/>
                    </a:cubicBezTo>
                    <a:cubicBezTo>
                      <a:pt x="2658" y="2743"/>
                      <a:pt x="2866" y="2655"/>
                      <a:pt x="3052" y="2524"/>
                    </a:cubicBezTo>
                    <a:cubicBezTo>
                      <a:pt x="3096" y="2502"/>
                      <a:pt x="3128" y="2459"/>
                      <a:pt x="3161" y="2415"/>
                    </a:cubicBezTo>
                    <a:cubicBezTo>
                      <a:pt x="3183" y="2371"/>
                      <a:pt x="3205" y="2360"/>
                      <a:pt x="3205" y="2338"/>
                    </a:cubicBezTo>
                    <a:cubicBezTo>
                      <a:pt x="3216" y="2316"/>
                      <a:pt x="3205" y="2284"/>
                      <a:pt x="3183" y="2273"/>
                    </a:cubicBezTo>
                    <a:cubicBezTo>
                      <a:pt x="3172" y="2262"/>
                      <a:pt x="3161" y="2251"/>
                      <a:pt x="3150" y="2240"/>
                    </a:cubicBezTo>
                    <a:cubicBezTo>
                      <a:pt x="3183" y="2240"/>
                      <a:pt x="3205" y="2207"/>
                      <a:pt x="3238" y="2185"/>
                    </a:cubicBezTo>
                    <a:cubicBezTo>
                      <a:pt x="3260" y="2163"/>
                      <a:pt x="3281" y="2141"/>
                      <a:pt x="3303" y="2109"/>
                    </a:cubicBezTo>
                    <a:cubicBezTo>
                      <a:pt x="3336" y="2010"/>
                      <a:pt x="3369" y="1923"/>
                      <a:pt x="3413" y="1835"/>
                    </a:cubicBezTo>
                    <a:cubicBezTo>
                      <a:pt x="3446" y="1770"/>
                      <a:pt x="3467" y="1715"/>
                      <a:pt x="3478" y="1649"/>
                    </a:cubicBezTo>
                    <a:cubicBezTo>
                      <a:pt x="3500" y="1573"/>
                      <a:pt x="3500" y="1507"/>
                      <a:pt x="3489" y="1441"/>
                    </a:cubicBezTo>
                    <a:cubicBezTo>
                      <a:pt x="3467" y="1343"/>
                      <a:pt x="3435" y="1245"/>
                      <a:pt x="3413" y="1157"/>
                    </a:cubicBezTo>
                    <a:cubicBezTo>
                      <a:pt x="3391" y="1059"/>
                      <a:pt x="3358" y="971"/>
                      <a:pt x="3325" y="873"/>
                    </a:cubicBezTo>
                    <a:cubicBezTo>
                      <a:pt x="3260" y="730"/>
                      <a:pt x="3172" y="588"/>
                      <a:pt x="3063" y="479"/>
                    </a:cubicBezTo>
                    <a:cubicBezTo>
                      <a:pt x="2822" y="216"/>
                      <a:pt x="2483" y="52"/>
                      <a:pt x="2133" y="9"/>
                    </a:cubicBezTo>
                    <a:cubicBezTo>
                      <a:pt x="2077" y="3"/>
                      <a:pt x="2020" y="0"/>
                      <a:pt x="19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
              <p:cNvSpPr/>
              <p:nvPr/>
            </p:nvSpPr>
            <p:spPr>
              <a:xfrm flipH="1">
                <a:off x="725450" y="4916175"/>
                <a:ext cx="3575" cy="8775"/>
              </a:xfrm>
              <a:custGeom>
                <a:avLst/>
                <a:gdLst/>
                <a:ahLst/>
                <a:cxnLst/>
                <a:rect l="l" t="t" r="r" b="b"/>
                <a:pathLst>
                  <a:path w="143" h="351" extrusionOk="0">
                    <a:moveTo>
                      <a:pt x="77" y="0"/>
                    </a:moveTo>
                    <a:cubicBezTo>
                      <a:pt x="44" y="44"/>
                      <a:pt x="22" y="99"/>
                      <a:pt x="11" y="153"/>
                    </a:cubicBezTo>
                    <a:cubicBezTo>
                      <a:pt x="0" y="197"/>
                      <a:pt x="11" y="241"/>
                      <a:pt x="44" y="274"/>
                    </a:cubicBezTo>
                    <a:cubicBezTo>
                      <a:pt x="44" y="285"/>
                      <a:pt x="55" y="296"/>
                      <a:pt x="66" y="306"/>
                    </a:cubicBezTo>
                    <a:cubicBezTo>
                      <a:pt x="77" y="317"/>
                      <a:pt x="99" y="328"/>
                      <a:pt x="121" y="339"/>
                    </a:cubicBezTo>
                    <a:lnTo>
                      <a:pt x="142" y="350"/>
                    </a:lnTo>
                    <a:cubicBezTo>
                      <a:pt x="99" y="230"/>
                      <a:pt x="77" y="121"/>
                      <a:pt x="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
              <p:cNvSpPr/>
              <p:nvPr/>
            </p:nvSpPr>
            <p:spPr>
              <a:xfrm flipH="1">
                <a:off x="666675" y="4914800"/>
                <a:ext cx="64825" cy="21075"/>
              </a:xfrm>
              <a:custGeom>
                <a:avLst/>
                <a:gdLst/>
                <a:ahLst/>
                <a:cxnLst/>
                <a:rect l="l" t="t" r="r" b="b"/>
                <a:pathLst>
                  <a:path w="2593" h="843" extrusionOk="0">
                    <a:moveTo>
                      <a:pt x="154" y="1"/>
                    </a:moveTo>
                    <a:cubicBezTo>
                      <a:pt x="149" y="6"/>
                      <a:pt x="143" y="6"/>
                      <a:pt x="138" y="6"/>
                    </a:cubicBezTo>
                    <a:cubicBezTo>
                      <a:pt x="132" y="6"/>
                      <a:pt x="127" y="6"/>
                      <a:pt x="121" y="11"/>
                    </a:cubicBezTo>
                    <a:lnTo>
                      <a:pt x="99" y="11"/>
                    </a:lnTo>
                    <a:cubicBezTo>
                      <a:pt x="77" y="22"/>
                      <a:pt x="66" y="22"/>
                      <a:pt x="45" y="22"/>
                    </a:cubicBezTo>
                    <a:cubicBezTo>
                      <a:pt x="45" y="44"/>
                      <a:pt x="34" y="44"/>
                      <a:pt x="23" y="66"/>
                    </a:cubicBezTo>
                    <a:cubicBezTo>
                      <a:pt x="12" y="110"/>
                      <a:pt x="1" y="165"/>
                      <a:pt x="1" y="219"/>
                    </a:cubicBezTo>
                    <a:cubicBezTo>
                      <a:pt x="1" y="285"/>
                      <a:pt x="34" y="351"/>
                      <a:pt x="77" y="394"/>
                    </a:cubicBezTo>
                    <a:cubicBezTo>
                      <a:pt x="88" y="416"/>
                      <a:pt x="110" y="427"/>
                      <a:pt x="121" y="449"/>
                    </a:cubicBezTo>
                    <a:cubicBezTo>
                      <a:pt x="143" y="460"/>
                      <a:pt x="176" y="471"/>
                      <a:pt x="198" y="482"/>
                    </a:cubicBezTo>
                    <a:cubicBezTo>
                      <a:pt x="220" y="482"/>
                      <a:pt x="241" y="493"/>
                      <a:pt x="263" y="493"/>
                    </a:cubicBezTo>
                    <a:lnTo>
                      <a:pt x="351" y="493"/>
                    </a:lnTo>
                    <a:lnTo>
                      <a:pt x="362" y="482"/>
                    </a:lnTo>
                    <a:lnTo>
                      <a:pt x="384" y="482"/>
                    </a:lnTo>
                    <a:cubicBezTo>
                      <a:pt x="432" y="464"/>
                      <a:pt x="483" y="456"/>
                      <a:pt x="534" y="456"/>
                    </a:cubicBezTo>
                    <a:cubicBezTo>
                      <a:pt x="576" y="456"/>
                      <a:pt x="618" y="461"/>
                      <a:pt x="657" y="471"/>
                    </a:cubicBezTo>
                    <a:cubicBezTo>
                      <a:pt x="712" y="493"/>
                      <a:pt x="756" y="526"/>
                      <a:pt x="799" y="569"/>
                    </a:cubicBezTo>
                    <a:cubicBezTo>
                      <a:pt x="821" y="569"/>
                      <a:pt x="843" y="580"/>
                      <a:pt x="865" y="591"/>
                    </a:cubicBezTo>
                    <a:cubicBezTo>
                      <a:pt x="865" y="591"/>
                      <a:pt x="876" y="602"/>
                      <a:pt x="887" y="602"/>
                    </a:cubicBezTo>
                    <a:lnTo>
                      <a:pt x="898" y="602"/>
                    </a:lnTo>
                    <a:cubicBezTo>
                      <a:pt x="931" y="635"/>
                      <a:pt x="974" y="679"/>
                      <a:pt x="1018" y="722"/>
                    </a:cubicBezTo>
                    <a:cubicBezTo>
                      <a:pt x="1051" y="744"/>
                      <a:pt x="1084" y="766"/>
                      <a:pt x="1127" y="788"/>
                    </a:cubicBezTo>
                    <a:cubicBezTo>
                      <a:pt x="1138" y="799"/>
                      <a:pt x="1149" y="799"/>
                      <a:pt x="1160" y="810"/>
                    </a:cubicBezTo>
                    <a:cubicBezTo>
                      <a:pt x="1193" y="821"/>
                      <a:pt x="1237" y="832"/>
                      <a:pt x="1270" y="843"/>
                    </a:cubicBezTo>
                    <a:cubicBezTo>
                      <a:pt x="1313" y="832"/>
                      <a:pt x="1346" y="832"/>
                      <a:pt x="1390" y="821"/>
                    </a:cubicBezTo>
                    <a:cubicBezTo>
                      <a:pt x="1477" y="821"/>
                      <a:pt x="1565" y="810"/>
                      <a:pt x="1641" y="810"/>
                    </a:cubicBezTo>
                    <a:cubicBezTo>
                      <a:pt x="1718" y="799"/>
                      <a:pt x="1795" y="799"/>
                      <a:pt x="1860" y="788"/>
                    </a:cubicBezTo>
                    <a:cubicBezTo>
                      <a:pt x="1937" y="788"/>
                      <a:pt x="1991" y="755"/>
                      <a:pt x="2046" y="733"/>
                    </a:cubicBezTo>
                    <a:lnTo>
                      <a:pt x="2101" y="711"/>
                    </a:lnTo>
                    <a:cubicBezTo>
                      <a:pt x="2123" y="701"/>
                      <a:pt x="2145" y="690"/>
                      <a:pt x="2166" y="679"/>
                    </a:cubicBezTo>
                    <a:cubicBezTo>
                      <a:pt x="2177" y="668"/>
                      <a:pt x="2199" y="657"/>
                      <a:pt x="2210" y="646"/>
                    </a:cubicBezTo>
                    <a:cubicBezTo>
                      <a:pt x="2232" y="635"/>
                      <a:pt x="2298" y="602"/>
                      <a:pt x="2331" y="580"/>
                    </a:cubicBezTo>
                    <a:cubicBezTo>
                      <a:pt x="2363" y="558"/>
                      <a:pt x="2363" y="547"/>
                      <a:pt x="2385" y="536"/>
                    </a:cubicBezTo>
                    <a:cubicBezTo>
                      <a:pt x="2451" y="482"/>
                      <a:pt x="2506" y="427"/>
                      <a:pt x="2560" y="383"/>
                    </a:cubicBezTo>
                    <a:cubicBezTo>
                      <a:pt x="2560" y="351"/>
                      <a:pt x="2593" y="329"/>
                      <a:pt x="2582" y="318"/>
                    </a:cubicBezTo>
                    <a:cubicBezTo>
                      <a:pt x="2580" y="317"/>
                      <a:pt x="2579" y="316"/>
                      <a:pt x="2577" y="316"/>
                    </a:cubicBezTo>
                    <a:cubicBezTo>
                      <a:pt x="2554" y="316"/>
                      <a:pt x="2513" y="375"/>
                      <a:pt x="2473" y="405"/>
                    </a:cubicBezTo>
                    <a:cubicBezTo>
                      <a:pt x="2440" y="438"/>
                      <a:pt x="2396" y="482"/>
                      <a:pt x="2385" y="493"/>
                    </a:cubicBezTo>
                    <a:cubicBezTo>
                      <a:pt x="2341" y="515"/>
                      <a:pt x="2298" y="547"/>
                      <a:pt x="2254" y="569"/>
                    </a:cubicBezTo>
                    <a:cubicBezTo>
                      <a:pt x="2199" y="613"/>
                      <a:pt x="2123" y="657"/>
                      <a:pt x="2057" y="679"/>
                    </a:cubicBezTo>
                    <a:cubicBezTo>
                      <a:pt x="1981" y="711"/>
                      <a:pt x="1915" y="733"/>
                      <a:pt x="1827" y="744"/>
                    </a:cubicBezTo>
                    <a:lnTo>
                      <a:pt x="1565" y="744"/>
                    </a:lnTo>
                    <a:cubicBezTo>
                      <a:pt x="1521" y="744"/>
                      <a:pt x="1477" y="755"/>
                      <a:pt x="1445" y="755"/>
                    </a:cubicBezTo>
                    <a:lnTo>
                      <a:pt x="1291" y="755"/>
                    </a:lnTo>
                    <a:cubicBezTo>
                      <a:pt x="1248" y="744"/>
                      <a:pt x="1193" y="733"/>
                      <a:pt x="1149" y="711"/>
                    </a:cubicBezTo>
                    <a:cubicBezTo>
                      <a:pt x="1138" y="701"/>
                      <a:pt x="1127" y="690"/>
                      <a:pt x="1116" y="690"/>
                    </a:cubicBezTo>
                    <a:cubicBezTo>
                      <a:pt x="1106" y="679"/>
                      <a:pt x="1095" y="679"/>
                      <a:pt x="1084" y="668"/>
                    </a:cubicBezTo>
                    <a:cubicBezTo>
                      <a:pt x="1073" y="657"/>
                      <a:pt x="1051" y="646"/>
                      <a:pt x="1040" y="635"/>
                    </a:cubicBezTo>
                    <a:cubicBezTo>
                      <a:pt x="1007" y="591"/>
                      <a:pt x="952" y="547"/>
                      <a:pt x="931" y="515"/>
                    </a:cubicBezTo>
                    <a:cubicBezTo>
                      <a:pt x="909" y="493"/>
                      <a:pt x="887" y="471"/>
                      <a:pt x="854" y="449"/>
                    </a:cubicBezTo>
                    <a:cubicBezTo>
                      <a:pt x="832" y="427"/>
                      <a:pt x="810" y="416"/>
                      <a:pt x="777" y="405"/>
                    </a:cubicBezTo>
                    <a:cubicBezTo>
                      <a:pt x="745" y="394"/>
                      <a:pt x="723" y="383"/>
                      <a:pt x="690" y="372"/>
                    </a:cubicBezTo>
                    <a:lnTo>
                      <a:pt x="570" y="372"/>
                    </a:lnTo>
                    <a:cubicBezTo>
                      <a:pt x="537" y="372"/>
                      <a:pt x="493" y="372"/>
                      <a:pt x="460" y="383"/>
                    </a:cubicBezTo>
                    <a:lnTo>
                      <a:pt x="351" y="405"/>
                    </a:lnTo>
                    <a:lnTo>
                      <a:pt x="231" y="405"/>
                    </a:lnTo>
                    <a:lnTo>
                      <a:pt x="220" y="394"/>
                    </a:lnTo>
                    <a:cubicBezTo>
                      <a:pt x="198" y="383"/>
                      <a:pt x="176" y="372"/>
                      <a:pt x="165" y="361"/>
                    </a:cubicBezTo>
                    <a:cubicBezTo>
                      <a:pt x="154" y="351"/>
                      <a:pt x="143" y="340"/>
                      <a:pt x="132" y="329"/>
                    </a:cubicBezTo>
                    <a:cubicBezTo>
                      <a:pt x="110" y="296"/>
                      <a:pt x="99" y="252"/>
                      <a:pt x="99" y="208"/>
                    </a:cubicBezTo>
                    <a:cubicBezTo>
                      <a:pt x="121" y="154"/>
                      <a:pt x="143" y="110"/>
                      <a:pt x="165" y="55"/>
                    </a:cubicBezTo>
                    <a:lnTo>
                      <a:pt x="165" y="44"/>
                    </a:lnTo>
                    <a:lnTo>
                      <a:pt x="15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
              <p:cNvSpPr/>
              <p:nvPr/>
            </p:nvSpPr>
            <p:spPr>
              <a:xfrm flipH="1">
                <a:off x="703300" y="4899225"/>
                <a:ext cx="31750" cy="10800"/>
              </a:xfrm>
              <a:custGeom>
                <a:avLst/>
                <a:gdLst/>
                <a:ahLst/>
                <a:cxnLst/>
                <a:rect l="l" t="t" r="r" b="b"/>
                <a:pathLst>
                  <a:path w="1270" h="432" extrusionOk="0">
                    <a:moveTo>
                      <a:pt x="843" y="0"/>
                    </a:moveTo>
                    <a:cubicBezTo>
                      <a:pt x="832" y="11"/>
                      <a:pt x="810" y="11"/>
                      <a:pt x="788" y="22"/>
                    </a:cubicBezTo>
                    <a:lnTo>
                      <a:pt x="723" y="22"/>
                    </a:lnTo>
                    <a:cubicBezTo>
                      <a:pt x="690" y="22"/>
                      <a:pt x="668" y="33"/>
                      <a:pt x="635" y="33"/>
                    </a:cubicBezTo>
                    <a:lnTo>
                      <a:pt x="624" y="33"/>
                    </a:lnTo>
                    <a:cubicBezTo>
                      <a:pt x="613" y="33"/>
                      <a:pt x="613" y="44"/>
                      <a:pt x="602" y="44"/>
                    </a:cubicBezTo>
                    <a:lnTo>
                      <a:pt x="580" y="44"/>
                    </a:lnTo>
                    <a:cubicBezTo>
                      <a:pt x="548" y="44"/>
                      <a:pt x="526" y="55"/>
                      <a:pt x="504" y="66"/>
                    </a:cubicBezTo>
                    <a:lnTo>
                      <a:pt x="460" y="66"/>
                    </a:lnTo>
                    <a:cubicBezTo>
                      <a:pt x="438" y="66"/>
                      <a:pt x="427" y="77"/>
                      <a:pt x="416" y="77"/>
                    </a:cubicBezTo>
                    <a:lnTo>
                      <a:pt x="383" y="99"/>
                    </a:lnTo>
                    <a:cubicBezTo>
                      <a:pt x="373" y="109"/>
                      <a:pt x="362" y="131"/>
                      <a:pt x="351" y="131"/>
                    </a:cubicBezTo>
                    <a:cubicBezTo>
                      <a:pt x="340" y="142"/>
                      <a:pt x="318" y="153"/>
                      <a:pt x="307" y="153"/>
                    </a:cubicBezTo>
                    <a:lnTo>
                      <a:pt x="263" y="175"/>
                    </a:lnTo>
                    <a:lnTo>
                      <a:pt x="208" y="208"/>
                    </a:lnTo>
                    <a:lnTo>
                      <a:pt x="187" y="208"/>
                    </a:lnTo>
                    <a:cubicBezTo>
                      <a:pt x="176" y="219"/>
                      <a:pt x="176" y="230"/>
                      <a:pt x="165" y="230"/>
                    </a:cubicBezTo>
                    <a:cubicBezTo>
                      <a:pt x="154" y="241"/>
                      <a:pt x="143" y="241"/>
                      <a:pt x="143" y="241"/>
                    </a:cubicBezTo>
                    <a:lnTo>
                      <a:pt x="88" y="274"/>
                    </a:lnTo>
                    <a:lnTo>
                      <a:pt x="77" y="284"/>
                    </a:lnTo>
                    <a:cubicBezTo>
                      <a:pt x="55" y="306"/>
                      <a:pt x="23" y="306"/>
                      <a:pt x="1" y="339"/>
                    </a:cubicBezTo>
                    <a:cubicBezTo>
                      <a:pt x="1" y="350"/>
                      <a:pt x="12" y="361"/>
                      <a:pt x="12" y="383"/>
                    </a:cubicBezTo>
                    <a:cubicBezTo>
                      <a:pt x="14" y="381"/>
                      <a:pt x="16" y="380"/>
                      <a:pt x="18" y="380"/>
                    </a:cubicBezTo>
                    <a:cubicBezTo>
                      <a:pt x="26" y="380"/>
                      <a:pt x="33" y="394"/>
                      <a:pt x="33" y="394"/>
                    </a:cubicBezTo>
                    <a:cubicBezTo>
                      <a:pt x="44" y="394"/>
                      <a:pt x="44" y="405"/>
                      <a:pt x="55" y="405"/>
                    </a:cubicBezTo>
                    <a:lnTo>
                      <a:pt x="77" y="405"/>
                    </a:lnTo>
                    <a:cubicBezTo>
                      <a:pt x="77" y="405"/>
                      <a:pt x="88" y="416"/>
                      <a:pt x="88" y="416"/>
                    </a:cubicBezTo>
                    <a:cubicBezTo>
                      <a:pt x="96" y="423"/>
                      <a:pt x="104" y="431"/>
                      <a:pt x="107" y="431"/>
                    </a:cubicBezTo>
                    <a:cubicBezTo>
                      <a:pt x="109" y="431"/>
                      <a:pt x="110" y="430"/>
                      <a:pt x="110" y="427"/>
                    </a:cubicBezTo>
                    <a:cubicBezTo>
                      <a:pt x="110" y="405"/>
                      <a:pt x="132" y="394"/>
                      <a:pt x="143" y="372"/>
                    </a:cubicBezTo>
                    <a:cubicBezTo>
                      <a:pt x="165" y="350"/>
                      <a:pt x="187" y="328"/>
                      <a:pt x="198" y="317"/>
                    </a:cubicBezTo>
                    <a:cubicBezTo>
                      <a:pt x="202" y="309"/>
                      <a:pt x="204" y="307"/>
                      <a:pt x="206" y="307"/>
                    </a:cubicBezTo>
                    <a:cubicBezTo>
                      <a:pt x="209" y="307"/>
                      <a:pt x="211" y="310"/>
                      <a:pt x="213" y="310"/>
                    </a:cubicBezTo>
                    <a:cubicBezTo>
                      <a:pt x="215" y="310"/>
                      <a:pt x="217" y="309"/>
                      <a:pt x="219" y="306"/>
                    </a:cubicBezTo>
                    <a:cubicBezTo>
                      <a:pt x="230" y="295"/>
                      <a:pt x="230" y="284"/>
                      <a:pt x="241" y="284"/>
                    </a:cubicBezTo>
                    <a:cubicBezTo>
                      <a:pt x="263" y="274"/>
                      <a:pt x="274" y="263"/>
                      <a:pt x="285" y="252"/>
                    </a:cubicBezTo>
                    <a:lnTo>
                      <a:pt x="307" y="252"/>
                    </a:lnTo>
                    <a:lnTo>
                      <a:pt x="340" y="230"/>
                    </a:lnTo>
                    <a:cubicBezTo>
                      <a:pt x="373" y="208"/>
                      <a:pt x="394" y="197"/>
                      <a:pt x="427" y="186"/>
                    </a:cubicBezTo>
                    <a:cubicBezTo>
                      <a:pt x="438" y="181"/>
                      <a:pt x="452" y="181"/>
                      <a:pt x="467" y="181"/>
                    </a:cubicBezTo>
                    <a:cubicBezTo>
                      <a:pt x="482" y="181"/>
                      <a:pt x="498" y="181"/>
                      <a:pt x="515" y="175"/>
                    </a:cubicBezTo>
                    <a:cubicBezTo>
                      <a:pt x="515" y="164"/>
                      <a:pt x="526" y="153"/>
                      <a:pt x="526" y="142"/>
                    </a:cubicBezTo>
                    <a:lnTo>
                      <a:pt x="537" y="142"/>
                    </a:lnTo>
                    <a:lnTo>
                      <a:pt x="537" y="131"/>
                    </a:lnTo>
                    <a:cubicBezTo>
                      <a:pt x="558" y="131"/>
                      <a:pt x="580" y="120"/>
                      <a:pt x="613" y="120"/>
                    </a:cubicBezTo>
                    <a:cubicBezTo>
                      <a:pt x="624" y="109"/>
                      <a:pt x="646" y="109"/>
                      <a:pt x="657" y="109"/>
                    </a:cubicBezTo>
                    <a:lnTo>
                      <a:pt x="679" y="109"/>
                    </a:lnTo>
                    <a:cubicBezTo>
                      <a:pt x="690" y="99"/>
                      <a:pt x="701" y="99"/>
                      <a:pt x="723" y="99"/>
                    </a:cubicBezTo>
                    <a:cubicBezTo>
                      <a:pt x="733" y="99"/>
                      <a:pt x="755" y="77"/>
                      <a:pt x="766" y="77"/>
                    </a:cubicBezTo>
                    <a:cubicBezTo>
                      <a:pt x="783" y="71"/>
                      <a:pt x="802" y="68"/>
                      <a:pt x="821" y="68"/>
                    </a:cubicBezTo>
                    <a:cubicBezTo>
                      <a:pt x="840" y="68"/>
                      <a:pt x="859" y="71"/>
                      <a:pt x="876" y="77"/>
                    </a:cubicBezTo>
                    <a:cubicBezTo>
                      <a:pt x="908" y="77"/>
                      <a:pt x="941" y="88"/>
                      <a:pt x="963" y="109"/>
                    </a:cubicBezTo>
                    <a:cubicBezTo>
                      <a:pt x="996" y="109"/>
                      <a:pt x="1018" y="131"/>
                      <a:pt x="1040" y="142"/>
                    </a:cubicBezTo>
                    <a:cubicBezTo>
                      <a:pt x="1040" y="142"/>
                      <a:pt x="1051" y="153"/>
                      <a:pt x="1062" y="153"/>
                    </a:cubicBezTo>
                    <a:cubicBezTo>
                      <a:pt x="1073" y="153"/>
                      <a:pt x="1073" y="164"/>
                      <a:pt x="1083" y="175"/>
                    </a:cubicBezTo>
                    <a:cubicBezTo>
                      <a:pt x="1094" y="175"/>
                      <a:pt x="1094" y="175"/>
                      <a:pt x="1105" y="186"/>
                    </a:cubicBezTo>
                    <a:cubicBezTo>
                      <a:pt x="1127" y="186"/>
                      <a:pt x="1138" y="208"/>
                      <a:pt x="1149" y="219"/>
                    </a:cubicBezTo>
                    <a:cubicBezTo>
                      <a:pt x="1160" y="230"/>
                      <a:pt x="1160" y="230"/>
                      <a:pt x="1171" y="241"/>
                    </a:cubicBezTo>
                    <a:cubicBezTo>
                      <a:pt x="1193" y="263"/>
                      <a:pt x="1215" y="295"/>
                      <a:pt x="1226" y="328"/>
                    </a:cubicBezTo>
                    <a:cubicBezTo>
                      <a:pt x="1234" y="328"/>
                      <a:pt x="1236" y="342"/>
                      <a:pt x="1248" y="342"/>
                    </a:cubicBezTo>
                    <a:cubicBezTo>
                      <a:pt x="1251" y="342"/>
                      <a:pt x="1254" y="341"/>
                      <a:pt x="1258" y="339"/>
                    </a:cubicBezTo>
                    <a:cubicBezTo>
                      <a:pt x="1269" y="328"/>
                      <a:pt x="1258" y="295"/>
                      <a:pt x="1248" y="274"/>
                    </a:cubicBezTo>
                    <a:cubicBezTo>
                      <a:pt x="1237" y="263"/>
                      <a:pt x="1215" y="241"/>
                      <a:pt x="1204" y="230"/>
                    </a:cubicBezTo>
                    <a:cubicBezTo>
                      <a:pt x="1204" y="208"/>
                      <a:pt x="1182" y="186"/>
                      <a:pt x="1160" y="175"/>
                    </a:cubicBezTo>
                    <a:cubicBezTo>
                      <a:pt x="1127" y="153"/>
                      <a:pt x="1105" y="131"/>
                      <a:pt x="1073" y="109"/>
                    </a:cubicBezTo>
                    <a:cubicBezTo>
                      <a:pt x="1040" y="88"/>
                      <a:pt x="1007" y="77"/>
                      <a:pt x="974" y="66"/>
                    </a:cubicBezTo>
                    <a:lnTo>
                      <a:pt x="941" y="44"/>
                    </a:lnTo>
                    <a:lnTo>
                      <a:pt x="930" y="44"/>
                    </a:lnTo>
                    <a:cubicBezTo>
                      <a:pt x="919" y="33"/>
                      <a:pt x="898" y="22"/>
                      <a:pt x="887" y="11"/>
                    </a:cubicBezTo>
                    <a:cubicBezTo>
                      <a:pt x="876" y="11"/>
                      <a:pt x="854" y="11"/>
                      <a:pt x="84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4"/>
            <p:cNvGrpSpPr/>
            <p:nvPr/>
          </p:nvGrpSpPr>
          <p:grpSpPr>
            <a:xfrm rot="-9237154">
              <a:off x="7486623" y="1024215"/>
              <a:ext cx="39674" cy="33499"/>
              <a:chOff x="1171975" y="3874200"/>
              <a:chExt cx="39675" cy="33500"/>
            </a:xfrm>
          </p:grpSpPr>
          <p:sp>
            <p:nvSpPr>
              <p:cNvPr id="451" name="Google Shape;451;p4"/>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4"/>
            <p:cNvGrpSpPr/>
            <p:nvPr/>
          </p:nvGrpSpPr>
          <p:grpSpPr>
            <a:xfrm rot="-9237154">
              <a:off x="8698862" y="45705"/>
              <a:ext cx="45398" cy="34424"/>
              <a:chOff x="89450" y="4246250"/>
              <a:chExt cx="45400" cy="34425"/>
            </a:xfrm>
          </p:grpSpPr>
          <p:sp>
            <p:nvSpPr>
              <p:cNvPr id="457" name="Google Shape;457;p4"/>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
              <p:cNvSpPr/>
              <p:nvPr/>
            </p:nvSpPr>
            <p:spPr>
              <a:xfrm flipH="1">
                <a:off x="99825" y="42520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 name="Google Shape;460;p4"/>
            <p:cNvGrpSpPr/>
            <p:nvPr/>
          </p:nvGrpSpPr>
          <p:grpSpPr>
            <a:xfrm rot="-9237154">
              <a:off x="8697630" y="836433"/>
              <a:ext cx="47873" cy="30924"/>
              <a:chOff x="194175" y="4477025"/>
              <a:chExt cx="47875" cy="30925"/>
            </a:xfrm>
          </p:grpSpPr>
          <p:sp>
            <p:nvSpPr>
              <p:cNvPr id="461" name="Google Shape;461;p4"/>
              <p:cNvSpPr/>
              <p:nvPr/>
            </p:nvSpPr>
            <p:spPr>
              <a:xfrm flipH="1">
                <a:off x="206750" y="4483600"/>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4"/>
            <p:cNvGrpSpPr/>
            <p:nvPr/>
          </p:nvGrpSpPr>
          <p:grpSpPr>
            <a:xfrm rot="-9237154">
              <a:off x="8219170" y="640554"/>
              <a:ext cx="44323" cy="58423"/>
              <a:chOff x="672400" y="4517950"/>
              <a:chExt cx="44325" cy="58425"/>
            </a:xfrm>
          </p:grpSpPr>
          <p:sp>
            <p:nvSpPr>
              <p:cNvPr id="468" name="Google Shape;468;p4"/>
              <p:cNvSpPr/>
              <p:nvPr/>
            </p:nvSpPr>
            <p:spPr>
              <a:xfrm flipH="1">
                <a:off x="710150" y="4539925"/>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4"/>
            <p:cNvGrpSpPr/>
            <p:nvPr/>
          </p:nvGrpSpPr>
          <p:grpSpPr>
            <a:xfrm rot="-9237154">
              <a:off x="8400922" y="805432"/>
              <a:ext cx="78772" cy="92922"/>
              <a:chOff x="319125" y="4619225"/>
              <a:chExt cx="78775" cy="92925"/>
            </a:xfrm>
          </p:grpSpPr>
          <p:sp>
            <p:nvSpPr>
              <p:cNvPr id="475" name="Google Shape;475;p4"/>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4"/>
            <p:cNvGrpSpPr/>
            <p:nvPr/>
          </p:nvGrpSpPr>
          <p:grpSpPr>
            <a:xfrm rot="-9237154">
              <a:off x="8821994" y="677907"/>
              <a:ext cx="56073" cy="56073"/>
              <a:chOff x="327875" y="5038950"/>
              <a:chExt cx="56075" cy="56075"/>
            </a:xfrm>
          </p:grpSpPr>
          <p:sp>
            <p:nvSpPr>
              <p:cNvPr id="480" name="Google Shape;480;p4"/>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4"/>
            <p:cNvGrpSpPr/>
            <p:nvPr/>
          </p:nvGrpSpPr>
          <p:grpSpPr>
            <a:xfrm rot="-9237154">
              <a:off x="8961065" y="858109"/>
              <a:ext cx="54698" cy="76572"/>
              <a:chOff x="433700" y="4770875"/>
              <a:chExt cx="54700" cy="76575"/>
            </a:xfrm>
          </p:grpSpPr>
          <p:sp>
            <p:nvSpPr>
              <p:cNvPr id="486" name="Google Shape;486;p4"/>
              <p:cNvSpPr/>
              <p:nvPr/>
            </p:nvSpPr>
            <p:spPr>
              <a:xfrm flipH="1">
                <a:off x="475250" y="4792025"/>
                <a:ext cx="1125" cy="850"/>
              </a:xfrm>
              <a:custGeom>
                <a:avLst/>
                <a:gdLst/>
                <a:ahLst/>
                <a:cxnLst/>
                <a:rect l="l" t="t" r="r" b="b"/>
                <a:pathLst>
                  <a:path w="45" h="34" extrusionOk="0">
                    <a:moveTo>
                      <a:pt x="0" y="1"/>
                    </a:moveTo>
                    <a:lnTo>
                      <a:pt x="0" y="12"/>
                    </a:lnTo>
                    <a:cubicBezTo>
                      <a:pt x="0" y="23"/>
                      <a:pt x="11" y="33"/>
                      <a:pt x="33" y="33"/>
                    </a:cubicBezTo>
                    <a:cubicBezTo>
                      <a:pt x="33" y="23"/>
                      <a:pt x="44" y="23"/>
                      <a:pt x="44" y="12"/>
                    </a:cubicBezTo>
                    <a:cubicBezTo>
                      <a:pt x="33" y="12"/>
                      <a:pt x="1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
              <p:cNvSpPr/>
              <p:nvPr/>
            </p:nvSpPr>
            <p:spPr>
              <a:xfrm flipH="1">
                <a:off x="433700" y="4770875"/>
                <a:ext cx="54700" cy="76575"/>
              </a:xfrm>
              <a:custGeom>
                <a:avLst/>
                <a:gdLst/>
                <a:ahLst/>
                <a:cxnLst/>
                <a:rect l="l" t="t" r="r" b="b"/>
                <a:pathLst>
                  <a:path w="2188" h="3063" extrusionOk="0">
                    <a:moveTo>
                      <a:pt x="547" y="956"/>
                    </a:moveTo>
                    <a:lnTo>
                      <a:pt x="536" y="967"/>
                    </a:lnTo>
                    <a:lnTo>
                      <a:pt x="536" y="978"/>
                    </a:lnTo>
                    <a:cubicBezTo>
                      <a:pt x="536" y="978"/>
                      <a:pt x="525" y="978"/>
                      <a:pt x="514" y="989"/>
                    </a:cubicBezTo>
                    <a:cubicBezTo>
                      <a:pt x="503" y="1000"/>
                      <a:pt x="503" y="1011"/>
                      <a:pt x="492" y="1033"/>
                    </a:cubicBezTo>
                    <a:cubicBezTo>
                      <a:pt x="492" y="1044"/>
                      <a:pt x="481" y="1054"/>
                      <a:pt x="481" y="1065"/>
                    </a:cubicBezTo>
                    <a:cubicBezTo>
                      <a:pt x="470" y="1065"/>
                      <a:pt x="470" y="1076"/>
                      <a:pt x="460" y="1076"/>
                    </a:cubicBezTo>
                    <a:cubicBezTo>
                      <a:pt x="460" y="1109"/>
                      <a:pt x="449" y="1131"/>
                      <a:pt x="449" y="1153"/>
                    </a:cubicBezTo>
                    <a:cubicBezTo>
                      <a:pt x="449" y="1172"/>
                      <a:pt x="432" y="1191"/>
                      <a:pt x="442" y="1210"/>
                    </a:cubicBezTo>
                    <a:lnTo>
                      <a:pt x="442" y="1210"/>
                    </a:lnTo>
                    <a:cubicBezTo>
                      <a:pt x="458" y="1183"/>
                      <a:pt x="474" y="1157"/>
                      <a:pt x="492" y="1131"/>
                    </a:cubicBezTo>
                    <a:cubicBezTo>
                      <a:pt x="514" y="1076"/>
                      <a:pt x="536" y="1011"/>
                      <a:pt x="547" y="956"/>
                    </a:cubicBezTo>
                    <a:close/>
                    <a:moveTo>
                      <a:pt x="1499" y="234"/>
                    </a:moveTo>
                    <a:cubicBezTo>
                      <a:pt x="1553" y="234"/>
                      <a:pt x="1608" y="245"/>
                      <a:pt x="1652" y="267"/>
                    </a:cubicBezTo>
                    <a:cubicBezTo>
                      <a:pt x="1652" y="266"/>
                      <a:pt x="1652" y="266"/>
                      <a:pt x="1652" y="266"/>
                    </a:cubicBezTo>
                    <a:cubicBezTo>
                      <a:pt x="1657" y="266"/>
                      <a:pt x="1706" y="366"/>
                      <a:pt x="1706" y="376"/>
                    </a:cubicBezTo>
                    <a:cubicBezTo>
                      <a:pt x="1706" y="387"/>
                      <a:pt x="1750" y="497"/>
                      <a:pt x="1750" y="519"/>
                    </a:cubicBezTo>
                    <a:cubicBezTo>
                      <a:pt x="1772" y="562"/>
                      <a:pt x="1783" y="595"/>
                      <a:pt x="1805" y="639"/>
                    </a:cubicBezTo>
                    <a:cubicBezTo>
                      <a:pt x="1816" y="650"/>
                      <a:pt x="1816" y="672"/>
                      <a:pt x="1816" y="683"/>
                    </a:cubicBezTo>
                    <a:cubicBezTo>
                      <a:pt x="1827" y="726"/>
                      <a:pt x="1827" y="759"/>
                      <a:pt x="1838" y="803"/>
                    </a:cubicBezTo>
                    <a:cubicBezTo>
                      <a:pt x="1838" y="901"/>
                      <a:pt x="1849" y="1000"/>
                      <a:pt x="1870" y="1109"/>
                    </a:cubicBezTo>
                    <a:lnTo>
                      <a:pt x="1881" y="1197"/>
                    </a:lnTo>
                    <a:lnTo>
                      <a:pt x="1881" y="1208"/>
                    </a:lnTo>
                    <a:cubicBezTo>
                      <a:pt x="1881" y="1229"/>
                      <a:pt x="1892" y="1251"/>
                      <a:pt x="1892" y="1273"/>
                    </a:cubicBezTo>
                    <a:cubicBezTo>
                      <a:pt x="1925" y="1536"/>
                      <a:pt x="1947" y="1787"/>
                      <a:pt x="1936" y="2050"/>
                    </a:cubicBezTo>
                    <a:cubicBezTo>
                      <a:pt x="1947" y="2126"/>
                      <a:pt x="1936" y="2214"/>
                      <a:pt x="1903" y="2290"/>
                    </a:cubicBezTo>
                    <a:cubicBezTo>
                      <a:pt x="1838" y="2422"/>
                      <a:pt x="1739" y="2531"/>
                      <a:pt x="1619" y="2619"/>
                    </a:cubicBezTo>
                    <a:cubicBezTo>
                      <a:pt x="1553" y="2662"/>
                      <a:pt x="1499" y="2695"/>
                      <a:pt x="1422" y="2717"/>
                    </a:cubicBezTo>
                    <a:cubicBezTo>
                      <a:pt x="1389" y="2728"/>
                      <a:pt x="1313" y="2750"/>
                      <a:pt x="1269" y="2761"/>
                    </a:cubicBezTo>
                    <a:cubicBezTo>
                      <a:pt x="1192" y="2783"/>
                      <a:pt x="1160" y="2794"/>
                      <a:pt x="1083" y="2804"/>
                    </a:cubicBezTo>
                    <a:cubicBezTo>
                      <a:pt x="952" y="2829"/>
                      <a:pt x="814" y="2841"/>
                      <a:pt x="680" y="2841"/>
                    </a:cubicBezTo>
                    <a:cubicBezTo>
                      <a:pt x="635" y="2841"/>
                      <a:pt x="591" y="2840"/>
                      <a:pt x="547" y="2837"/>
                    </a:cubicBezTo>
                    <a:lnTo>
                      <a:pt x="481" y="2837"/>
                    </a:lnTo>
                    <a:cubicBezTo>
                      <a:pt x="481" y="2837"/>
                      <a:pt x="470" y="2837"/>
                      <a:pt x="470" y="2826"/>
                    </a:cubicBezTo>
                    <a:cubicBezTo>
                      <a:pt x="470" y="2815"/>
                      <a:pt x="438" y="2794"/>
                      <a:pt x="427" y="2761"/>
                    </a:cubicBezTo>
                    <a:cubicBezTo>
                      <a:pt x="405" y="2739"/>
                      <a:pt x="383" y="2717"/>
                      <a:pt x="361" y="2695"/>
                    </a:cubicBezTo>
                    <a:cubicBezTo>
                      <a:pt x="317" y="2640"/>
                      <a:pt x="295" y="2586"/>
                      <a:pt x="274" y="2531"/>
                    </a:cubicBezTo>
                    <a:cubicBezTo>
                      <a:pt x="241" y="2422"/>
                      <a:pt x="219" y="2301"/>
                      <a:pt x="208" y="2192"/>
                    </a:cubicBezTo>
                    <a:cubicBezTo>
                      <a:pt x="186" y="2159"/>
                      <a:pt x="164" y="2126"/>
                      <a:pt x="142" y="2104"/>
                    </a:cubicBezTo>
                    <a:cubicBezTo>
                      <a:pt x="142" y="2094"/>
                      <a:pt x="142" y="2094"/>
                      <a:pt x="142" y="2083"/>
                    </a:cubicBezTo>
                    <a:cubicBezTo>
                      <a:pt x="142" y="2072"/>
                      <a:pt x="153" y="2061"/>
                      <a:pt x="153" y="2050"/>
                    </a:cubicBezTo>
                    <a:cubicBezTo>
                      <a:pt x="148" y="2044"/>
                      <a:pt x="145" y="2042"/>
                      <a:pt x="142" y="2042"/>
                    </a:cubicBezTo>
                    <a:cubicBezTo>
                      <a:pt x="140" y="2042"/>
                      <a:pt x="137" y="2044"/>
                      <a:pt x="131" y="2050"/>
                    </a:cubicBezTo>
                    <a:lnTo>
                      <a:pt x="88" y="2050"/>
                    </a:lnTo>
                    <a:lnTo>
                      <a:pt x="55" y="2017"/>
                    </a:lnTo>
                    <a:cubicBezTo>
                      <a:pt x="66" y="1995"/>
                      <a:pt x="77" y="1962"/>
                      <a:pt x="88" y="1951"/>
                    </a:cubicBezTo>
                    <a:cubicBezTo>
                      <a:pt x="99" y="1929"/>
                      <a:pt x="110" y="1908"/>
                      <a:pt x="120" y="1886"/>
                    </a:cubicBezTo>
                    <a:cubicBezTo>
                      <a:pt x="131" y="1875"/>
                      <a:pt x="120" y="1875"/>
                      <a:pt x="131" y="1875"/>
                    </a:cubicBezTo>
                    <a:cubicBezTo>
                      <a:pt x="131" y="1864"/>
                      <a:pt x="131" y="1853"/>
                      <a:pt x="142" y="1842"/>
                    </a:cubicBezTo>
                    <a:cubicBezTo>
                      <a:pt x="153" y="1831"/>
                      <a:pt x="153" y="1831"/>
                      <a:pt x="153" y="1831"/>
                    </a:cubicBezTo>
                    <a:lnTo>
                      <a:pt x="175" y="1787"/>
                    </a:lnTo>
                    <a:lnTo>
                      <a:pt x="197" y="1754"/>
                    </a:lnTo>
                    <a:lnTo>
                      <a:pt x="219" y="1722"/>
                    </a:lnTo>
                    <a:cubicBezTo>
                      <a:pt x="219" y="1711"/>
                      <a:pt x="219" y="1689"/>
                      <a:pt x="230" y="1678"/>
                    </a:cubicBezTo>
                    <a:cubicBezTo>
                      <a:pt x="241" y="1667"/>
                      <a:pt x="241" y="1656"/>
                      <a:pt x="252" y="1645"/>
                    </a:cubicBezTo>
                    <a:cubicBezTo>
                      <a:pt x="252" y="1634"/>
                      <a:pt x="263" y="1623"/>
                      <a:pt x="274" y="1612"/>
                    </a:cubicBezTo>
                    <a:lnTo>
                      <a:pt x="285" y="1601"/>
                    </a:lnTo>
                    <a:cubicBezTo>
                      <a:pt x="306" y="1569"/>
                      <a:pt x="317" y="1525"/>
                      <a:pt x="328" y="1492"/>
                    </a:cubicBezTo>
                    <a:cubicBezTo>
                      <a:pt x="351" y="1401"/>
                      <a:pt x="384" y="1315"/>
                      <a:pt x="428" y="1234"/>
                    </a:cubicBezTo>
                    <a:lnTo>
                      <a:pt x="428" y="1234"/>
                    </a:lnTo>
                    <a:cubicBezTo>
                      <a:pt x="432" y="1236"/>
                      <a:pt x="435" y="1238"/>
                      <a:pt x="438" y="1240"/>
                    </a:cubicBezTo>
                    <a:cubicBezTo>
                      <a:pt x="443" y="1229"/>
                      <a:pt x="449" y="1229"/>
                      <a:pt x="451" y="1229"/>
                    </a:cubicBezTo>
                    <a:cubicBezTo>
                      <a:pt x="454" y="1229"/>
                      <a:pt x="454" y="1229"/>
                      <a:pt x="449" y="1219"/>
                    </a:cubicBezTo>
                    <a:cubicBezTo>
                      <a:pt x="446" y="1216"/>
                      <a:pt x="444" y="1213"/>
                      <a:pt x="442" y="1210"/>
                    </a:cubicBezTo>
                    <a:lnTo>
                      <a:pt x="442" y="1210"/>
                    </a:lnTo>
                    <a:cubicBezTo>
                      <a:pt x="437" y="1218"/>
                      <a:pt x="433" y="1226"/>
                      <a:pt x="428" y="1234"/>
                    </a:cubicBezTo>
                    <a:lnTo>
                      <a:pt x="428" y="1234"/>
                    </a:lnTo>
                    <a:cubicBezTo>
                      <a:pt x="424" y="1233"/>
                      <a:pt x="420" y="1232"/>
                      <a:pt x="416" y="1232"/>
                    </a:cubicBezTo>
                    <a:cubicBezTo>
                      <a:pt x="408" y="1232"/>
                      <a:pt x="399" y="1235"/>
                      <a:pt x="394" y="1240"/>
                    </a:cubicBezTo>
                    <a:cubicBezTo>
                      <a:pt x="394" y="1235"/>
                      <a:pt x="391" y="1232"/>
                      <a:pt x="387" y="1232"/>
                    </a:cubicBezTo>
                    <a:cubicBezTo>
                      <a:pt x="383" y="1232"/>
                      <a:pt x="378" y="1235"/>
                      <a:pt x="372" y="1240"/>
                    </a:cubicBezTo>
                    <a:lnTo>
                      <a:pt x="361" y="1240"/>
                    </a:lnTo>
                    <a:lnTo>
                      <a:pt x="328" y="1208"/>
                    </a:lnTo>
                    <a:cubicBezTo>
                      <a:pt x="328" y="1175"/>
                      <a:pt x="339" y="1142"/>
                      <a:pt x="361" y="1120"/>
                    </a:cubicBezTo>
                    <a:cubicBezTo>
                      <a:pt x="372" y="1098"/>
                      <a:pt x="383" y="1065"/>
                      <a:pt x="405" y="1044"/>
                    </a:cubicBezTo>
                    <a:cubicBezTo>
                      <a:pt x="405" y="1033"/>
                      <a:pt x="405" y="1033"/>
                      <a:pt x="416" y="1022"/>
                    </a:cubicBezTo>
                    <a:cubicBezTo>
                      <a:pt x="416" y="1011"/>
                      <a:pt x="427" y="1000"/>
                      <a:pt x="438" y="989"/>
                    </a:cubicBezTo>
                    <a:cubicBezTo>
                      <a:pt x="438" y="978"/>
                      <a:pt x="438" y="978"/>
                      <a:pt x="449" y="967"/>
                    </a:cubicBezTo>
                    <a:cubicBezTo>
                      <a:pt x="460" y="956"/>
                      <a:pt x="470" y="945"/>
                      <a:pt x="481" y="923"/>
                    </a:cubicBezTo>
                    <a:lnTo>
                      <a:pt x="514" y="879"/>
                    </a:lnTo>
                    <a:lnTo>
                      <a:pt x="525" y="869"/>
                    </a:lnTo>
                    <a:cubicBezTo>
                      <a:pt x="515" y="869"/>
                      <a:pt x="504" y="858"/>
                      <a:pt x="494" y="848"/>
                    </a:cubicBezTo>
                    <a:lnTo>
                      <a:pt x="494" y="848"/>
                    </a:lnTo>
                    <a:cubicBezTo>
                      <a:pt x="508" y="851"/>
                      <a:pt x="519" y="858"/>
                      <a:pt x="536" y="858"/>
                    </a:cubicBezTo>
                    <a:cubicBezTo>
                      <a:pt x="536" y="836"/>
                      <a:pt x="547" y="825"/>
                      <a:pt x="558" y="803"/>
                    </a:cubicBezTo>
                    <a:cubicBezTo>
                      <a:pt x="580" y="792"/>
                      <a:pt x="591" y="781"/>
                      <a:pt x="613" y="770"/>
                    </a:cubicBezTo>
                    <a:lnTo>
                      <a:pt x="678" y="770"/>
                    </a:lnTo>
                    <a:cubicBezTo>
                      <a:pt x="689" y="781"/>
                      <a:pt x="700" y="792"/>
                      <a:pt x="722" y="803"/>
                    </a:cubicBezTo>
                    <a:lnTo>
                      <a:pt x="755" y="770"/>
                    </a:lnTo>
                    <a:lnTo>
                      <a:pt x="842" y="694"/>
                    </a:lnTo>
                    <a:cubicBezTo>
                      <a:pt x="897" y="639"/>
                      <a:pt x="952" y="584"/>
                      <a:pt x="1006" y="529"/>
                    </a:cubicBezTo>
                    <a:cubicBezTo>
                      <a:pt x="1050" y="475"/>
                      <a:pt x="1083" y="420"/>
                      <a:pt x="1105" y="365"/>
                    </a:cubicBezTo>
                    <a:cubicBezTo>
                      <a:pt x="1105" y="344"/>
                      <a:pt x="1116" y="333"/>
                      <a:pt x="1116" y="322"/>
                    </a:cubicBezTo>
                    <a:lnTo>
                      <a:pt x="1116" y="311"/>
                    </a:lnTo>
                    <a:lnTo>
                      <a:pt x="1170" y="311"/>
                    </a:lnTo>
                    <a:cubicBezTo>
                      <a:pt x="1225" y="300"/>
                      <a:pt x="1280" y="289"/>
                      <a:pt x="1335" y="267"/>
                    </a:cubicBezTo>
                    <a:cubicBezTo>
                      <a:pt x="1378" y="256"/>
                      <a:pt x="1433" y="234"/>
                      <a:pt x="1488" y="234"/>
                    </a:cubicBezTo>
                    <a:close/>
                    <a:moveTo>
                      <a:pt x="1483" y="0"/>
                    </a:moveTo>
                    <a:cubicBezTo>
                      <a:pt x="1431" y="0"/>
                      <a:pt x="1383" y="10"/>
                      <a:pt x="1335" y="26"/>
                    </a:cubicBezTo>
                    <a:cubicBezTo>
                      <a:pt x="1262" y="62"/>
                      <a:pt x="1183" y="79"/>
                      <a:pt x="1105" y="79"/>
                    </a:cubicBezTo>
                    <a:cubicBezTo>
                      <a:pt x="1041" y="79"/>
                      <a:pt x="978" y="68"/>
                      <a:pt x="919" y="48"/>
                    </a:cubicBezTo>
                    <a:cubicBezTo>
                      <a:pt x="919" y="92"/>
                      <a:pt x="908" y="136"/>
                      <a:pt x="908" y="179"/>
                    </a:cubicBezTo>
                    <a:lnTo>
                      <a:pt x="897" y="256"/>
                    </a:lnTo>
                    <a:lnTo>
                      <a:pt x="886" y="278"/>
                    </a:lnTo>
                    <a:cubicBezTo>
                      <a:pt x="831" y="398"/>
                      <a:pt x="667" y="453"/>
                      <a:pt x="514" y="584"/>
                    </a:cubicBezTo>
                    <a:cubicBezTo>
                      <a:pt x="481" y="606"/>
                      <a:pt x="449" y="650"/>
                      <a:pt x="427" y="704"/>
                    </a:cubicBezTo>
                    <a:cubicBezTo>
                      <a:pt x="416" y="748"/>
                      <a:pt x="405" y="759"/>
                      <a:pt x="405" y="770"/>
                    </a:cubicBezTo>
                    <a:cubicBezTo>
                      <a:pt x="405" y="790"/>
                      <a:pt x="414" y="810"/>
                      <a:pt x="440" y="829"/>
                    </a:cubicBezTo>
                    <a:lnTo>
                      <a:pt x="440" y="829"/>
                    </a:lnTo>
                    <a:cubicBezTo>
                      <a:pt x="391" y="833"/>
                      <a:pt x="325" y="868"/>
                      <a:pt x="295" y="912"/>
                    </a:cubicBezTo>
                    <a:cubicBezTo>
                      <a:pt x="252" y="978"/>
                      <a:pt x="219" y="1087"/>
                      <a:pt x="186" y="1164"/>
                    </a:cubicBezTo>
                    <a:cubicBezTo>
                      <a:pt x="142" y="1262"/>
                      <a:pt x="110" y="1350"/>
                      <a:pt x="88" y="1437"/>
                    </a:cubicBezTo>
                    <a:cubicBezTo>
                      <a:pt x="66" y="1514"/>
                      <a:pt x="66" y="1601"/>
                      <a:pt x="44" y="1667"/>
                    </a:cubicBezTo>
                    <a:cubicBezTo>
                      <a:pt x="33" y="1744"/>
                      <a:pt x="33" y="1820"/>
                      <a:pt x="11" y="1908"/>
                    </a:cubicBezTo>
                    <a:cubicBezTo>
                      <a:pt x="0" y="2039"/>
                      <a:pt x="0" y="2170"/>
                      <a:pt x="11" y="2290"/>
                    </a:cubicBezTo>
                    <a:cubicBezTo>
                      <a:pt x="33" y="2444"/>
                      <a:pt x="66" y="2586"/>
                      <a:pt x="131" y="2717"/>
                    </a:cubicBezTo>
                    <a:cubicBezTo>
                      <a:pt x="164" y="2783"/>
                      <a:pt x="208" y="2848"/>
                      <a:pt x="252" y="2914"/>
                    </a:cubicBezTo>
                    <a:cubicBezTo>
                      <a:pt x="285" y="2947"/>
                      <a:pt x="295" y="2969"/>
                      <a:pt x="350" y="3012"/>
                    </a:cubicBezTo>
                    <a:cubicBezTo>
                      <a:pt x="361" y="3023"/>
                      <a:pt x="372" y="3034"/>
                      <a:pt x="383" y="3045"/>
                    </a:cubicBezTo>
                    <a:lnTo>
                      <a:pt x="427" y="3045"/>
                    </a:lnTo>
                    <a:lnTo>
                      <a:pt x="503" y="3056"/>
                    </a:lnTo>
                    <a:cubicBezTo>
                      <a:pt x="567" y="3060"/>
                      <a:pt x="631" y="3063"/>
                      <a:pt x="695" y="3063"/>
                    </a:cubicBezTo>
                    <a:cubicBezTo>
                      <a:pt x="806" y="3063"/>
                      <a:pt x="917" y="3055"/>
                      <a:pt x="1028" y="3034"/>
                    </a:cubicBezTo>
                    <a:cubicBezTo>
                      <a:pt x="1280" y="3012"/>
                      <a:pt x="1520" y="2936"/>
                      <a:pt x="1739" y="2804"/>
                    </a:cubicBezTo>
                    <a:cubicBezTo>
                      <a:pt x="1958" y="2662"/>
                      <a:pt x="2111" y="2433"/>
                      <a:pt x="2166" y="2170"/>
                    </a:cubicBezTo>
                    <a:cubicBezTo>
                      <a:pt x="2177" y="2050"/>
                      <a:pt x="2188" y="1919"/>
                      <a:pt x="2177" y="1798"/>
                    </a:cubicBezTo>
                    <a:cubicBezTo>
                      <a:pt x="2155" y="1656"/>
                      <a:pt x="2133" y="1536"/>
                      <a:pt x="2133" y="1372"/>
                    </a:cubicBezTo>
                    <a:lnTo>
                      <a:pt x="2133" y="1350"/>
                    </a:lnTo>
                    <a:cubicBezTo>
                      <a:pt x="2133" y="1273"/>
                      <a:pt x="2122" y="1197"/>
                      <a:pt x="2111" y="1120"/>
                    </a:cubicBezTo>
                    <a:cubicBezTo>
                      <a:pt x="2089" y="967"/>
                      <a:pt x="2078" y="825"/>
                      <a:pt x="2056" y="672"/>
                    </a:cubicBezTo>
                    <a:cubicBezTo>
                      <a:pt x="2045" y="628"/>
                      <a:pt x="2035" y="595"/>
                      <a:pt x="2024" y="551"/>
                    </a:cubicBezTo>
                    <a:cubicBezTo>
                      <a:pt x="2002" y="497"/>
                      <a:pt x="1980" y="431"/>
                      <a:pt x="1958" y="365"/>
                    </a:cubicBezTo>
                    <a:cubicBezTo>
                      <a:pt x="1936" y="289"/>
                      <a:pt x="1903" y="212"/>
                      <a:pt x="1860" y="147"/>
                    </a:cubicBezTo>
                    <a:cubicBezTo>
                      <a:pt x="1827" y="103"/>
                      <a:pt x="1794" y="70"/>
                      <a:pt x="1750" y="59"/>
                    </a:cubicBezTo>
                    <a:cubicBezTo>
                      <a:pt x="1685" y="26"/>
                      <a:pt x="1619" y="4"/>
                      <a:pt x="1542" y="4"/>
                    </a:cubicBezTo>
                    <a:cubicBezTo>
                      <a:pt x="1522" y="2"/>
                      <a:pt x="1502" y="0"/>
                      <a:pt x="14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
              <p:cNvSpPr/>
              <p:nvPr/>
            </p:nvSpPr>
            <p:spPr>
              <a:xfrm flipH="1">
                <a:off x="482375" y="4816650"/>
                <a:ext cx="1650" cy="4925"/>
              </a:xfrm>
              <a:custGeom>
                <a:avLst/>
                <a:gdLst/>
                <a:ahLst/>
                <a:cxnLst/>
                <a:rect l="l" t="t" r="r" b="b"/>
                <a:pathLst>
                  <a:path w="66" h="197" extrusionOk="0">
                    <a:moveTo>
                      <a:pt x="66" y="0"/>
                    </a:moveTo>
                    <a:cubicBezTo>
                      <a:pt x="44" y="11"/>
                      <a:pt x="33" y="22"/>
                      <a:pt x="33" y="33"/>
                    </a:cubicBezTo>
                    <a:cubicBezTo>
                      <a:pt x="33" y="44"/>
                      <a:pt x="33" y="55"/>
                      <a:pt x="33" y="66"/>
                    </a:cubicBezTo>
                    <a:cubicBezTo>
                      <a:pt x="33" y="66"/>
                      <a:pt x="22" y="77"/>
                      <a:pt x="11" y="77"/>
                    </a:cubicBezTo>
                    <a:cubicBezTo>
                      <a:pt x="11" y="98"/>
                      <a:pt x="11" y="120"/>
                      <a:pt x="0" y="142"/>
                    </a:cubicBezTo>
                    <a:cubicBezTo>
                      <a:pt x="0" y="164"/>
                      <a:pt x="0" y="175"/>
                      <a:pt x="0" y="197"/>
                    </a:cubicBezTo>
                    <a:cubicBezTo>
                      <a:pt x="0" y="186"/>
                      <a:pt x="6" y="186"/>
                      <a:pt x="10" y="186"/>
                    </a:cubicBezTo>
                    <a:cubicBezTo>
                      <a:pt x="14" y="186"/>
                      <a:pt x="17" y="186"/>
                      <a:pt x="11" y="175"/>
                    </a:cubicBezTo>
                    <a:lnTo>
                      <a:pt x="44" y="175"/>
                    </a:lnTo>
                    <a:cubicBezTo>
                      <a:pt x="44" y="120"/>
                      <a:pt x="55" y="55"/>
                      <a:pt x="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
              <p:cNvSpPr/>
              <p:nvPr/>
            </p:nvSpPr>
            <p:spPr>
              <a:xfrm flipH="1">
                <a:off x="443825" y="4806525"/>
                <a:ext cx="43500" cy="31475"/>
              </a:xfrm>
              <a:custGeom>
                <a:avLst/>
                <a:gdLst/>
                <a:ahLst/>
                <a:cxnLst/>
                <a:rect l="l" t="t" r="r" b="b"/>
                <a:pathLst>
                  <a:path w="1740" h="1259" extrusionOk="0">
                    <a:moveTo>
                      <a:pt x="679" y="0"/>
                    </a:moveTo>
                    <a:cubicBezTo>
                      <a:pt x="646" y="0"/>
                      <a:pt x="613" y="0"/>
                      <a:pt x="581" y="11"/>
                    </a:cubicBezTo>
                    <a:lnTo>
                      <a:pt x="471" y="11"/>
                    </a:lnTo>
                    <a:cubicBezTo>
                      <a:pt x="460" y="22"/>
                      <a:pt x="449" y="44"/>
                      <a:pt x="438" y="55"/>
                    </a:cubicBezTo>
                    <a:cubicBezTo>
                      <a:pt x="427" y="55"/>
                      <a:pt x="406" y="66"/>
                      <a:pt x="384" y="77"/>
                    </a:cubicBezTo>
                    <a:cubicBezTo>
                      <a:pt x="362" y="99"/>
                      <a:pt x="351" y="110"/>
                      <a:pt x="329" y="121"/>
                    </a:cubicBezTo>
                    <a:cubicBezTo>
                      <a:pt x="325" y="128"/>
                      <a:pt x="323" y="130"/>
                      <a:pt x="321" y="130"/>
                    </a:cubicBezTo>
                    <a:cubicBezTo>
                      <a:pt x="318" y="130"/>
                      <a:pt x="318" y="121"/>
                      <a:pt x="318" y="121"/>
                    </a:cubicBezTo>
                    <a:cubicBezTo>
                      <a:pt x="307" y="121"/>
                      <a:pt x="318" y="132"/>
                      <a:pt x="307" y="143"/>
                    </a:cubicBezTo>
                    <a:cubicBezTo>
                      <a:pt x="296" y="143"/>
                      <a:pt x="296" y="143"/>
                      <a:pt x="285" y="153"/>
                    </a:cubicBezTo>
                    <a:cubicBezTo>
                      <a:pt x="285" y="153"/>
                      <a:pt x="252" y="186"/>
                      <a:pt x="242" y="197"/>
                    </a:cubicBezTo>
                    <a:lnTo>
                      <a:pt x="231" y="208"/>
                    </a:lnTo>
                    <a:lnTo>
                      <a:pt x="209" y="219"/>
                    </a:lnTo>
                    <a:cubicBezTo>
                      <a:pt x="209" y="230"/>
                      <a:pt x="198" y="241"/>
                      <a:pt x="187" y="252"/>
                    </a:cubicBezTo>
                    <a:cubicBezTo>
                      <a:pt x="187" y="263"/>
                      <a:pt x="176" y="263"/>
                      <a:pt x="176" y="274"/>
                    </a:cubicBezTo>
                    <a:cubicBezTo>
                      <a:pt x="176" y="296"/>
                      <a:pt x="176" y="307"/>
                      <a:pt x="165" y="318"/>
                    </a:cubicBezTo>
                    <a:lnTo>
                      <a:pt x="143" y="361"/>
                    </a:lnTo>
                    <a:lnTo>
                      <a:pt x="110" y="394"/>
                    </a:lnTo>
                    <a:lnTo>
                      <a:pt x="88" y="427"/>
                    </a:lnTo>
                    <a:cubicBezTo>
                      <a:pt x="88" y="427"/>
                      <a:pt x="77" y="438"/>
                      <a:pt x="77" y="449"/>
                    </a:cubicBezTo>
                    <a:cubicBezTo>
                      <a:pt x="77" y="449"/>
                      <a:pt x="77" y="471"/>
                      <a:pt x="67" y="471"/>
                    </a:cubicBezTo>
                    <a:cubicBezTo>
                      <a:pt x="56" y="482"/>
                      <a:pt x="56" y="482"/>
                      <a:pt x="56" y="493"/>
                    </a:cubicBezTo>
                    <a:cubicBezTo>
                      <a:pt x="56" y="503"/>
                      <a:pt x="45" y="536"/>
                      <a:pt x="34" y="547"/>
                    </a:cubicBezTo>
                    <a:cubicBezTo>
                      <a:pt x="12" y="569"/>
                      <a:pt x="1" y="591"/>
                      <a:pt x="1" y="624"/>
                    </a:cubicBezTo>
                    <a:lnTo>
                      <a:pt x="34" y="646"/>
                    </a:lnTo>
                    <a:lnTo>
                      <a:pt x="99" y="646"/>
                    </a:lnTo>
                    <a:cubicBezTo>
                      <a:pt x="88" y="657"/>
                      <a:pt x="88" y="668"/>
                      <a:pt x="77" y="678"/>
                    </a:cubicBezTo>
                    <a:cubicBezTo>
                      <a:pt x="88" y="700"/>
                      <a:pt x="77" y="700"/>
                      <a:pt x="88" y="711"/>
                    </a:cubicBezTo>
                    <a:cubicBezTo>
                      <a:pt x="110" y="733"/>
                      <a:pt x="132" y="766"/>
                      <a:pt x="143" y="788"/>
                    </a:cubicBezTo>
                    <a:lnTo>
                      <a:pt x="154" y="799"/>
                    </a:lnTo>
                    <a:cubicBezTo>
                      <a:pt x="176" y="832"/>
                      <a:pt x="209" y="853"/>
                      <a:pt x="231" y="886"/>
                    </a:cubicBezTo>
                    <a:cubicBezTo>
                      <a:pt x="235" y="891"/>
                      <a:pt x="239" y="892"/>
                      <a:pt x="242" y="892"/>
                    </a:cubicBezTo>
                    <a:cubicBezTo>
                      <a:pt x="251" y="892"/>
                      <a:pt x="254" y="874"/>
                      <a:pt x="260" y="874"/>
                    </a:cubicBezTo>
                    <a:cubicBezTo>
                      <a:pt x="261" y="874"/>
                      <a:pt x="262" y="874"/>
                      <a:pt x="263" y="875"/>
                    </a:cubicBezTo>
                    <a:cubicBezTo>
                      <a:pt x="274" y="897"/>
                      <a:pt x="285" y="908"/>
                      <a:pt x="296" y="919"/>
                    </a:cubicBezTo>
                    <a:cubicBezTo>
                      <a:pt x="318" y="930"/>
                      <a:pt x="329" y="952"/>
                      <a:pt x="351" y="974"/>
                    </a:cubicBezTo>
                    <a:cubicBezTo>
                      <a:pt x="351" y="974"/>
                      <a:pt x="351" y="985"/>
                      <a:pt x="362" y="996"/>
                    </a:cubicBezTo>
                    <a:lnTo>
                      <a:pt x="373" y="1007"/>
                    </a:lnTo>
                    <a:cubicBezTo>
                      <a:pt x="427" y="1061"/>
                      <a:pt x="482" y="1094"/>
                      <a:pt x="526" y="1138"/>
                    </a:cubicBezTo>
                    <a:cubicBezTo>
                      <a:pt x="559" y="1182"/>
                      <a:pt x="602" y="1203"/>
                      <a:pt x="646" y="1225"/>
                    </a:cubicBezTo>
                    <a:lnTo>
                      <a:pt x="723" y="1225"/>
                    </a:lnTo>
                    <a:cubicBezTo>
                      <a:pt x="767" y="1247"/>
                      <a:pt x="799" y="1247"/>
                      <a:pt x="843" y="1258"/>
                    </a:cubicBezTo>
                    <a:lnTo>
                      <a:pt x="963" y="1258"/>
                    </a:lnTo>
                    <a:cubicBezTo>
                      <a:pt x="985" y="1258"/>
                      <a:pt x="1007" y="1247"/>
                      <a:pt x="1029" y="1247"/>
                    </a:cubicBezTo>
                    <a:cubicBezTo>
                      <a:pt x="1062" y="1225"/>
                      <a:pt x="1084" y="1214"/>
                      <a:pt x="1106" y="1203"/>
                    </a:cubicBezTo>
                    <a:cubicBezTo>
                      <a:pt x="1160" y="1171"/>
                      <a:pt x="1215" y="1138"/>
                      <a:pt x="1259" y="1116"/>
                    </a:cubicBezTo>
                    <a:cubicBezTo>
                      <a:pt x="1302" y="1083"/>
                      <a:pt x="1346" y="1061"/>
                      <a:pt x="1390" y="1028"/>
                    </a:cubicBezTo>
                    <a:cubicBezTo>
                      <a:pt x="1434" y="1007"/>
                      <a:pt x="1456" y="974"/>
                      <a:pt x="1477" y="930"/>
                    </a:cubicBezTo>
                    <a:cubicBezTo>
                      <a:pt x="1477" y="930"/>
                      <a:pt x="1499" y="908"/>
                      <a:pt x="1499" y="897"/>
                    </a:cubicBezTo>
                    <a:cubicBezTo>
                      <a:pt x="1510" y="886"/>
                      <a:pt x="1521" y="875"/>
                      <a:pt x="1532" y="864"/>
                    </a:cubicBezTo>
                    <a:cubicBezTo>
                      <a:pt x="1543" y="853"/>
                      <a:pt x="1543" y="843"/>
                      <a:pt x="1554" y="832"/>
                    </a:cubicBezTo>
                    <a:cubicBezTo>
                      <a:pt x="1565" y="810"/>
                      <a:pt x="1598" y="777"/>
                      <a:pt x="1609" y="755"/>
                    </a:cubicBezTo>
                    <a:cubicBezTo>
                      <a:pt x="1620" y="733"/>
                      <a:pt x="1620" y="722"/>
                      <a:pt x="1631" y="711"/>
                    </a:cubicBezTo>
                    <a:cubicBezTo>
                      <a:pt x="1663" y="668"/>
                      <a:pt x="1685" y="613"/>
                      <a:pt x="1718" y="569"/>
                    </a:cubicBezTo>
                    <a:cubicBezTo>
                      <a:pt x="1718" y="558"/>
                      <a:pt x="1740" y="536"/>
                      <a:pt x="1718" y="525"/>
                    </a:cubicBezTo>
                    <a:cubicBezTo>
                      <a:pt x="1717" y="524"/>
                      <a:pt x="1716" y="524"/>
                      <a:pt x="1715" y="524"/>
                    </a:cubicBezTo>
                    <a:cubicBezTo>
                      <a:pt x="1703" y="524"/>
                      <a:pt x="1683" y="572"/>
                      <a:pt x="1663" y="602"/>
                    </a:cubicBezTo>
                    <a:cubicBezTo>
                      <a:pt x="1642" y="635"/>
                      <a:pt x="1620" y="668"/>
                      <a:pt x="1620" y="678"/>
                    </a:cubicBezTo>
                    <a:cubicBezTo>
                      <a:pt x="1587" y="689"/>
                      <a:pt x="1576" y="733"/>
                      <a:pt x="1554" y="766"/>
                    </a:cubicBezTo>
                    <a:cubicBezTo>
                      <a:pt x="1532" y="810"/>
                      <a:pt x="1499" y="853"/>
                      <a:pt x="1467" y="886"/>
                    </a:cubicBezTo>
                    <a:cubicBezTo>
                      <a:pt x="1434" y="930"/>
                      <a:pt x="1390" y="963"/>
                      <a:pt x="1357" y="1007"/>
                    </a:cubicBezTo>
                    <a:cubicBezTo>
                      <a:pt x="1335" y="1007"/>
                      <a:pt x="1324" y="1018"/>
                      <a:pt x="1313" y="1028"/>
                    </a:cubicBezTo>
                    <a:cubicBezTo>
                      <a:pt x="1302" y="1028"/>
                      <a:pt x="1302" y="1028"/>
                      <a:pt x="1313" y="1039"/>
                    </a:cubicBezTo>
                    <a:cubicBezTo>
                      <a:pt x="1281" y="1050"/>
                      <a:pt x="1259" y="1061"/>
                      <a:pt x="1237" y="1061"/>
                    </a:cubicBezTo>
                    <a:lnTo>
                      <a:pt x="1193" y="1083"/>
                    </a:lnTo>
                    <a:cubicBezTo>
                      <a:pt x="1171" y="1105"/>
                      <a:pt x="1149" y="1127"/>
                      <a:pt x="1127" y="1138"/>
                    </a:cubicBezTo>
                    <a:cubicBezTo>
                      <a:pt x="1095" y="1149"/>
                      <a:pt x="1073" y="1160"/>
                      <a:pt x="1040" y="1160"/>
                    </a:cubicBezTo>
                    <a:cubicBezTo>
                      <a:pt x="996" y="1171"/>
                      <a:pt x="963" y="1182"/>
                      <a:pt x="931" y="1182"/>
                    </a:cubicBezTo>
                    <a:lnTo>
                      <a:pt x="843" y="1182"/>
                    </a:lnTo>
                    <a:cubicBezTo>
                      <a:pt x="799" y="1171"/>
                      <a:pt x="767" y="1171"/>
                      <a:pt x="734" y="1149"/>
                    </a:cubicBezTo>
                    <a:cubicBezTo>
                      <a:pt x="723" y="1149"/>
                      <a:pt x="701" y="1127"/>
                      <a:pt x="690" y="1116"/>
                    </a:cubicBezTo>
                    <a:lnTo>
                      <a:pt x="635" y="1094"/>
                    </a:lnTo>
                    <a:lnTo>
                      <a:pt x="592" y="1072"/>
                    </a:lnTo>
                    <a:cubicBezTo>
                      <a:pt x="570" y="1061"/>
                      <a:pt x="548" y="1050"/>
                      <a:pt x="526" y="1039"/>
                    </a:cubicBezTo>
                    <a:cubicBezTo>
                      <a:pt x="515" y="1018"/>
                      <a:pt x="493" y="1007"/>
                      <a:pt x="471" y="985"/>
                    </a:cubicBezTo>
                    <a:lnTo>
                      <a:pt x="427" y="930"/>
                    </a:lnTo>
                    <a:lnTo>
                      <a:pt x="373" y="875"/>
                    </a:lnTo>
                    <a:cubicBezTo>
                      <a:pt x="373" y="864"/>
                      <a:pt x="362" y="853"/>
                      <a:pt x="362" y="853"/>
                    </a:cubicBezTo>
                    <a:cubicBezTo>
                      <a:pt x="351" y="832"/>
                      <a:pt x="329" y="821"/>
                      <a:pt x="318" y="810"/>
                    </a:cubicBezTo>
                    <a:cubicBezTo>
                      <a:pt x="318" y="799"/>
                      <a:pt x="307" y="788"/>
                      <a:pt x="307" y="777"/>
                    </a:cubicBezTo>
                    <a:cubicBezTo>
                      <a:pt x="274" y="755"/>
                      <a:pt x="263" y="722"/>
                      <a:pt x="242" y="689"/>
                    </a:cubicBezTo>
                    <a:cubicBezTo>
                      <a:pt x="231" y="646"/>
                      <a:pt x="209" y="613"/>
                      <a:pt x="198" y="580"/>
                    </a:cubicBezTo>
                    <a:lnTo>
                      <a:pt x="176" y="580"/>
                    </a:lnTo>
                    <a:lnTo>
                      <a:pt x="154" y="569"/>
                    </a:lnTo>
                    <a:cubicBezTo>
                      <a:pt x="154" y="577"/>
                      <a:pt x="141" y="579"/>
                      <a:pt x="140" y="585"/>
                    </a:cubicBezTo>
                    <a:lnTo>
                      <a:pt x="140" y="585"/>
                    </a:lnTo>
                    <a:cubicBezTo>
                      <a:pt x="132" y="567"/>
                      <a:pt x="133" y="557"/>
                      <a:pt x="143" y="547"/>
                    </a:cubicBezTo>
                    <a:cubicBezTo>
                      <a:pt x="143" y="525"/>
                      <a:pt x="143" y="503"/>
                      <a:pt x="154" y="482"/>
                    </a:cubicBezTo>
                    <a:cubicBezTo>
                      <a:pt x="154" y="482"/>
                      <a:pt x="154" y="471"/>
                      <a:pt x="165" y="460"/>
                    </a:cubicBezTo>
                    <a:cubicBezTo>
                      <a:pt x="165" y="449"/>
                      <a:pt x="165" y="438"/>
                      <a:pt x="165" y="438"/>
                    </a:cubicBezTo>
                    <a:cubicBezTo>
                      <a:pt x="165" y="416"/>
                      <a:pt x="176" y="405"/>
                      <a:pt x="187" y="394"/>
                    </a:cubicBezTo>
                    <a:cubicBezTo>
                      <a:pt x="198" y="361"/>
                      <a:pt x="220" y="328"/>
                      <a:pt x="242" y="307"/>
                    </a:cubicBezTo>
                    <a:cubicBezTo>
                      <a:pt x="252" y="285"/>
                      <a:pt x="285" y="285"/>
                      <a:pt x="296" y="263"/>
                    </a:cubicBezTo>
                    <a:cubicBezTo>
                      <a:pt x="296" y="252"/>
                      <a:pt x="296" y="241"/>
                      <a:pt x="296" y="230"/>
                    </a:cubicBezTo>
                    <a:cubicBezTo>
                      <a:pt x="296" y="230"/>
                      <a:pt x="329" y="197"/>
                      <a:pt x="340" y="186"/>
                    </a:cubicBezTo>
                    <a:cubicBezTo>
                      <a:pt x="351" y="175"/>
                      <a:pt x="362" y="164"/>
                      <a:pt x="373" y="153"/>
                    </a:cubicBezTo>
                    <a:lnTo>
                      <a:pt x="395" y="153"/>
                    </a:lnTo>
                    <a:cubicBezTo>
                      <a:pt x="395" y="143"/>
                      <a:pt x="406" y="143"/>
                      <a:pt x="417" y="132"/>
                    </a:cubicBezTo>
                    <a:cubicBezTo>
                      <a:pt x="427" y="121"/>
                      <a:pt x="427" y="99"/>
                      <a:pt x="438" y="88"/>
                    </a:cubicBezTo>
                    <a:cubicBezTo>
                      <a:pt x="460" y="66"/>
                      <a:pt x="493" y="55"/>
                      <a:pt x="515" y="44"/>
                    </a:cubicBezTo>
                    <a:cubicBezTo>
                      <a:pt x="548" y="33"/>
                      <a:pt x="570" y="33"/>
                      <a:pt x="602" y="33"/>
                    </a:cubicBezTo>
                    <a:cubicBezTo>
                      <a:pt x="606" y="30"/>
                      <a:pt x="612" y="28"/>
                      <a:pt x="620" y="28"/>
                    </a:cubicBezTo>
                    <a:cubicBezTo>
                      <a:pt x="634" y="28"/>
                      <a:pt x="654" y="33"/>
                      <a:pt x="668" y="33"/>
                    </a:cubicBezTo>
                    <a:lnTo>
                      <a:pt x="734" y="33"/>
                    </a:lnTo>
                    <a:cubicBezTo>
                      <a:pt x="745" y="33"/>
                      <a:pt x="767" y="33"/>
                      <a:pt x="777" y="44"/>
                    </a:cubicBezTo>
                    <a:lnTo>
                      <a:pt x="810" y="44"/>
                    </a:lnTo>
                    <a:cubicBezTo>
                      <a:pt x="832" y="55"/>
                      <a:pt x="854" y="66"/>
                      <a:pt x="876" y="88"/>
                    </a:cubicBezTo>
                    <a:cubicBezTo>
                      <a:pt x="887" y="82"/>
                      <a:pt x="895" y="82"/>
                      <a:pt x="901" y="82"/>
                    </a:cubicBezTo>
                    <a:cubicBezTo>
                      <a:pt x="906" y="82"/>
                      <a:pt x="909" y="82"/>
                      <a:pt x="909" y="77"/>
                    </a:cubicBezTo>
                    <a:cubicBezTo>
                      <a:pt x="920" y="66"/>
                      <a:pt x="898" y="44"/>
                      <a:pt x="876" y="33"/>
                    </a:cubicBezTo>
                    <a:cubicBezTo>
                      <a:pt x="854" y="22"/>
                      <a:pt x="843" y="22"/>
                      <a:pt x="821" y="22"/>
                    </a:cubicBezTo>
                    <a:cubicBezTo>
                      <a:pt x="810" y="0"/>
                      <a:pt x="788" y="0"/>
                      <a:pt x="7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
              <p:cNvSpPr/>
              <p:nvPr/>
            </p:nvSpPr>
            <p:spPr>
              <a:xfrm flipH="1">
                <a:off x="451750" y="4786275"/>
                <a:ext cx="29000" cy="15900"/>
              </a:xfrm>
              <a:custGeom>
                <a:avLst/>
                <a:gdLst/>
                <a:ahLst/>
                <a:cxnLst/>
                <a:rect l="l" t="t" r="r" b="b"/>
                <a:pathLst>
                  <a:path w="1160" h="636" extrusionOk="0">
                    <a:moveTo>
                      <a:pt x="985" y="1"/>
                    </a:moveTo>
                    <a:cubicBezTo>
                      <a:pt x="952" y="1"/>
                      <a:pt x="908" y="1"/>
                      <a:pt x="875" y="12"/>
                    </a:cubicBezTo>
                    <a:cubicBezTo>
                      <a:pt x="832" y="23"/>
                      <a:pt x="799" y="45"/>
                      <a:pt x="766" y="67"/>
                    </a:cubicBezTo>
                    <a:cubicBezTo>
                      <a:pt x="755" y="67"/>
                      <a:pt x="744" y="67"/>
                      <a:pt x="733" y="78"/>
                    </a:cubicBezTo>
                    <a:lnTo>
                      <a:pt x="733" y="88"/>
                    </a:lnTo>
                    <a:cubicBezTo>
                      <a:pt x="733" y="88"/>
                      <a:pt x="689" y="99"/>
                      <a:pt x="689" y="110"/>
                    </a:cubicBezTo>
                    <a:cubicBezTo>
                      <a:pt x="679" y="110"/>
                      <a:pt x="668" y="121"/>
                      <a:pt x="657" y="121"/>
                    </a:cubicBezTo>
                    <a:cubicBezTo>
                      <a:pt x="646" y="143"/>
                      <a:pt x="635" y="165"/>
                      <a:pt x="624" y="176"/>
                    </a:cubicBezTo>
                    <a:cubicBezTo>
                      <a:pt x="613" y="187"/>
                      <a:pt x="591" y="209"/>
                      <a:pt x="569" y="209"/>
                    </a:cubicBezTo>
                    <a:cubicBezTo>
                      <a:pt x="558" y="220"/>
                      <a:pt x="536" y="231"/>
                      <a:pt x="514" y="231"/>
                    </a:cubicBezTo>
                    <a:lnTo>
                      <a:pt x="482" y="231"/>
                    </a:lnTo>
                    <a:cubicBezTo>
                      <a:pt x="471" y="231"/>
                      <a:pt x="471" y="231"/>
                      <a:pt x="460" y="220"/>
                    </a:cubicBezTo>
                    <a:cubicBezTo>
                      <a:pt x="460" y="220"/>
                      <a:pt x="416" y="198"/>
                      <a:pt x="394" y="187"/>
                    </a:cubicBezTo>
                    <a:cubicBezTo>
                      <a:pt x="383" y="176"/>
                      <a:pt x="372" y="165"/>
                      <a:pt x="350" y="165"/>
                    </a:cubicBezTo>
                    <a:cubicBezTo>
                      <a:pt x="339" y="160"/>
                      <a:pt x="329" y="157"/>
                      <a:pt x="319" y="157"/>
                    </a:cubicBezTo>
                    <a:cubicBezTo>
                      <a:pt x="309" y="157"/>
                      <a:pt x="301" y="160"/>
                      <a:pt x="296" y="165"/>
                    </a:cubicBezTo>
                    <a:cubicBezTo>
                      <a:pt x="274" y="165"/>
                      <a:pt x="252" y="176"/>
                      <a:pt x="241" y="198"/>
                    </a:cubicBezTo>
                    <a:cubicBezTo>
                      <a:pt x="230" y="209"/>
                      <a:pt x="219" y="231"/>
                      <a:pt x="208" y="242"/>
                    </a:cubicBezTo>
                    <a:cubicBezTo>
                      <a:pt x="208" y="253"/>
                      <a:pt x="197" y="263"/>
                      <a:pt x="197" y="263"/>
                    </a:cubicBezTo>
                    <a:lnTo>
                      <a:pt x="186" y="285"/>
                    </a:lnTo>
                    <a:lnTo>
                      <a:pt x="154" y="318"/>
                    </a:lnTo>
                    <a:cubicBezTo>
                      <a:pt x="143" y="340"/>
                      <a:pt x="132" y="351"/>
                      <a:pt x="121" y="373"/>
                    </a:cubicBezTo>
                    <a:cubicBezTo>
                      <a:pt x="121" y="373"/>
                      <a:pt x="110" y="384"/>
                      <a:pt x="110" y="384"/>
                    </a:cubicBezTo>
                    <a:cubicBezTo>
                      <a:pt x="99" y="395"/>
                      <a:pt x="99" y="406"/>
                      <a:pt x="99" y="417"/>
                    </a:cubicBezTo>
                    <a:cubicBezTo>
                      <a:pt x="88" y="428"/>
                      <a:pt x="77" y="438"/>
                      <a:pt x="77" y="438"/>
                    </a:cubicBezTo>
                    <a:cubicBezTo>
                      <a:pt x="66" y="460"/>
                      <a:pt x="55" y="493"/>
                      <a:pt x="44" y="515"/>
                    </a:cubicBezTo>
                    <a:cubicBezTo>
                      <a:pt x="22" y="537"/>
                      <a:pt x="11" y="570"/>
                      <a:pt x="0" y="603"/>
                    </a:cubicBezTo>
                    <a:lnTo>
                      <a:pt x="33" y="635"/>
                    </a:lnTo>
                    <a:cubicBezTo>
                      <a:pt x="33" y="632"/>
                      <a:pt x="36" y="630"/>
                      <a:pt x="39" y="630"/>
                    </a:cubicBezTo>
                    <a:cubicBezTo>
                      <a:pt x="45" y="630"/>
                      <a:pt x="55" y="635"/>
                      <a:pt x="55" y="635"/>
                    </a:cubicBezTo>
                    <a:lnTo>
                      <a:pt x="77" y="635"/>
                    </a:lnTo>
                    <a:cubicBezTo>
                      <a:pt x="82" y="630"/>
                      <a:pt x="88" y="627"/>
                      <a:pt x="93" y="627"/>
                    </a:cubicBezTo>
                    <a:cubicBezTo>
                      <a:pt x="99" y="627"/>
                      <a:pt x="104" y="630"/>
                      <a:pt x="110" y="635"/>
                    </a:cubicBezTo>
                    <a:cubicBezTo>
                      <a:pt x="110" y="624"/>
                      <a:pt x="110" y="624"/>
                      <a:pt x="121" y="613"/>
                    </a:cubicBezTo>
                    <a:cubicBezTo>
                      <a:pt x="132" y="603"/>
                      <a:pt x="121" y="581"/>
                      <a:pt x="121" y="548"/>
                    </a:cubicBezTo>
                    <a:cubicBezTo>
                      <a:pt x="121" y="526"/>
                      <a:pt x="132" y="504"/>
                      <a:pt x="143" y="482"/>
                    </a:cubicBezTo>
                    <a:cubicBezTo>
                      <a:pt x="143" y="471"/>
                      <a:pt x="154" y="460"/>
                      <a:pt x="154" y="460"/>
                    </a:cubicBezTo>
                    <a:cubicBezTo>
                      <a:pt x="164" y="449"/>
                      <a:pt x="154" y="438"/>
                      <a:pt x="164" y="428"/>
                    </a:cubicBezTo>
                    <a:cubicBezTo>
                      <a:pt x="175" y="406"/>
                      <a:pt x="186" y="395"/>
                      <a:pt x="197" y="384"/>
                    </a:cubicBezTo>
                    <a:cubicBezTo>
                      <a:pt x="197" y="384"/>
                      <a:pt x="208" y="384"/>
                      <a:pt x="208" y="373"/>
                    </a:cubicBezTo>
                    <a:lnTo>
                      <a:pt x="219" y="351"/>
                    </a:lnTo>
                    <a:cubicBezTo>
                      <a:pt x="241" y="318"/>
                      <a:pt x="263" y="285"/>
                      <a:pt x="296" y="263"/>
                    </a:cubicBezTo>
                    <a:cubicBezTo>
                      <a:pt x="300" y="261"/>
                      <a:pt x="304" y="260"/>
                      <a:pt x="307" y="260"/>
                    </a:cubicBezTo>
                    <a:cubicBezTo>
                      <a:pt x="318" y="260"/>
                      <a:pt x="322" y="274"/>
                      <a:pt x="339" y="274"/>
                    </a:cubicBezTo>
                    <a:cubicBezTo>
                      <a:pt x="339" y="263"/>
                      <a:pt x="350" y="263"/>
                      <a:pt x="361" y="263"/>
                    </a:cubicBezTo>
                    <a:lnTo>
                      <a:pt x="372" y="263"/>
                    </a:lnTo>
                    <a:cubicBezTo>
                      <a:pt x="394" y="274"/>
                      <a:pt x="416" y="296"/>
                      <a:pt x="449" y="307"/>
                    </a:cubicBezTo>
                    <a:lnTo>
                      <a:pt x="547" y="307"/>
                    </a:lnTo>
                    <a:cubicBezTo>
                      <a:pt x="558" y="296"/>
                      <a:pt x="580" y="296"/>
                      <a:pt x="591" y="285"/>
                    </a:cubicBezTo>
                    <a:cubicBezTo>
                      <a:pt x="613" y="274"/>
                      <a:pt x="624" y="253"/>
                      <a:pt x="635" y="242"/>
                    </a:cubicBezTo>
                    <a:cubicBezTo>
                      <a:pt x="657" y="209"/>
                      <a:pt x="689" y="176"/>
                      <a:pt x="711" y="154"/>
                    </a:cubicBezTo>
                    <a:cubicBezTo>
                      <a:pt x="733" y="121"/>
                      <a:pt x="766" y="110"/>
                      <a:pt x="799" y="99"/>
                    </a:cubicBezTo>
                    <a:cubicBezTo>
                      <a:pt x="821" y="67"/>
                      <a:pt x="854" y="67"/>
                      <a:pt x="875" y="56"/>
                    </a:cubicBezTo>
                    <a:cubicBezTo>
                      <a:pt x="875" y="56"/>
                      <a:pt x="886" y="56"/>
                      <a:pt x="897" y="45"/>
                    </a:cubicBezTo>
                    <a:lnTo>
                      <a:pt x="952" y="45"/>
                    </a:lnTo>
                    <a:cubicBezTo>
                      <a:pt x="963" y="45"/>
                      <a:pt x="985" y="45"/>
                      <a:pt x="1007" y="56"/>
                    </a:cubicBezTo>
                    <a:lnTo>
                      <a:pt x="1039" y="56"/>
                    </a:lnTo>
                    <a:cubicBezTo>
                      <a:pt x="1072" y="67"/>
                      <a:pt x="1094" y="88"/>
                      <a:pt x="1105" y="121"/>
                    </a:cubicBezTo>
                    <a:cubicBezTo>
                      <a:pt x="1123" y="121"/>
                      <a:pt x="1126" y="135"/>
                      <a:pt x="1138" y="135"/>
                    </a:cubicBezTo>
                    <a:cubicBezTo>
                      <a:pt x="1141" y="135"/>
                      <a:pt x="1144" y="134"/>
                      <a:pt x="1149" y="132"/>
                    </a:cubicBezTo>
                    <a:cubicBezTo>
                      <a:pt x="1160" y="121"/>
                      <a:pt x="1138" y="88"/>
                      <a:pt x="1116" y="67"/>
                    </a:cubicBezTo>
                    <a:cubicBezTo>
                      <a:pt x="1094" y="45"/>
                      <a:pt x="1072" y="34"/>
                      <a:pt x="1050" y="34"/>
                    </a:cubicBezTo>
                    <a:cubicBezTo>
                      <a:pt x="1050" y="12"/>
                      <a:pt x="1018" y="1"/>
                      <a:pt x="9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4"/>
            <p:cNvSpPr/>
            <p:nvPr/>
          </p:nvSpPr>
          <p:spPr>
            <a:xfrm rot="-9237154" flipH="1">
              <a:off x="8379904" y="100522"/>
              <a:ext cx="24524" cy="17074"/>
            </a:xfrm>
            <a:custGeom>
              <a:avLst/>
              <a:gdLst/>
              <a:ahLst/>
              <a:cxnLst/>
              <a:rect l="l" t="t" r="r" b="b"/>
              <a:pathLst>
                <a:path w="981" h="683" extrusionOk="0">
                  <a:moveTo>
                    <a:pt x="480" y="0"/>
                  </a:moveTo>
                  <a:cubicBezTo>
                    <a:pt x="202" y="0"/>
                    <a:pt x="1" y="391"/>
                    <a:pt x="283" y="612"/>
                  </a:cubicBezTo>
                  <a:cubicBezTo>
                    <a:pt x="351" y="661"/>
                    <a:pt x="420" y="682"/>
                    <a:pt x="486" y="682"/>
                  </a:cubicBezTo>
                  <a:cubicBezTo>
                    <a:pt x="769" y="682"/>
                    <a:pt x="981" y="289"/>
                    <a:pt x="688" y="76"/>
                  </a:cubicBezTo>
                  <a:cubicBezTo>
                    <a:pt x="618" y="23"/>
                    <a:pt x="547" y="0"/>
                    <a:pt x="4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
            <p:cNvSpPr/>
            <p:nvPr/>
          </p:nvSpPr>
          <p:spPr>
            <a:xfrm rot="-9237154" flipH="1">
              <a:off x="8293447" y="417176"/>
              <a:ext cx="31999" cy="26774"/>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
            <p:cNvSpPr/>
            <p:nvPr/>
          </p:nvSpPr>
          <p:spPr>
            <a:xfrm rot="-9237154" flipH="1">
              <a:off x="7833891" y="900412"/>
              <a:ext cx="25199" cy="21324"/>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
            <p:cNvSpPr/>
            <p:nvPr/>
          </p:nvSpPr>
          <p:spPr>
            <a:xfrm rot="-9237154" flipH="1">
              <a:off x="7642510" y="738819"/>
              <a:ext cx="33874" cy="26374"/>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
            <p:cNvSpPr/>
            <p:nvPr/>
          </p:nvSpPr>
          <p:spPr>
            <a:xfrm rot="-9237154" flipH="1">
              <a:off x="7171249" y="971805"/>
              <a:ext cx="19824" cy="17499"/>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
            <p:cNvSpPr/>
            <p:nvPr/>
          </p:nvSpPr>
          <p:spPr>
            <a:xfrm rot="-9237154" flipH="1">
              <a:off x="8092948" y="861266"/>
              <a:ext cx="83197" cy="70248"/>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
            <p:cNvSpPr/>
            <p:nvPr/>
          </p:nvSpPr>
          <p:spPr>
            <a:xfrm rot="-9237154" flipH="1">
              <a:off x="8965187" y="387616"/>
              <a:ext cx="75572" cy="63748"/>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 name="Google Shape;498;p4"/>
            <p:cNvGrpSpPr/>
            <p:nvPr/>
          </p:nvGrpSpPr>
          <p:grpSpPr>
            <a:xfrm rot="-9237154">
              <a:off x="7801775" y="556006"/>
              <a:ext cx="33674" cy="35674"/>
              <a:chOff x="4304250" y="4768863"/>
              <a:chExt cx="33675" cy="35675"/>
            </a:xfrm>
          </p:grpSpPr>
          <p:sp>
            <p:nvSpPr>
              <p:cNvPr id="499" name="Google Shape;499;p4"/>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4"/>
            <p:cNvGrpSpPr/>
            <p:nvPr/>
          </p:nvGrpSpPr>
          <p:grpSpPr>
            <a:xfrm rot="-9237154">
              <a:off x="7268685" y="660157"/>
              <a:ext cx="123896" cy="117746"/>
              <a:chOff x="4877375" y="4089763"/>
              <a:chExt cx="123900" cy="117750"/>
            </a:xfrm>
          </p:grpSpPr>
          <p:sp>
            <p:nvSpPr>
              <p:cNvPr id="503" name="Google Shape;503;p4"/>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 name="Google Shape;508;p4"/>
            <p:cNvSpPr/>
            <p:nvPr/>
          </p:nvSpPr>
          <p:spPr>
            <a:xfrm rot="10800000">
              <a:off x="7680025" y="27926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 name="Google Shape;509;p4"/>
          <p:cNvGrpSpPr/>
          <p:nvPr/>
        </p:nvGrpSpPr>
        <p:grpSpPr>
          <a:xfrm>
            <a:off x="107686" y="3075761"/>
            <a:ext cx="974405" cy="773122"/>
            <a:chOff x="107686" y="3075761"/>
            <a:chExt cx="974405" cy="773122"/>
          </a:xfrm>
        </p:grpSpPr>
        <p:grpSp>
          <p:nvGrpSpPr>
            <p:cNvPr id="510" name="Google Shape;510;p4"/>
            <p:cNvGrpSpPr/>
            <p:nvPr/>
          </p:nvGrpSpPr>
          <p:grpSpPr>
            <a:xfrm rot="5994923" flipH="1">
              <a:off x="279279" y="3022902"/>
              <a:ext cx="631220" cy="878840"/>
              <a:chOff x="88792" y="22515"/>
              <a:chExt cx="631196" cy="878807"/>
            </a:xfrm>
          </p:grpSpPr>
          <p:sp>
            <p:nvSpPr>
              <p:cNvPr id="511" name="Google Shape;511;p4"/>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2" name="Google Shape;512;p4"/>
              <p:cNvGrpSpPr/>
              <p:nvPr/>
            </p:nvGrpSpPr>
            <p:grpSpPr>
              <a:xfrm>
                <a:off x="175149" y="495436"/>
                <a:ext cx="69586" cy="73623"/>
                <a:chOff x="175149" y="495436"/>
                <a:chExt cx="69586" cy="73623"/>
              </a:xfrm>
            </p:grpSpPr>
            <p:sp>
              <p:nvSpPr>
                <p:cNvPr id="513" name="Google Shape;513;p4"/>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 name="Google Shape;515;p4"/>
              <p:cNvGrpSpPr/>
              <p:nvPr/>
            </p:nvGrpSpPr>
            <p:grpSpPr>
              <a:xfrm>
                <a:off x="88792" y="761095"/>
                <a:ext cx="35279" cy="33988"/>
                <a:chOff x="88792" y="761095"/>
                <a:chExt cx="35279" cy="33988"/>
              </a:xfrm>
            </p:grpSpPr>
            <p:sp>
              <p:nvSpPr>
                <p:cNvPr id="516" name="Google Shape;516;p4"/>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4"/>
              <p:cNvGrpSpPr/>
              <p:nvPr/>
            </p:nvGrpSpPr>
            <p:grpSpPr>
              <a:xfrm rot="2144809">
                <a:off x="120150" y="257259"/>
                <a:ext cx="55825" cy="44400"/>
                <a:chOff x="8347600" y="1441475"/>
                <a:chExt cx="55825" cy="44400"/>
              </a:xfrm>
            </p:grpSpPr>
            <p:sp>
              <p:nvSpPr>
                <p:cNvPr id="520" name="Google Shape;520;p4"/>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 name="Google Shape;523;p4"/>
              <p:cNvGrpSpPr/>
              <p:nvPr/>
            </p:nvGrpSpPr>
            <p:grpSpPr>
              <a:xfrm rot="2144809">
                <a:off x="481539" y="813344"/>
                <a:ext cx="71099" cy="74199"/>
                <a:chOff x="8502650" y="1222725"/>
                <a:chExt cx="71100" cy="74200"/>
              </a:xfrm>
            </p:grpSpPr>
            <p:sp>
              <p:nvSpPr>
                <p:cNvPr id="524" name="Google Shape;524;p4"/>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8" name="Google Shape;528;p4"/>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4"/>
            <p:cNvSpPr/>
            <p:nvPr/>
          </p:nvSpPr>
          <p:spPr>
            <a:xfrm rot="10800000" flipH="1">
              <a:off x="537725" y="3154731"/>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35"/>
        <p:cNvGrpSpPr/>
        <p:nvPr/>
      </p:nvGrpSpPr>
      <p:grpSpPr>
        <a:xfrm>
          <a:off x="0" y="0"/>
          <a:ext cx="0" cy="0"/>
          <a:chOff x="0" y="0"/>
          <a:chExt cx="0" cy="0"/>
        </a:xfrm>
      </p:grpSpPr>
      <p:sp>
        <p:nvSpPr>
          <p:cNvPr id="536" name="Google Shape;53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37" name="Google Shape;537;p5"/>
          <p:cNvSpPr txBox="1">
            <a:spLocks noGrp="1"/>
          </p:cNvSpPr>
          <p:nvPr>
            <p:ph type="subTitle" idx="1"/>
          </p:nvPr>
        </p:nvSpPr>
        <p:spPr>
          <a:xfrm>
            <a:off x="720012" y="2076950"/>
            <a:ext cx="2216700" cy="399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algn="l"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538" name="Google Shape;538;p5"/>
          <p:cNvSpPr txBox="1">
            <a:spLocks noGrp="1"/>
          </p:cNvSpPr>
          <p:nvPr>
            <p:ph type="subTitle" idx="2"/>
          </p:nvPr>
        </p:nvSpPr>
        <p:spPr>
          <a:xfrm>
            <a:off x="720025" y="2399050"/>
            <a:ext cx="2216700" cy="11361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a:lvl1pPr>
            <a:lvl2pPr lvl="1" algn="l" rtl="0">
              <a:lnSpc>
                <a:spcPct val="100000"/>
              </a:lnSpc>
              <a:spcBef>
                <a:spcPts val="0"/>
              </a:spcBef>
              <a:spcAft>
                <a:spcPts val="0"/>
              </a:spcAft>
              <a:buNone/>
              <a:defRPr/>
            </a:lvl2pPr>
            <a:lvl3pPr lvl="2" algn="l" rtl="0">
              <a:lnSpc>
                <a:spcPct val="100000"/>
              </a:lnSpc>
              <a:spcBef>
                <a:spcPts val="0"/>
              </a:spcBef>
              <a:spcAft>
                <a:spcPts val="0"/>
              </a:spcAft>
              <a:buNone/>
              <a:defRPr/>
            </a:lvl3pPr>
            <a:lvl4pPr lvl="3" algn="l" rtl="0">
              <a:lnSpc>
                <a:spcPct val="100000"/>
              </a:lnSpc>
              <a:spcBef>
                <a:spcPts val="0"/>
              </a:spcBef>
              <a:spcAft>
                <a:spcPts val="0"/>
              </a:spcAft>
              <a:buNone/>
              <a:defRPr/>
            </a:lvl4pPr>
            <a:lvl5pPr lvl="4" algn="l" rtl="0">
              <a:lnSpc>
                <a:spcPct val="100000"/>
              </a:lnSpc>
              <a:spcBef>
                <a:spcPts val="0"/>
              </a:spcBef>
              <a:spcAft>
                <a:spcPts val="0"/>
              </a:spcAft>
              <a:buNone/>
              <a:defRPr/>
            </a:lvl5pPr>
            <a:lvl6pPr lvl="5" algn="l" rtl="0">
              <a:lnSpc>
                <a:spcPct val="100000"/>
              </a:lnSpc>
              <a:spcBef>
                <a:spcPts val="0"/>
              </a:spcBef>
              <a:spcAft>
                <a:spcPts val="0"/>
              </a:spcAft>
              <a:buNone/>
              <a:defRPr/>
            </a:lvl6pPr>
            <a:lvl7pPr lvl="6" algn="l" rtl="0">
              <a:lnSpc>
                <a:spcPct val="100000"/>
              </a:lnSpc>
              <a:spcBef>
                <a:spcPts val="0"/>
              </a:spcBef>
              <a:spcAft>
                <a:spcPts val="0"/>
              </a:spcAft>
              <a:buNone/>
              <a:defRPr/>
            </a:lvl7pPr>
            <a:lvl8pPr lvl="7" algn="l" rtl="0">
              <a:lnSpc>
                <a:spcPct val="100000"/>
              </a:lnSpc>
              <a:spcBef>
                <a:spcPts val="0"/>
              </a:spcBef>
              <a:spcAft>
                <a:spcPts val="0"/>
              </a:spcAft>
              <a:buNone/>
              <a:defRPr/>
            </a:lvl8pPr>
            <a:lvl9pPr lvl="8" algn="l" rtl="0">
              <a:lnSpc>
                <a:spcPct val="100000"/>
              </a:lnSpc>
              <a:spcBef>
                <a:spcPts val="0"/>
              </a:spcBef>
              <a:spcAft>
                <a:spcPts val="0"/>
              </a:spcAft>
              <a:buNone/>
              <a:defRPr/>
            </a:lvl9pPr>
          </a:lstStyle>
          <a:p>
            <a:endParaRPr/>
          </a:p>
        </p:txBody>
      </p:sp>
      <p:sp>
        <p:nvSpPr>
          <p:cNvPr id="539" name="Google Shape;539;p5"/>
          <p:cNvSpPr txBox="1">
            <a:spLocks noGrp="1"/>
          </p:cNvSpPr>
          <p:nvPr>
            <p:ph type="subTitle" idx="3"/>
          </p:nvPr>
        </p:nvSpPr>
        <p:spPr>
          <a:xfrm>
            <a:off x="6207288" y="2076950"/>
            <a:ext cx="2216700" cy="3999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700" b="1">
                <a:latin typeface="Chelsea Market"/>
                <a:ea typeface="Chelsea Market"/>
                <a:cs typeface="Chelsea Market"/>
                <a:sym typeface="Chelsea Market"/>
              </a:defRPr>
            </a:lvl1pPr>
            <a:lvl2pPr lvl="1" algn="r" rtl="0">
              <a:lnSpc>
                <a:spcPct val="100000"/>
              </a:lnSpc>
              <a:spcBef>
                <a:spcPts val="0"/>
              </a:spcBef>
              <a:spcAft>
                <a:spcPts val="0"/>
              </a:spcAft>
              <a:buNone/>
              <a:defRPr sz="1700" b="1">
                <a:latin typeface="Chelsea Market"/>
                <a:ea typeface="Chelsea Market"/>
                <a:cs typeface="Chelsea Market"/>
                <a:sym typeface="Chelsea Market"/>
              </a:defRPr>
            </a:lvl2pPr>
            <a:lvl3pPr lvl="2" algn="r" rtl="0">
              <a:lnSpc>
                <a:spcPct val="100000"/>
              </a:lnSpc>
              <a:spcBef>
                <a:spcPts val="0"/>
              </a:spcBef>
              <a:spcAft>
                <a:spcPts val="0"/>
              </a:spcAft>
              <a:buNone/>
              <a:defRPr sz="1700" b="1">
                <a:latin typeface="Chelsea Market"/>
                <a:ea typeface="Chelsea Market"/>
                <a:cs typeface="Chelsea Market"/>
                <a:sym typeface="Chelsea Market"/>
              </a:defRPr>
            </a:lvl3pPr>
            <a:lvl4pPr lvl="3" algn="r" rtl="0">
              <a:lnSpc>
                <a:spcPct val="100000"/>
              </a:lnSpc>
              <a:spcBef>
                <a:spcPts val="0"/>
              </a:spcBef>
              <a:spcAft>
                <a:spcPts val="0"/>
              </a:spcAft>
              <a:buNone/>
              <a:defRPr sz="1700" b="1">
                <a:latin typeface="Chelsea Market"/>
                <a:ea typeface="Chelsea Market"/>
                <a:cs typeface="Chelsea Market"/>
                <a:sym typeface="Chelsea Market"/>
              </a:defRPr>
            </a:lvl4pPr>
            <a:lvl5pPr lvl="4" algn="r" rtl="0">
              <a:lnSpc>
                <a:spcPct val="100000"/>
              </a:lnSpc>
              <a:spcBef>
                <a:spcPts val="0"/>
              </a:spcBef>
              <a:spcAft>
                <a:spcPts val="0"/>
              </a:spcAft>
              <a:buNone/>
              <a:defRPr sz="1700" b="1">
                <a:latin typeface="Chelsea Market"/>
                <a:ea typeface="Chelsea Market"/>
                <a:cs typeface="Chelsea Market"/>
                <a:sym typeface="Chelsea Market"/>
              </a:defRPr>
            </a:lvl5pPr>
            <a:lvl6pPr lvl="5" algn="r" rtl="0">
              <a:lnSpc>
                <a:spcPct val="100000"/>
              </a:lnSpc>
              <a:spcBef>
                <a:spcPts val="0"/>
              </a:spcBef>
              <a:spcAft>
                <a:spcPts val="0"/>
              </a:spcAft>
              <a:buNone/>
              <a:defRPr sz="1700" b="1">
                <a:latin typeface="Chelsea Market"/>
                <a:ea typeface="Chelsea Market"/>
                <a:cs typeface="Chelsea Market"/>
                <a:sym typeface="Chelsea Market"/>
              </a:defRPr>
            </a:lvl6pPr>
            <a:lvl7pPr lvl="6" algn="r" rtl="0">
              <a:lnSpc>
                <a:spcPct val="100000"/>
              </a:lnSpc>
              <a:spcBef>
                <a:spcPts val="0"/>
              </a:spcBef>
              <a:spcAft>
                <a:spcPts val="0"/>
              </a:spcAft>
              <a:buNone/>
              <a:defRPr sz="1700" b="1">
                <a:latin typeface="Chelsea Market"/>
                <a:ea typeface="Chelsea Market"/>
                <a:cs typeface="Chelsea Market"/>
                <a:sym typeface="Chelsea Market"/>
              </a:defRPr>
            </a:lvl7pPr>
            <a:lvl8pPr lvl="7" algn="r" rtl="0">
              <a:lnSpc>
                <a:spcPct val="100000"/>
              </a:lnSpc>
              <a:spcBef>
                <a:spcPts val="0"/>
              </a:spcBef>
              <a:spcAft>
                <a:spcPts val="0"/>
              </a:spcAft>
              <a:buNone/>
              <a:defRPr sz="1700" b="1">
                <a:latin typeface="Chelsea Market"/>
                <a:ea typeface="Chelsea Market"/>
                <a:cs typeface="Chelsea Market"/>
                <a:sym typeface="Chelsea Market"/>
              </a:defRPr>
            </a:lvl8pPr>
            <a:lvl9pPr lvl="8" algn="r" rtl="0">
              <a:lnSpc>
                <a:spcPct val="100000"/>
              </a:lnSpc>
              <a:spcBef>
                <a:spcPts val="0"/>
              </a:spcBef>
              <a:spcAft>
                <a:spcPts val="0"/>
              </a:spcAft>
              <a:buNone/>
              <a:defRPr sz="1700" b="1">
                <a:latin typeface="Chelsea Market"/>
                <a:ea typeface="Chelsea Market"/>
                <a:cs typeface="Chelsea Market"/>
                <a:sym typeface="Chelsea Market"/>
              </a:defRPr>
            </a:lvl9pPr>
          </a:lstStyle>
          <a:p>
            <a:endParaRPr/>
          </a:p>
        </p:txBody>
      </p:sp>
      <p:sp>
        <p:nvSpPr>
          <p:cNvPr id="540" name="Google Shape;540;p5"/>
          <p:cNvSpPr txBox="1">
            <a:spLocks noGrp="1"/>
          </p:cNvSpPr>
          <p:nvPr>
            <p:ph type="subTitle" idx="4"/>
          </p:nvPr>
        </p:nvSpPr>
        <p:spPr>
          <a:xfrm>
            <a:off x="6207301" y="2399051"/>
            <a:ext cx="2216700" cy="1136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a:lvl1pPr>
            <a:lvl2pPr lvl="1" algn="r" rtl="0">
              <a:lnSpc>
                <a:spcPct val="100000"/>
              </a:lnSpc>
              <a:spcBef>
                <a:spcPts val="0"/>
              </a:spcBef>
              <a:spcAft>
                <a:spcPts val="0"/>
              </a:spcAft>
              <a:buNone/>
              <a:defRPr/>
            </a:lvl2pPr>
            <a:lvl3pPr lvl="2" algn="r" rtl="0">
              <a:lnSpc>
                <a:spcPct val="100000"/>
              </a:lnSpc>
              <a:spcBef>
                <a:spcPts val="0"/>
              </a:spcBef>
              <a:spcAft>
                <a:spcPts val="0"/>
              </a:spcAft>
              <a:buNone/>
              <a:defRPr/>
            </a:lvl3pPr>
            <a:lvl4pPr lvl="3" algn="r" rtl="0">
              <a:lnSpc>
                <a:spcPct val="100000"/>
              </a:lnSpc>
              <a:spcBef>
                <a:spcPts val="0"/>
              </a:spcBef>
              <a:spcAft>
                <a:spcPts val="0"/>
              </a:spcAft>
              <a:buNone/>
              <a:defRPr/>
            </a:lvl4pPr>
            <a:lvl5pPr lvl="4" algn="r" rtl="0">
              <a:lnSpc>
                <a:spcPct val="100000"/>
              </a:lnSpc>
              <a:spcBef>
                <a:spcPts val="0"/>
              </a:spcBef>
              <a:spcAft>
                <a:spcPts val="0"/>
              </a:spcAft>
              <a:buNone/>
              <a:defRPr/>
            </a:lvl5pPr>
            <a:lvl6pPr lvl="5" algn="r" rtl="0">
              <a:lnSpc>
                <a:spcPct val="100000"/>
              </a:lnSpc>
              <a:spcBef>
                <a:spcPts val="0"/>
              </a:spcBef>
              <a:spcAft>
                <a:spcPts val="0"/>
              </a:spcAft>
              <a:buNone/>
              <a:defRPr/>
            </a:lvl6pPr>
            <a:lvl7pPr lvl="6" algn="r" rtl="0">
              <a:lnSpc>
                <a:spcPct val="100000"/>
              </a:lnSpc>
              <a:spcBef>
                <a:spcPts val="0"/>
              </a:spcBef>
              <a:spcAft>
                <a:spcPts val="0"/>
              </a:spcAft>
              <a:buNone/>
              <a:defRPr/>
            </a:lvl7pPr>
            <a:lvl8pPr lvl="7" algn="r" rtl="0">
              <a:lnSpc>
                <a:spcPct val="100000"/>
              </a:lnSpc>
              <a:spcBef>
                <a:spcPts val="0"/>
              </a:spcBef>
              <a:spcAft>
                <a:spcPts val="0"/>
              </a:spcAft>
              <a:buNone/>
              <a:defRPr/>
            </a:lvl8pPr>
            <a:lvl9pPr lvl="8" algn="r" rtl="0">
              <a:lnSpc>
                <a:spcPct val="100000"/>
              </a:lnSpc>
              <a:spcBef>
                <a:spcPts val="0"/>
              </a:spcBef>
              <a:spcAft>
                <a:spcPts val="0"/>
              </a:spcAft>
              <a:buNone/>
              <a:defRPr/>
            </a:lvl9pPr>
          </a:lstStyle>
          <a:p>
            <a:endParaRPr/>
          </a:p>
        </p:txBody>
      </p:sp>
      <p:grpSp>
        <p:nvGrpSpPr>
          <p:cNvPr id="541" name="Google Shape;541;p5"/>
          <p:cNvGrpSpPr/>
          <p:nvPr/>
        </p:nvGrpSpPr>
        <p:grpSpPr>
          <a:xfrm flipH="1">
            <a:off x="7721525" y="1030400"/>
            <a:ext cx="27650" cy="21975"/>
            <a:chOff x="8820375" y="1023600"/>
            <a:chExt cx="27650" cy="21975"/>
          </a:xfrm>
        </p:grpSpPr>
        <p:sp>
          <p:nvSpPr>
            <p:cNvPr id="542" name="Google Shape;542;p5"/>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5"/>
          <p:cNvGrpSpPr/>
          <p:nvPr/>
        </p:nvGrpSpPr>
        <p:grpSpPr>
          <a:xfrm flipH="1">
            <a:off x="7046350" y="1348550"/>
            <a:ext cx="55825" cy="44400"/>
            <a:chOff x="8347600" y="1441475"/>
            <a:chExt cx="55825" cy="44400"/>
          </a:xfrm>
        </p:grpSpPr>
        <p:sp>
          <p:nvSpPr>
            <p:cNvPr id="546" name="Google Shape;546;p5"/>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 name="Google Shape;549;p5"/>
          <p:cNvGrpSpPr/>
          <p:nvPr/>
        </p:nvGrpSpPr>
        <p:grpSpPr>
          <a:xfrm flipH="1">
            <a:off x="7051688" y="527275"/>
            <a:ext cx="80675" cy="73725"/>
            <a:chOff x="7502975" y="324575"/>
            <a:chExt cx="80675" cy="73725"/>
          </a:xfrm>
        </p:grpSpPr>
        <p:sp>
          <p:nvSpPr>
            <p:cNvPr id="550" name="Google Shape;550;p5"/>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5"/>
          <p:cNvSpPr/>
          <p:nvPr/>
        </p:nvSpPr>
        <p:spPr>
          <a:xfrm flipH="1">
            <a:off x="6303200" y="15243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
          <p:cNvSpPr/>
          <p:nvPr/>
        </p:nvSpPr>
        <p:spPr>
          <a:xfrm flipH="1">
            <a:off x="7714663" y="1855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 name="Google Shape;557;p5"/>
          <p:cNvGrpSpPr/>
          <p:nvPr/>
        </p:nvGrpSpPr>
        <p:grpSpPr>
          <a:xfrm flipH="1">
            <a:off x="6553663" y="1478875"/>
            <a:ext cx="162450" cy="154525"/>
            <a:chOff x="8676550" y="247000"/>
            <a:chExt cx="162450" cy="154525"/>
          </a:xfrm>
        </p:grpSpPr>
        <p:sp>
          <p:nvSpPr>
            <p:cNvPr id="558" name="Google Shape;558;p5"/>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5"/>
          <p:cNvGrpSpPr/>
          <p:nvPr/>
        </p:nvGrpSpPr>
        <p:grpSpPr>
          <a:xfrm flipH="1">
            <a:off x="6876025" y="1129800"/>
            <a:ext cx="71100" cy="74200"/>
            <a:chOff x="8502650" y="1222725"/>
            <a:chExt cx="71100" cy="74200"/>
          </a:xfrm>
        </p:grpSpPr>
        <p:sp>
          <p:nvSpPr>
            <p:cNvPr id="563" name="Google Shape;563;p5"/>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5"/>
          <p:cNvGrpSpPr/>
          <p:nvPr/>
        </p:nvGrpSpPr>
        <p:grpSpPr>
          <a:xfrm flipH="1">
            <a:off x="7319125" y="445213"/>
            <a:ext cx="157250" cy="160550"/>
            <a:chOff x="7568050" y="747400"/>
            <a:chExt cx="157250" cy="160550"/>
          </a:xfrm>
        </p:grpSpPr>
        <p:sp>
          <p:nvSpPr>
            <p:cNvPr id="568" name="Google Shape;568;p5"/>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5"/>
          <p:cNvGrpSpPr/>
          <p:nvPr/>
        </p:nvGrpSpPr>
        <p:grpSpPr>
          <a:xfrm flipH="1">
            <a:off x="7448063" y="1329438"/>
            <a:ext cx="32825" cy="22950"/>
            <a:chOff x="8097425" y="1383825"/>
            <a:chExt cx="32825" cy="22950"/>
          </a:xfrm>
        </p:grpSpPr>
        <p:sp>
          <p:nvSpPr>
            <p:cNvPr id="573" name="Google Shape;573;p5"/>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 name="Google Shape;577;p5"/>
          <p:cNvGrpSpPr/>
          <p:nvPr/>
        </p:nvGrpSpPr>
        <p:grpSpPr>
          <a:xfrm flipH="1">
            <a:off x="6282288" y="1243300"/>
            <a:ext cx="115950" cy="86125"/>
            <a:chOff x="8839525" y="1569650"/>
            <a:chExt cx="115950" cy="86125"/>
          </a:xfrm>
        </p:grpSpPr>
        <p:sp>
          <p:nvSpPr>
            <p:cNvPr id="578" name="Google Shape;578;p5"/>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5"/>
          <p:cNvGrpSpPr/>
          <p:nvPr/>
        </p:nvGrpSpPr>
        <p:grpSpPr>
          <a:xfrm flipH="1">
            <a:off x="5866713" y="1897288"/>
            <a:ext cx="48150" cy="36350"/>
            <a:chOff x="8512150" y="4124863"/>
            <a:chExt cx="48150" cy="36350"/>
          </a:xfrm>
        </p:grpSpPr>
        <p:sp>
          <p:nvSpPr>
            <p:cNvPr id="581" name="Google Shape;581;p5"/>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5" name="Google Shape;585;p5"/>
          <p:cNvSpPr/>
          <p:nvPr/>
        </p:nvSpPr>
        <p:spPr>
          <a:xfrm flipH="1">
            <a:off x="6226113" y="18572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
          <p:cNvSpPr/>
          <p:nvPr/>
        </p:nvSpPr>
        <p:spPr>
          <a:xfrm flipH="1">
            <a:off x="7335025" y="9117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
          <p:cNvSpPr/>
          <p:nvPr/>
        </p:nvSpPr>
        <p:spPr>
          <a:xfrm flipH="1">
            <a:off x="6612475" y="11703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
          <p:cNvSpPr/>
          <p:nvPr/>
        </p:nvSpPr>
        <p:spPr>
          <a:xfrm flipH="1">
            <a:off x="6867775" y="16241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
          <p:cNvSpPr/>
          <p:nvPr/>
        </p:nvSpPr>
        <p:spPr>
          <a:xfrm flipH="1">
            <a:off x="7262100" y="14788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
          <p:cNvSpPr/>
          <p:nvPr/>
        </p:nvSpPr>
        <p:spPr>
          <a:xfrm flipH="1">
            <a:off x="7153488" y="8260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
          <p:cNvSpPr/>
          <p:nvPr/>
        </p:nvSpPr>
        <p:spPr>
          <a:xfrm flipH="1">
            <a:off x="6398250" y="17116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
          <p:cNvSpPr/>
          <p:nvPr/>
        </p:nvSpPr>
        <p:spPr>
          <a:xfrm flipH="1">
            <a:off x="7813488" y="3724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
          <p:cNvSpPr/>
          <p:nvPr/>
        </p:nvSpPr>
        <p:spPr>
          <a:xfrm flipH="1">
            <a:off x="7805838" y="3626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
          <p:cNvSpPr/>
          <p:nvPr/>
        </p:nvSpPr>
        <p:spPr>
          <a:xfrm flipH="1">
            <a:off x="7812938" y="2951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
          <p:cNvSpPr/>
          <p:nvPr/>
        </p:nvSpPr>
        <p:spPr>
          <a:xfrm flipH="1">
            <a:off x="6689263" y="7926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
          <p:cNvSpPr/>
          <p:nvPr/>
        </p:nvSpPr>
        <p:spPr>
          <a:xfrm>
            <a:off x="7224063" y="11219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
          <p:cNvSpPr/>
          <p:nvPr/>
        </p:nvSpPr>
        <p:spPr>
          <a:xfrm>
            <a:off x="7567163" y="5120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
          <p:cNvSpPr/>
          <p:nvPr/>
        </p:nvSpPr>
        <p:spPr>
          <a:xfrm>
            <a:off x="7488388" y="752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
          <p:cNvSpPr/>
          <p:nvPr/>
        </p:nvSpPr>
        <p:spPr>
          <a:xfrm>
            <a:off x="6035338" y="19501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
          <p:cNvSpPr/>
          <p:nvPr/>
        </p:nvSpPr>
        <p:spPr>
          <a:xfrm flipH="1">
            <a:off x="6022150" y="17473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
          <p:cNvSpPr/>
          <p:nvPr/>
        </p:nvSpPr>
        <p:spPr>
          <a:xfrm flipH="1">
            <a:off x="8378613" y="6255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
          <p:cNvSpPr/>
          <p:nvPr/>
        </p:nvSpPr>
        <p:spPr>
          <a:xfrm rot="10800000" flipH="1">
            <a:off x="8337350" y="164688"/>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 name="Google Shape;603;p5"/>
          <p:cNvGrpSpPr/>
          <p:nvPr/>
        </p:nvGrpSpPr>
        <p:grpSpPr>
          <a:xfrm rot="10800000" flipH="1">
            <a:off x="7868588" y="780725"/>
            <a:ext cx="76300" cy="134575"/>
            <a:chOff x="8292650" y="153875"/>
            <a:chExt cx="76300" cy="134575"/>
          </a:xfrm>
        </p:grpSpPr>
        <p:sp>
          <p:nvSpPr>
            <p:cNvPr id="604" name="Google Shape;604;p5"/>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5"/>
          <p:cNvSpPr/>
          <p:nvPr/>
        </p:nvSpPr>
        <p:spPr>
          <a:xfrm rot="10800000" flipH="1">
            <a:off x="7692013" y="605375"/>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
          <p:cNvSpPr/>
          <p:nvPr/>
        </p:nvSpPr>
        <p:spPr>
          <a:xfrm rot="10800000" flipH="1">
            <a:off x="7752088" y="56096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5"/>
          <p:cNvGrpSpPr/>
          <p:nvPr/>
        </p:nvGrpSpPr>
        <p:grpSpPr>
          <a:xfrm rot="10800000">
            <a:off x="8400988" y="453513"/>
            <a:ext cx="39675" cy="33500"/>
            <a:chOff x="1171975" y="3874200"/>
            <a:chExt cx="39675" cy="33500"/>
          </a:xfrm>
        </p:grpSpPr>
        <p:sp>
          <p:nvSpPr>
            <p:cNvPr id="610" name="Google Shape;610;p5"/>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5"/>
          <p:cNvSpPr/>
          <p:nvPr/>
        </p:nvSpPr>
        <p:spPr>
          <a:xfrm rot="10800000" flipH="1">
            <a:off x="8092113" y="550238"/>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
          <p:cNvSpPr/>
          <p:nvPr/>
        </p:nvSpPr>
        <p:spPr>
          <a:xfrm rot="10800000" flipH="1">
            <a:off x="7421863" y="9954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5"/>
          <p:cNvGrpSpPr/>
          <p:nvPr/>
        </p:nvGrpSpPr>
        <p:grpSpPr>
          <a:xfrm rot="10800000">
            <a:off x="8766288" y="186800"/>
            <a:ext cx="33675" cy="35675"/>
            <a:chOff x="4304250" y="4768863"/>
            <a:chExt cx="33675" cy="35675"/>
          </a:xfrm>
        </p:grpSpPr>
        <p:sp>
          <p:nvSpPr>
            <p:cNvPr id="618" name="Google Shape;618;p5"/>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 name="Google Shape;621;p5"/>
          <p:cNvGrpSpPr/>
          <p:nvPr/>
        </p:nvGrpSpPr>
        <p:grpSpPr>
          <a:xfrm rot="10800000">
            <a:off x="8059413" y="199300"/>
            <a:ext cx="123900" cy="117750"/>
            <a:chOff x="4877375" y="4089763"/>
            <a:chExt cx="123900" cy="117750"/>
          </a:xfrm>
        </p:grpSpPr>
        <p:sp>
          <p:nvSpPr>
            <p:cNvPr id="622" name="Google Shape;622;p5"/>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7" name="Google Shape;627;p5"/>
          <p:cNvSpPr/>
          <p:nvPr/>
        </p:nvSpPr>
        <p:spPr>
          <a:xfrm rot="10800000" flipH="1">
            <a:off x="5397100" y="2076950"/>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
          <p:cNvSpPr/>
          <p:nvPr/>
        </p:nvSpPr>
        <p:spPr>
          <a:xfrm rot="10800000" flipH="1">
            <a:off x="2997500" y="44313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
          <p:cNvSpPr/>
          <p:nvPr/>
        </p:nvSpPr>
        <p:spPr>
          <a:xfrm flipH="1">
            <a:off x="4294575" y="367306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
          <p:cNvSpPr/>
          <p:nvPr/>
        </p:nvSpPr>
        <p:spPr>
          <a:xfrm flipH="1">
            <a:off x="3832888" y="48120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
          <p:cNvSpPr/>
          <p:nvPr/>
        </p:nvSpPr>
        <p:spPr>
          <a:xfrm flipH="1">
            <a:off x="4038975" y="3742513"/>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
          <p:cNvSpPr/>
          <p:nvPr/>
        </p:nvSpPr>
        <p:spPr>
          <a:xfrm rot="10800000" flipH="1">
            <a:off x="2988025" y="43500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5"/>
          <p:cNvGrpSpPr/>
          <p:nvPr/>
        </p:nvGrpSpPr>
        <p:grpSpPr>
          <a:xfrm rot="10800000" flipH="1">
            <a:off x="2041088" y="4623413"/>
            <a:ext cx="162450" cy="154525"/>
            <a:chOff x="8676550" y="247000"/>
            <a:chExt cx="162450" cy="154525"/>
          </a:xfrm>
        </p:grpSpPr>
        <p:sp>
          <p:nvSpPr>
            <p:cNvPr id="634" name="Google Shape;634;p5"/>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 name="Google Shape;638;p5"/>
          <p:cNvGrpSpPr/>
          <p:nvPr/>
        </p:nvGrpSpPr>
        <p:grpSpPr>
          <a:xfrm rot="10800000" flipH="1">
            <a:off x="4083338" y="3916738"/>
            <a:ext cx="119250" cy="106125"/>
            <a:chOff x="8527250" y="1363000"/>
            <a:chExt cx="119250" cy="106125"/>
          </a:xfrm>
        </p:grpSpPr>
        <p:sp>
          <p:nvSpPr>
            <p:cNvPr id="639" name="Google Shape;639;p5"/>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3" name="Google Shape;643;p5"/>
          <p:cNvSpPr/>
          <p:nvPr/>
        </p:nvSpPr>
        <p:spPr>
          <a:xfrm rot="10800000" flipH="1">
            <a:off x="4615413" y="351241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
          <p:cNvSpPr/>
          <p:nvPr/>
        </p:nvSpPr>
        <p:spPr>
          <a:xfrm rot="10800000" flipH="1">
            <a:off x="3817913" y="4359563"/>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
          <p:cNvSpPr/>
          <p:nvPr/>
        </p:nvSpPr>
        <p:spPr>
          <a:xfrm rot="10800000" flipH="1">
            <a:off x="3917800" y="43536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
          <p:cNvSpPr/>
          <p:nvPr/>
        </p:nvSpPr>
        <p:spPr>
          <a:xfrm rot="10800000" flipH="1">
            <a:off x="3924075" y="43613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
          <p:cNvSpPr/>
          <p:nvPr/>
        </p:nvSpPr>
        <p:spPr>
          <a:xfrm rot="10800000" flipH="1">
            <a:off x="3898650" y="43460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
          <p:cNvSpPr/>
          <p:nvPr/>
        </p:nvSpPr>
        <p:spPr>
          <a:xfrm rot="10800000" flipH="1">
            <a:off x="3917250" y="435478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
          <p:cNvSpPr/>
          <p:nvPr/>
        </p:nvSpPr>
        <p:spPr>
          <a:xfrm rot="10800000" flipH="1">
            <a:off x="3925725" y="437228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
          <p:cNvSpPr/>
          <p:nvPr/>
        </p:nvSpPr>
        <p:spPr>
          <a:xfrm rot="10800000" flipH="1">
            <a:off x="3905500" y="435206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5"/>
          <p:cNvGrpSpPr/>
          <p:nvPr/>
        </p:nvGrpSpPr>
        <p:grpSpPr>
          <a:xfrm rot="10800000" flipH="1">
            <a:off x="8694350" y="638413"/>
            <a:ext cx="71950" cy="81225"/>
            <a:chOff x="8764175" y="4911563"/>
            <a:chExt cx="71950" cy="81225"/>
          </a:xfrm>
        </p:grpSpPr>
        <p:sp>
          <p:nvSpPr>
            <p:cNvPr id="652" name="Google Shape;652;p5"/>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5"/>
          <p:cNvGrpSpPr/>
          <p:nvPr/>
        </p:nvGrpSpPr>
        <p:grpSpPr>
          <a:xfrm rot="10800000" flipH="1">
            <a:off x="3923475" y="3607663"/>
            <a:ext cx="61825" cy="42450"/>
            <a:chOff x="4695825" y="4574513"/>
            <a:chExt cx="61825" cy="42450"/>
          </a:xfrm>
        </p:grpSpPr>
        <p:sp>
          <p:nvSpPr>
            <p:cNvPr id="658" name="Google Shape;658;p5"/>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5"/>
          <p:cNvSpPr/>
          <p:nvPr/>
        </p:nvSpPr>
        <p:spPr>
          <a:xfrm rot="10800000" flipH="1">
            <a:off x="2570350" y="44275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
          <p:cNvSpPr/>
          <p:nvPr/>
        </p:nvSpPr>
        <p:spPr>
          <a:xfrm rot="10800000" flipH="1">
            <a:off x="5777000" y="2030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
          <p:cNvSpPr/>
          <p:nvPr/>
        </p:nvSpPr>
        <p:spPr>
          <a:xfrm rot="10800000" flipH="1">
            <a:off x="2770763" y="45414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6" name="Google Shape;666;p5"/>
          <p:cNvGrpSpPr/>
          <p:nvPr/>
        </p:nvGrpSpPr>
        <p:grpSpPr>
          <a:xfrm rot="10800000" flipH="1">
            <a:off x="2363863" y="4841075"/>
            <a:ext cx="27650" cy="21975"/>
            <a:chOff x="8820375" y="1023600"/>
            <a:chExt cx="27650" cy="21975"/>
          </a:xfrm>
        </p:grpSpPr>
        <p:sp>
          <p:nvSpPr>
            <p:cNvPr id="667" name="Google Shape;667;p5"/>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 name="Google Shape;672;p5"/>
          <p:cNvGrpSpPr/>
          <p:nvPr/>
        </p:nvGrpSpPr>
        <p:grpSpPr>
          <a:xfrm rot="10800000" flipH="1">
            <a:off x="3707538" y="3871850"/>
            <a:ext cx="55825" cy="44400"/>
            <a:chOff x="8347600" y="1441475"/>
            <a:chExt cx="55825" cy="44400"/>
          </a:xfrm>
        </p:grpSpPr>
        <p:sp>
          <p:nvSpPr>
            <p:cNvPr id="673" name="Google Shape;673;p5"/>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5"/>
          <p:cNvGrpSpPr/>
          <p:nvPr/>
        </p:nvGrpSpPr>
        <p:grpSpPr>
          <a:xfrm rot="10800000" flipH="1">
            <a:off x="3677350" y="4663800"/>
            <a:ext cx="80675" cy="73725"/>
            <a:chOff x="7502975" y="324575"/>
            <a:chExt cx="80675" cy="73725"/>
          </a:xfrm>
        </p:grpSpPr>
        <p:sp>
          <p:nvSpPr>
            <p:cNvPr id="677" name="Google Shape;677;p5"/>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5"/>
          <p:cNvGrpSpPr/>
          <p:nvPr/>
        </p:nvGrpSpPr>
        <p:grpSpPr>
          <a:xfrm rot="10800000" flipH="1">
            <a:off x="3862588" y="4060800"/>
            <a:ext cx="71100" cy="74200"/>
            <a:chOff x="8502650" y="1222725"/>
            <a:chExt cx="71100" cy="74200"/>
          </a:xfrm>
        </p:grpSpPr>
        <p:sp>
          <p:nvSpPr>
            <p:cNvPr id="683" name="Google Shape;683;p5"/>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 name="Google Shape;687;p5"/>
          <p:cNvGrpSpPr/>
          <p:nvPr/>
        </p:nvGrpSpPr>
        <p:grpSpPr>
          <a:xfrm rot="10800000" flipH="1">
            <a:off x="2995750" y="4620400"/>
            <a:ext cx="157250" cy="160550"/>
            <a:chOff x="7568050" y="747400"/>
            <a:chExt cx="157250" cy="160550"/>
          </a:xfrm>
        </p:grpSpPr>
        <p:sp>
          <p:nvSpPr>
            <p:cNvPr id="688" name="Google Shape;688;p5"/>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692;p5"/>
          <p:cNvGrpSpPr/>
          <p:nvPr/>
        </p:nvGrpSpPr>
        <p:grpSpPr>
          <a:xfrm rot="10800000" flipH="1">
            <a:off x="3328825" y="3912413"/>
            <a:ext cx="32825" cy="22950"/>
            <a:chOff x="8097425" y="1383825"/>
            <a:chExt cx="32825" cy="22950"/>
          </a:xfrm>
        </p:grpSpPr>
        <p:sp>
          <p:nvSpPr>
            <p:cNvPr id="693" name="Google Shape;693;p5"/>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
          <p:cNvSpPr/>
          <p:nvPr/>
        </p:nvSpPr>
        <p:spPr>
          <a:xfrm rot="10800000" flipH="1">
            <a:off x="2543163" y="46631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
          <p:cNvSpPr/>
          <p:nvPr/>
        </p:nvSpPr>
        <p:spPr>
          <a:xfrm rot="10800000" flipH="1">
            <a:off x="3422788" y="43082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
          <p:cNvSpPr/>
          <p:nvPr/>
        </p:nvSpPr>
        <p:spPr>
          <a:xfrm rot="10800000" flipH="1">
            <a:off x="1917513" y="47459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
          <p:cNvSpPr/>
          <p:nvPr/>
        </p:nvSpPr>
        <p:spPr>
          <a:xfrm rot="10800000" flipH="1">
            <a:off x="2297988" y="45868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5"/>
          <p:cNvSpPr/>
          <p:nvPr/>
        </p:nvSpPr>
        <p:spPr>
          <a:xfrm rot="10800000" flipH="1">
            <a:off x="1642163" y="4794713"/>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5"/>
          <p:cNvSpPr/>
          <p:nvPr/>
        </p:nvSpPr>
        <p:spPr>
          <a:xfrm rot="10800000" flipH="1">
            <a:off x="3621475" y="43812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5"/>
          <p:cNvSpPr/>
          <p:nvPr/>
        </p:nvSpPr>
        <p:spPr>
          <a:xfrm rot="10800000" flipH="1">
            <a:off x="3153000" y="4192075"/>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
          <p:cNvSpPr/>
          <p:nvPr/>
        </p:nvSpPr>
        <p:spPr>
          <a:xfrm rot="10800000">
            <a:off x="3547625" y="41045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
          <p:cNvSpPr/>
          <p:nvPr/>
        </p:nvSpPr>
        <p:spPr>
          <a:xfrm rot="10800000">
            <a:off x="3284700" y="46481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
          <p:cNvSpPr/>
          <p:nvPr/>
        </p:nvSpPr>
        <p:spPr>
          <a:xfrm rot="10800000">
            <a:off x="3307225" y="44995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
          <p:cNvSpPr/>
          <p:nvPr/>
        </p:nvSpPr>
        <p:spPr>
          <a:xfrm rot="10800000">
            <a:off x="3453775" y="48173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8" name="Google Shape;708;p5"/>
          <p:cNvGrpSpPr/>
          <p:nvPr/>
        </p:nvGrpSpPr>
        <p:grpSpPr>
          <a:xfrm rot="10800000" flipH="1">
            <a:off x="8262413" y="932513"/>
            <a:ext cx="42425" cy="60175"/>
            <a:chOff x="8695963" y="2344700"/>
            <a:chExt cx="42425" cy="60175"/>
          </a:xfrm>
        </p:grpSpPr>
        <p:sp>
          <p:nvSpPr>
            <p:cNvPr id="709" name="Google Shape;709;p5"/>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 name="Google Shape;711;p5"/>
          <p:cNvGrpSpPr/>
          <p:nvPr/>
        </p:nvGrpSpPr>
        <p:grpSpPr>
          <a:xfrm rot="-9237154">
            <a:off x="8912329" y="382496"/>
            <a:ext cx="203468" cy="175544"/>
            <a:chOff x="292325" y="4360000"/>
            <a:chExt cx="203475" cy="175550"/>
          </a:xfrm>
        </p:grpSpPr>
        <p:sp>
          <p:nvSpPr>
            <p:cNvPr id="712" name="Google Shape;712;p5"/>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5"/>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5"/>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6" name="Google Shape;716;p5"/>
          <p:cNvSpPr/>
          <p:nvPr/>
        </p:nvSpPr>
        <p:spPr>
          <a:xfrm rot="10800000">
            <a:off x="8973725" y="749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4"/>
        <p:cNvGrpSpPr/>
        <p:nvPr/>
      </p:nvGrpSpPr>
      <p:grpSpPr>
        <a:xfrm>
          <a:off x="0" y="0"/>
          <a:ext cx="0" cy="0"/>
          <a:chOff x="0" y="0"/>
          <a:chExt cx="0" cy="0"/>
        </a:xfrm>
      </p:grpSpPr>
      <p:sp>
        <p:nvSpPr>
          <p:cNvPr id="895" name="Google Shape;895;p7"/>
          <p:cNvSpPr txBox="1">
            <a:spLocks noGrp="1"/>
          </p:cNvSpPr>
          <p:nvPr>
            <p:ph type="title"/>
          </p:nvPr>
        </p:nvSpPr>
        <p:spPr>
          <a:xfrm>
            <a:off x="720000" y="1234600"/>
            <a:ext cx="3555900" cy="108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6" name="Google Shape;896;p7"/>
          <p:cNvSpPr txBox="1">
            <a:spLocks noGrp="1"/>
          </p:cNvSpPr>
          <p:nvPr>
            <p:ph type="subTitle" idx="1"/>
          </p:nvPr>
        </p:nvSpPr>
        <p:spPr>
          <a:xfrm>
            <a:off x="720000" y="2615308"/>
            <a:ext cx="2984400" cy="129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897" name="Google Shape;897;p7"/>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8" name="Google Shape;898;p7"/>
          <p:cNvGrpSpPr/>
          <p:nvPr/>
        </p:nvGrpSpPr>
        <p:grpSpPr>
          <a:xfrm>
            <a:off x="4561463" y="55900"/>
            <a:ext cx="4524615" cy="4888838"/>
            <a:chOff x="4561463" y="55900"/>
            <a:chExt cx="4524615" cy="4888838"/>
          </a:xfrm>
        </p:grpSpPr>
        <p:grpSp>
          <p:nvGrpSpPr>
            <p:cNvPr id="899" name="Google Shape;899;p7"/>
            <p:cNvGrpSpPr/>
            <p:nvPr/>
          </p:nvGrpSpPr>
          <p:grpSpPr>
            <a:xfrm rot="10800000" flipH="1">
              <a:off x="8697305" y="1838975"/>
              <a:ext cx="55825" cy="44400"/>
              <a:chOff x="8347600" y="1441475"/>
              <a:chExt cx="55825" cy="44400"/>
            </a:xfrm>
          </p:grpSpPr>
          <p:sp>
            <p:nvSpPr>
              <p:cNvPr id="900" name="Google Shape;900;p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7"/>
            <p:cNvGrpSpPr/>
            <p:nvPr/>
          </p:nvGrpSpPr>
          <p:grpSpPr>
            <a:xfrm rot="10800000" flipH="1">
              <a:off x="8819517" y="2630925"/>
              <a:ext cx="80675" cy="73725"/>
              <a:chOff x="7502975" y="324575"/>
              <a:chExt cx="80675" cy="73725"/>
            </a:xfrm>
          </p:grpSpPr>
          <p:sp>
            <p:nvSpPr>
              <p:cNvPr id="904" name="Google Shape;904;p7"/>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7"/>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7"/>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7"/>
            <p:cNvGrpSpPr/>
            <p:nvPr/>
          </p:nvGrpSpPr>
          <p:grpSpPr>
            <a:xfrm rot="10800000" flipH="1">
              <a:off x="8835205" y="1616413"/>
              <a:ext cx="162450" cy="154525"/>
              <a:chOff x="8676550" y="247000"/>
              <a:chExt cx="162450" cy="154525"/>
            </a:xfrm>
          </p:grpSpPr>
          <p:sp>
            <p:nvSpPr>
              <p:cNvPr id="910" name="Google Shape;910;p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 name="Google Shape;914;p7"/>
            <p:cNvGrpSpPr/>
            <p:nvPr/>
          </p:nvGrpSpPr>
          <p:grpSpPr>
            <a:xfrm rot="10800000" flipH="1">
              <a:off x="9004755" y="2027925"/>
              <a:ext cx="71100" cy="74200"/>
              <a:chOff x="8502650" y="1222725"/>
              <a:chExt cx="71100" cy="74200"/>
            </a:xfrm>
          </p:grpSpPr>
          <p:sp>
            <p:nvSpPr>
              <p:cNvPr id="915" name="Google Shape;915;p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 name="Google Shape;919;p7"/>
            <p:cNvGrpSpPr/>
            <p:nvPr/>
          </p:nvGrpSpPr>
          <p:grpSpPr>
            <a:xfrm rot="10800000" flipH="1">
              <a:off x="7760730" y="1033300"/>
              <a:ext cx="157250" cy="160550"/>
              <a:chOff x="7568050" y="747400"/>
              <a:chExt cx="157250" cy="160550"/>
            </a:xfrm>
          </p:grpSpPr>
          <p:sp>
            <p:nvSpPr>
              <p:cNvPr id="920" name="Google Shape;920;p7"/>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7"/>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7"/>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7"/>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 name="Google Shape;924;p7"/>
            <p:cNvGrpSpPr/>
            <p:nvPr/>
          </p:nvGrpSpPr>
          <p:grpSpPr>
            <a:xfrm rot="10800000" flipH="1">
              <a:off x="7580267" y="671275"/>
              <a:ext cx="32825" cy="22950"/>
              <a:chOff x="8097425" y="1383825"/>
              <a:chExt cx="32825" cy="22950"/>
            </a:xfrm>
          </p:grpSpPr>
          <p:sp>
            <p:nvSpPr>
              <p:cNvPr id="925" name="Google Shape;925;p7"/>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9" name="Google Shape;929;p7"/>
            <p:cNvSpPr/>
            <p:nvPr/>
          </p:nvSpPr>
          <p:spPr>
            <a:xfrm rot="10800000" flipH="1">
              <a:off x="8564955" y="22753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7"/>
            <p:cNvSpPr/>
            <p:nvPr/>
          </p:nvSpPr>
          <p:spPr>
            <a:xfrm rot="10800000" flipH="1">
              <a:off x="6911180" y="97951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7"/>
            <p:cNvSpPr/>
            <p:nvPr/>
          </p:nvSpPr>
          <p:spPr>
            <a:xfrm rot="10800000" flipH="1">
              <a:off x="8469780" y="1543550"/>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7"/>
            <p:cNvSpPr/>
            <p:nvPr/>
          </p:nvSpPr>
          <p:spPr>
            <a:xfrm rot="10800000" flipH="1">
              <a:off x="8560955" y="281101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7"/>
            <p:cNvSpPr/>
            <p:nvPr/>
          </p:nvSpPr>
          <p:spPr>
            <a:xfrm rot="10800000" flipH="1">
              <a:off x="7967192" y="4127975"/>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7"/>
            <p:cNvSpPr/>
            <p:nvPr/>
          </p:nvSpPr>
          <p:spPr>
            <a:xfrm rot="10800000" flipH="1">
              <a:off x="8366842" y="191426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7"/>
            <p:cNvSpPr/>
            <p:nvPr/>
          </p:nvSpPr>
          <p:spPr>
            <a:xfrm rot="10800000">
              <a:off x="8765992" y="207165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7"/>
            <p:cNvSpPr/>
            <p:nvPr/>
          </p:nvSpPr>
          <p:spPr>
            <a:xfrm rot="10800000">
              <a:off x="8426867" y="26152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7"/>
            <p:cNvSpPr/>
            <p:nvPr/>
          </p:nvSpPr>
          <p:spPr>
            <a:xfrm rot="10800000">
              <a:off x="8449392" y="2466663"/>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7"/>
            <p:cNvSpPr/>
            <p:nvPr/>
          </p:nvSpPr>
          <p:spPr>
            <a:xfrm rot="10800000">
              <a:off x="9053142" y="29369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7"/>
            <p:cNvSpPr/>
            <p:nvPr/>
          </p:nvSpPr>
          <p:spPr>
            <a:xfrm rot="8655191" flipH="1">
              <a:off x="6739889" y="415725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7"/>
            <p:cNvGrpSpPr/>
            <p:nvPr/>
          </p:nvGrpSpPr>
          <p:grpSpPr>
            <a:xfrm rot="10800000" flipH="1">
              <a:off x="8451116" y="3317416"/>
              <a:ext cx="69586" cy="73623"/>
              <a:chOff x="175149" y="495436"/>
              <a:chExt cx="69586" cy="73623"/>
            </a:xfrm>
          </p:grpSpPr>
          <p:sp>
            <p:nvSpPr>
              <p:cNvPr id="941" name="Google Shape;941;p7"/>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7"/>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7"/>
            <p:cNvGrpSpPr/>
            <p:nvPr/>
          </p:nvGrpSpPr>
          <p:grpSpPr>
            <a:xfrm rot="10800000" flipH="1">
              <a:off x="8271447" y="1616417"/>
              <a:ext cx="35279" cy="33988"/>
              <a:chOff x="88792" y="761095"/>
              <a:chExt cx="35279" cy="33988"/>
            </a:xfrm>
          </p:grpSpPr>
          <p:sp>
            <p:nvSpPr>
              <p:cNvPr id="944" name="Google Shape;944;p7"/>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7"/>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7"/>
            <p:cNvGrpSpPr/>
            <p:nvPr/>
          </p:nvGrpSpPr>
          <p:grpSpPr>
            <a:xfrm rot="8655191" flipH="1">
              <a:off x="6585430" y="976779"/>
              <a:ext cx="55825" cy="44400"/>
              <a:chOff x="8347600" y="1441475"/>
              <a:chExt cx="55825" cy="44400"/>
            </a:xfrm>
          </p:grpSpPr>
          <p:sp>
            <p:nvSpPr>
              <p:cNvPr id="948" name="Google Shape;948;p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7"/>
            <p:cNvGrpSpPr/>
            <p:nvPr/>
          </p:nvGrpSpPr>
          <p:grpSpPr>
            <a:xfrm rot="8655191" flipH="1">
              <a:off x="8757506" y="2998932"/>
              <a:ext cx="71099" cy="74199"/>
              <a:chOff x="8502650" y="1222725"/>
              <a:chExt cx="71100" cy="74200"/>
            </a:xfrm>
          </p:grpSpPr>
          <p:sp>
            <p:nvSpPr>
              <p:cNvPr id="952" name="Google Shape;952;p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6" name="Google Shape;956;p7"/>
            <p:cNvSpPr/>
            <p:nvPr/>
          </p:nvSpPr>
          <p:spPr>
            <a:xfrm rot="8655191" flipH="1">
              <a:off x="6945163" y="4390418"/>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7"/>
            <p:cNvSpPr/>
            <p:nvPr/>
          </p:nvSpPr>
          <p:spPr>
            <a:xfrm rot="8655191" flipH="1">
              <a:off x="8169278" y="1271055"/>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7"/>
            <p:cNvSpPr/>
            <p:nvPr/>
          </p:nvSpPr>
          <p:spPr>
            <a:xfrm rot="8655191" flipH="1">
              <a:off x="8580895" y="3104176"/>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7"/>
            <p:cNvSpPr/>
            <p:nvPr/>
          </p:nvSpPr>
          <p:spPr>
            <a:xfrm rot="8655191" flipH="1">
              <a:off x="7402799" y="4307179"/>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7"/>
            <p:cNvSpPr/>
            <p:nvPr/>
          </p:nvSpPr>
          <p:spPr>
            <a:xfrm rot="8655191" flipH="1">
              <a:off x="7055066" y="4201227"/>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7"/>
            <p:cNvSpPr/>
            <p:nvPr/>
          </p:nvSpPr>
          <p:spPr>
            <a:xfrm rot="8655191" flipH="1">
              <a:off x="7708961" y="4512355"/>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7"/>
            <p:cNvSpPr/>
            <p:nvPr/>
          </p:nvSpPr>
          <p:spPr>
            <a:xfrm rot="10800000">
              <a:off x="8150792" y="2216238"/>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7"/>
            <p:cNvSpPr/>
            <p:nvPr/>
          </p:nvSpPr>
          <p:spPr>
            <a:xfrm rot="10800000">
              <a:off x="7427692" y="458381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4" name="Google Shape;964;p7"/>
            <p:cNvGrpSpPr/>
            <p:nvPr/>
          </p:nvGrpSpPr>
          <p:grpSpPr>
            <a:xfrm rot="10800000" flipH="1">
              <a:off x="6006342" y="1150850"/>
              <a:ext cx="28475" cy="22300"/>
              <a:chOff x="117600" y="5032275"/>
              <a:chExt cx="28475" cy="22300"/>
            </a:xfrm>
          </p:grpSpPr>
          <p:sp>
            <p:nvSpPr>
              <p:cNvPr id="965" name="Google Shape;965;p7"/>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7"/>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7"/>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7"/>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9" name="Google Shape;969;p7"/>
            <p:cNvSpPr/>
            <p:nvPr/>
          </p:nvSpPr>
          <p:spPr>
            <a:xfrm rot="-5400000">
              <a:off x="8892053" y="4092186"/>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0" name="Google Shape;970;p7"/>
            <p:cNvGrpSpPr/>
            <p:nvPr/>
          </p:nvGrpSpPr>
          <p:grpSpPr>
            <a:xfrm rot="10800000">
              <a:off x="8915117" y="3634450"/>
              <a:ext cx="48150" cy="57350"/>
              <a:chOff x="4803550" y="4379313"/>
              <a:chExt cx="48150" cy="57350"/>
            </a:xfrm>
          </p:grpSpPr>
          <p:sp>
            <p:nvSpPr>
              <p:cNvPr id="971" name="Google Shape;971;p7"/>
              <p:cNvSpPr/>
              <p:nvPr/>
            </p:nvSpPr>
            <p:spPr>
              <a:xfrm>
                <a:off x="4844300" y="4393163"/>
                <a:ext cx="825" cy="300"/>
              </a:xfrm>
              <a:custGeom>
                <a:avLst/>
                <a:gdLst/>
                <a:ahLst/>
                <a:cxnLst/>
                <a:rect l="l" t="t" r="r" b="b"/>
                <a:pathLst>
                  <a:path w="33" h="12" extrusionOk="0">
                    <a:moveTo>
                      <a:pt x="0" y="0"/>
                    </a:moveTo>
                    <a:lnTo>
                      <a:pt x="28" y="10"/>
                    </a:lnTo>
                    <a:lnTo>
                      <a:pt x="28" y="10"/>
                    </a:lnTo>
                    <a:cubicBezTo>
                      <a:pt x="27" y="7"/>
                      <a:pt x="33" y="0"/>
                      <a:pt x="33" y="0"/>
                    </a:cubicBezTo>
                    <a:close/>
                    <a:moveTo>
                      <a:pt x="28" y="10"/>
                    </a:moveTo>
                    <a:cubicBezTo>
                      <a:pt x="29" y="11"/>
                      <a:pt x="30" y="11"/>
                      <a:pt x="33" y="11"/>
                    </a:cubicBezTo>
                    <a:lnTo>
                      <a:pt x="28" y="1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7"/>
              <p:cNvSpPr/>
              <p:nvPr/>
            </p:nvSpPr>
            <p:spPr>
              <a:xfrm>
                <a:off x="4847850" y="4390688"/>
                <a:ext cx="25" cy="25"/>
              </a:xfrm>
              <a:custGeom>
                <a:avLst/>
                <a:gdLst/>
                <a:ahLst/>
                <a:cxnLst/>
                <a:rect l="l" t="t" r="r" b="b"/>
                <a:pathLst>
                  <a:path w="1" h="1" extrusionOk="0">
                    <a:moveTo>
                      <a:pt x="0" y="1"/>
                    </a:move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7"/>
              <p:cNvSpPr/>
              <p:nvPr/>
            </p:nvSpPr>
            <p:spPr>
              <a:xfrm>
                <a:off x="4803550" y="4379313"/>
                <a:ext cx="48150" cy="57350"/>
              </a:xfrm>
              <a:custGeom>
                <a:avLst/>
                <a:gdLst/>
                <a:ahLst/>
                <a:cxnLst/>
                <a:rect l="l" t="t" r="r" b="b"/>
                <a:pathLst>
                  <a:path w="1926" h="2294" extrusionOk="0">
                    <a:moveTo>
                      <a:pt x="1138" y="193"/>
                    </a:moveTo>
                    <a:cubicBezTo>
                      <a:pt x="1149" y="193"/>
                      <a:pt x="1171" y="204"/>
                      <a:pt x="1193" y="226"/>
                    </a:cubicBezTo>
                    <a:cubicBezTo>
                      <a:pt x="1215" y="237"/>
                      <a:pt x="1236" y="270"/>
                      <a:pt x="1269" y="303"/>
                    </a:cubicBezTo>
                    <a:cubicBezTo>
                      <a:pt x="1324" y="336"/>
                      <a:pt x="1368" y="401"/>
                      <a:pt x="1433" y="456"/>
                    </a:cubicBezTo>
                    <a:lnTo>
                      <a:pt x="1455" y="467"/>
                    </a:lnTo>
                    <a:cubicBezTo>
                      <a:pt x="1477" y="478"/>
                      <a:pt x="1499" y="489"/>
                      <a:pt x="1521" y="500"/>
                    </a:cubicBezTo>
                    <a:cubicBezTo>
                      <a:pt x="1532" y="500"/>
                      <a:pt x="1554" y="511"/>
                      <a:pt x="1565" y="521"/>
                    </a:cubicBezTo>
                    <a:cubicBezTo>
                      <a:pt x="1575" y="521"/>
                      <a:pt x="1586" y="532"/>
                      <a:pt x="1597" y="543"/>
                    </a:cubicBezTo>
                    <a:lnTo>
                      <a:pt x="1619" y="554"/>
                    </a:lnTo>
                    <a:lnTo>
                      <a:pt x="1652" y="554"/>
                    </a:lnTo>
                    <a:cubicBezTo>
                      <a:pt x="1652" y="554"/>
                      <a:pt x="1652" y="565"/>
                      <a:pt x="1652" y="565"/>
                    </a:cubicBezTo>
                    <a:cubicBezTo>
                      <a:pt x="1674" y="576"/>
                      <a:pt x="1685" y="576"/>
                      <a:pt x="1696" y="587"/>
                    </a:cubicBezTo>
                    <a:cubicBezTo>
                      <a:pt x="1718" y="609"/>
                      <a:pt x="1750" y="631"/>
                      <a:pt x="1772" y="653"/>
                    </a:cubicBezTo>
                    <a:cubicBezTo>
                      <a:pt x="1783" y="664"/>
                      <a:pt x="1772" y="664"/>
                      <a:pt x="1783" y="675"/>
                    </a:cubicBezTo>
                    <a:cubicBezTo>
                      <a:pt x="1783" y="686"/>
                      <a:pt x="1772" y="707"/>
                      <a:pt x="1783" y="718"/>
                    </a:cubicBezTo>
                    <a:cubicBezTo>
                      <a:pt x="1772" y="718"/>
                      <a:pt x="1772" y="729"/>
                      <a:pt x="1761" y="729"/>
                    </a:cubicBezTo>
                    <a:cubicBezTo>
                      <a:pt x="1761" y="740"/>
                      <a:pt x="1750" y="729"/>
                      <a:pt x="1761" y="751"/>
                    </a:cubicBezTo>
                    <a:lnTo>
                      <a:pt x="1718" y="751"/>
                    </a:lnTo>
                    <a:cubicBezTo>
                      <a:pt x="1707" y="729"/>
                      <a:pt x="1685" y="707"/>
                      <a:pt x="1674" y="686"/>
                    </a:cubicBezTo>
                    <a:lnTo>
                      <a:pt x="1674" y="686"/>
                    </a:lnTo>
                    <a:cubicBezTo>
                      <a:pt x="1674" y="707"/>
                      <a:pt x="1685" y="729"/>
                      <a:pt x="1685" y="751"/>
                    </a:cubicBezTo>
                    <a:cubicBezTo>
                      <a:pt x="1685" y="806"/>
                      <a:pt x="1696" y="850"/>
                      <a:pt x="1707" y="904"/>
                    </a:cubicBezTo>
                    <a:cubicBezTo>
                      <a:pt x="1707" y="1036"/>
                      <a:pt x="1696" y="1178"/>
                      <a:pt x="1674" y="1309"/>
                    </a:cubicBezTo>
                    <a:cubicBezTo>
                      <a:pt x="1674" y="1353"/>
                      <a:pt x="1663" y="1396"/>
                      <a:pt x="1652" y="1451"/>
                    </a:cubicBezTo>
                    <a:lnTo>
                      <a:pt x="1652" y="1462"/>
                    </a:lnTo>
                    <a:lnTo>
                      <a:pt x="1608" y="1648"/>
                    </a:lnTo>
                    <a:lnTo>
                      <a:pt x="1597" y="1725"/>
                    </a:lnTo>
                    <a:lnTo>
                      <a:pt x="1597" y="1736"/>
                    </a:lnTo>
                    <a:lnTo>
                      <a:pt x="1597" y="1746"/>
                    </a:lnTo>
                    <a:lnTo>
                      <a:pt x="1586" y="1746"/>
                    </a:lnTo>
                    <a:lnTo>
                      <a:pt x="1532" y="1757"/>
                    </a:lnTo>
                    <a:cubicBezTo>
                      <a:pt x="1510" y="1768"/>
                      <a:pt x="1477" y="1779"/>
                      <a:pt x="1444" y="1790"/>
                    </a:cubicBezTo>
                    <a:lnTo>
                      <a:pt x="1346" y="1823"/>
                    </a:lnTo>
                    <a:cubicBezTo>
                      <a:pt x="1269" y="1845"/>
                      <a:pt x="1193" y="1889"/>
                      <a:pt x="1127" y="1943"/>
                    </a:cubicBezTo>
                    <a:lnTo>
                      <a:pt x="1072" y="1976"/>
                    </a:lnTo>
                    <a:lnTo>
                      <a:pt x="1061" y="1976"/>
                    </a:lnTo>
                    <a:cubicBezTo>
                      <a:pt x="1050" y="1987"/>
                      <a:pt x="1040" y="1998"/>
                      <a:pt x="1029" y="2009"/>
                    </a:cubicBezTo>
                    <a:lnTo>
                      <a:pt x="996" y="2031"/>
                    </a:lnTo>
                    <a:lnTo>
                      <a:pt x="985" y="2031"/>
                    </a:lnTo>
                    <a:cubicBezTo>
                      <a:pt x="941" y="2009"/>
                      <a:pt x="897" y="1998"/>
                      <a:pt x="854" y="1976"/>
                    </a:cubicBezTo>
                    <a:cubicBezTo>
                      <a:pt x="766" y="1943"/>
                      <a:pt x="690" y="1900"/>
                      <a:pt x="613" y="1845"/>
                    </a:cubicBezTo>
                    <a:cubicBezTo>
                      <a:pt x="569" y="1801"/>
                      <a:pt x="515" y="1757"/>
                      <a:pt x="482" y="1703"/>
                    </a:cubicBezTo>
                    <a:cubicBezTo>
                      <a:pt x="416" y="1615"/>
                      <a:pt x="361" y="1506"/>
                      <a:pt x="318" y="1407"/>
                    </a:cubicBezTo>
                    <a:cubicBezTo>
                      <a:pt x="296" y="1353"/>
                      <a:pt x="285" y="1298"/>
                      <a:pt x="274" y="1243"/>
                    </a:cubicBezTo>
                    <a:cubicBezTo>
                      <a:pt x="274" y="1211"/>
                      <a:pt x="263" y="1156"/>
                      <a:pt x="263" y="1123"/>
                    </a:cubicBezTo>
                    <a:cubicBezTo>
                      <a:pt x="252" y="1090"/>
                      <a:pt x="241" y="1046"/>
                      <a:pt x="230" y="992"/>
                    </a:cubicBezTo>
                    <a:cubicBezTo>
                      <a:pt x="230" y="981"/>
                      <a:pt x="230" y="981"/>
                      <a:pt x="252" y="937"/>
                    </a:cubicBezTo>
                    <a:lnTo>
                      <a:pt x="307" y="850"/>
                    </a:lnTo>
                    <a:cubicBezTo>
                      <a:pt x="340" y="795"/>
                      <a:pt x="372" y="729"/>
                      <a:pt x="416" y="675"/>
                    </a:cubicBezTo>
                    <a:cubicBezTo>
                      <a:pt x="438" y="642"/>
                      <a:pt x="460" y="620"/>
                      <a:pt x="482" y="598"/>
                    </a:cubicBezTo>
                    <a:cubicBezTo>
                      <a:pt x="515" y="554"/>
                      <a:pt x="547" y="521"/>
                      <a:pt x="580" y="478"/>
                    </a:cubicBezTo>
                    <a:cubicBezTo>
                      <a:pt x="602" y="434"/>
                      <a:pt x="635" y="401"/>
                      <a:pt x="679" y="368"/>
                    </a:cubicBezTo>
                    <a:cubicBezTo>
                      <a:pt x="744" y="325"/>
                      <a:pt x="810" y="292"/>
                      <a:pt x="886" y="259"/>
                    </a:cubicBezTo>
                    <a:cubicBezTo>
                      <a:pt x="941" y="237"/>
                      <a:pt x="1007" y="215"/>
                      <a:pt x="1072" y="193"/>
                    </a:cubicBezTo>
                    <a:close/>
                    <a:moveTo>
                      <a:pt x="1132" y="0"/>
                    </a:moveTo>
                    <a:cubicBezTo>
                      <a:pt x="1120" y="0"/>
                      <a:pt x="1107" y="2"/>
                      <a:pt x="1094" y="7"/>
                    </a:cubicBezTo>
                    <a:cubicBezTo>
                      <a:pt x="1061" y="18"/>
                      <a:pt x="1029" y="18"/>
                      <a:pt x="996" y="29"/>
                    </a:cubicBezTo>
                    <a:cubicBezTo>
                      <a:pt x="897" y="40"/>
                      <a:pt x="810" y="73"/>
                      <a:pt x="722" y="128"/>
                    </a:cubicBezTo>
                    <a:cubicBezTo>
                      <a:pt x="525" y="226"/>
                      <a:pt x="361" y="379"/>
                      <a:pt x="241" y="565"/>
                    </a:cubicBezTo>
                    <a:cubicBezTo>
                      <a:pt x="165" y="675"/>
                      <a:pt x="99" y="784"/>
                      <a:pt x="44" y="904"/>
                    </a:cubicBezTo>
                    <a:lnTo>
                      <a:pt x="11" y="948"/>
                    </a:lnTo>
                    <a:lnTo>
                      <a:pt x="0" y="981"/>
                    </a:lnTo>
                    <a:lnTo>
                      <a:pt x="0" y="1003"/>
                    </a:lnTo>
                    <a:lnTo>
                      <a:pt x="11" y="1090"/>
                    </a:lnTo>
                    <a:cubicBezTo>
                      <a:pt x="11" y="1134"/>
                      <a:pt x="22" y="1178"/>
                      <a:pt x="33" y="1232"/>
                    </a:cubicBezTo>
                    <a:cubicBezTo>
                      <a:pt x="44" y="1320"/>
                      <a:pt x="66" y="1407"/>
                      <a:pt x="99" y="1506"/>
                    </a:cubicBezTo>
                    <a:cubicBezTo>
                      <a:pt x="165" y="1681"/>
                      <a:pt x="263" y="1845"/>
                      <a:pt x="405" y="1976"/>
                    </a:cubicBezTo>
                    <a:cubicBezTo>
                      <a:pt x="482" y="2042"/>
                      <a:pt x="558" y="2096"/>
                      <a:pt x="635" y="2140"/>
                    </a:cubicBezTo>
                    <a:cubicBezTo>
                      <a:pt x="690" y="2173"/>
                      <a:pt x="744" y="2195"/>
                      <a:pt x="799" y="2217"/>
                    </a:cubicBezTo>
                    <a:cubicBezTo>
                      <a:pt x="854" y="2239"/>
                      <a:pt x="886" y="2250"/>
                      <a:pt x="996" y="2293"/>
                    </a:cubicBezTo>
                    <a:lnTo>
                      <a:pt x="1018" y="2282"/>
                    </a:lnTo>
                    <a:lnTo>
                      <a:pt x="1083" y="2239"/>
                    </a:lnTo>
                    <a:lnTo>
                      <a:pt x="1127" y="2217"/>
                    </a:lnTo>
                    <a:cubicBezTo>
                      <a:pt x="1149" y="2206"/>
                      <a:pt x="1182" y="2184"/>
                      <a:pt x="1204" y="2173"/>
                    </a:cubicBezTo>
                    <a:cubicBezTo>
                      <a:pt x="1280" y="2107"/>
                      <a:pt x="1379" y="2064"/>
                      <a:pt x="1477" y="2031"/>
                    </a:cubicBezTo>
                    <a:cubicBezTo>
                      <a:pt x="1499" y="2020"/>
                      <a:pt x="1532" y="2009"/>
                      <a:pt x="1565" y="2009"/>
                    </a:cubicBezTo>
                    <a:cubicBezTo>
                      <a:pt x="1608" y="2009"/>
                      <a:pt x="1674" y="1998"/>
                      <a:pt x="1750" y="1987"/>
                    </a:cubicBezTo>
                    <a:cubicBezTo>
                      <a:pt x="1761" y="1911"/>
                      <a:pt x="1783" y="1834"/>
                      <a:pt x="1794" y="1757"/>
                    </a:cubicBezTo>
                    <a:cubicBezTo>
                      <a:pt x="1860" y="1517"/>
                      <a:pt x="1893" y="1276"/>
                      <a:pt x="1904" y="1036"/>
                    </a:cubicBezTo>
                    <a:cubicBezTo>
                      <a:pt x="1915" y="893"/>
                      <a:pt x="1925" y="762"/>
                      <a:pt x="1915" y="620"/>
                    </a:cubicBezTo>
                    <a:cubicBezTo>
                      <a:pt x="1925" y="576"/>
                      <a:pt x="1915" y="532"/>
                      <a:pt x="1893" y="500"/>
                    </a:cubicBezTo>
                    <a:cubicBezTo>
                      <a:pt x="1882" y="467"/>
                      <a:pt x="1882" y="456"/>
                      <a:pt x="1871" y="445"/>
                    </a:cubicBezTo>
                    <a:lnTo>
                      <a:pt x="1805" y="445"/>
                    </a:lnTo>
                    <a:cubicBezTo>
                      <a:pt x="1794" y="456"/>
                      <a:pt x="1783" y="456"/>
                      <a:pt x="1772" y="456"/>
                    </a:cubicBezTo>
                    <a:cubicBezTo>
                      <a:pt x="1772" y="401"/>
                      <a:pt x="1740" y="346"/>
                      <a:pt x="1696" y="325"/>
                    </a:cubicBezTo>
                    <a:cubicBezTo>
                      <a:pt x="1641" y="314"/>
                      <a:pt x="1597" y="292"/>
                      <a:pt x="1554" y="259"/>
                    </a:cubicBezTo>
                    <a:cubicBezTo>
                      <a:pt x="1510" y="215"/>
                      <a:pt x="1466" y="161"/>
                      <a:pt x="1411" y="117"/>
                    </a:cubicBezTo>
                    <a:cubicBezTo>
                      <a:pt x="1357" y="84"/>
                      <a:pt x="1291" y="51"/>
                      <a:pt x="1236" y="29"/>
                    </a:cubicBezTo>
                    <a:cubicBezTo>
                      <a:pt x="1203" y="21"/>
                      <a:pt x="1170"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
              <p:cNvSpPr/>
              <p:nvPr/>
            </p:nvSpPr>
            <p:spPr>
              <a:xfrm>
                <a:off x="4811750" y="4388513"/>
                <a:ext cx="36675" cy="24075"/>
              </a:xfrm>
              <a:custGeom>
                <a:avLst/>
                <a:gdLst/>
                <a:ahLst/>
                <a:cxnLst/>
                <a:rect l="l" t="t" r="r" b="b"/>
                <a:pathLst>
                  <a:path w="1467" h="963" extrusionOk="0">
                    <a:moveTo>
                      <a:pt x="777" y="0"/>
                    </a:moveTo>
                    <a:cubicBezTo>
                      <a:pt x="755" y="0"/>
                      <a:pt x="744" y="22"/>
                      <a:pt x="733" y="22"/>
                    </a:cubicBezTo>
                    <a:lnTo>
                      <a:pt x="712" y="22"/>
                    </a:lnTo>
                    <a:cubicBezTo>
                      <a:pt x="679" y="33"/>
                      <a:pt x="635" y="55"/>
                      <a:pt x="613" y="77"/>
                    </a:cubicBezTo>
                    <a:cubicBezTo>
                      <a:pt x="591" y="99"/>
                      <a:pt x="569" y="121"/>
                      <a:pt x="558" y="143"/>
                    </a:cubicBezTo>
                    <a:cubicBezTo>
                      <a:pt x="558" y="153"/>
                      <a:pt x="537" y="153"/>
                      <a:pt x="537" y="164"/>
                    </a:cubicBezTo>
                    <a:cubicBezTo>
                      <a:pt x="526" y="175"/>
                      <a:pt x="515" y="197"/>
                      <a:pt x="504" y="219"/>
                    </a:cubicBezTo>
                    <a:cubicBezTo>
                      <a:pt x="493" y="241"/>
                      <a:pt x="493" y="263"/>
                      <a:pt x="482" y="285"/>
                    </a:cubicBezTo>
                    <a:cubicBezTo>
                      <a:pt x="449" y="328"/>
                      <a:pt x="416" y="372"/>
                      <a:pt x="372" y="394"/>
                    </a:cubicBezTo>
                    <a:lnTo>
                      <a:pt x="252" y="471"/>
                    </a:lnTo>
                    <a:cubicBezTo>
                      <a:pt x="230" y="514"/>
                      <a:pt x="197" y="536"/>
                      <a:pt x="176" y="569"/>
                    </a:cubicBezTo>
                    <a:cubicBezTo>
                      <a:pt x="165" y="580"/>
                      <a:pt x="165" y="591"/>
                      <a:pt x="154" y="602"/>
                    </a:cubicBezTo>
                    <a:cubicBezTo>
                      <a:pt x="143" y="613"/>
                      <a:pt x="132" y="624"/>
                      <a:pt x="132" y="635"/>
                    </a:cubicBezTo>
                    <a:cubicBezTo>
                      <a:pt x="121" y="646"/>
                      <a:pt x="121" y="657"/>
                      <a:pt x="110" y="668"/>
                    </a:cubicBezTo>
                    <a:cubicBezTo>
                      <a:pt x="99" y="700"/>
                      <a:pt x="88" y="722"/>
                      <a:pt x="77" y="744"/>
                    </a:cubicBezTo>
                    <a:cubicBezTo>
                      <a:pt x="77" y="755"/>
                      <a:pt x="66" y="777"/>
                      <a:pt x="55" y="788"/>
                    </a:cubicBezTo>
                    <a:cubicBezTo>
                      <a:pt x="33" y="832"/>
                      <a:pt x="22" y="875"/>
                      <a:pt x="1" y="930"/>
                    </a:cubicBezTo>
                    <a:cubicBezTo>
                      <a:pt x="1" y="941"/>
                      <a:pt x="1" y="963"/>
                      <a:pt x="12" y="963"/>
                    </a:cubicBezTo>
                    <a:cubicBezTo>
                      <a:pt x="22" y="963"/>
                      <a:pt x="33" y="919"/>
                      <a:pt x="44" y="886"/>
                    </a:cubicBezTo>
                    <a:cubicBezTo>
                      <a:pt x="55" y="853"/>
                      <a:pt x="77" y="821"/>
                      <a:pt x="77" y="810"/>
                    </a:cubicBezTo>
                    <a:cubicBezTo>
                      <a:pt x="99" y="788"/>
                      <a:pt x="110" y="755"/>
                      <a:pt x="121" y="733"/>
                    </a:cubicBezTo>
                    <a:cubicBezTo>
                      <a:pt x="143" y="689"/>
                      <a:pt x="165" y="646"/>
                      <a:pt x="197" y="602"/>
                    </a:cubicBezTo>
                    <a:cubicBezTo>
                      <a:pt x="219" y="569"/>
                      <a:pt x="252" y="525"/>
                      <a:pt x="296" y="493"/>
                    </a:cubicBezTo>
                    <a:cubicBezTo>
                      <a:pt x="307" y="493"/>
                      <a:pt x="318" y="482"/>
                      <a:pt x="340" y="471"/>
                    </a:cubicBezTo>
                    <a:cubicBezTo>
                      <a:pt x="362" y="449"/>
                      <a:pt x="394" y="449"/>
                      <a:pt x="405" y="438"/>
                    </a:cubicBezTo>
                    <a:cubicBezTo>
                      <a:pt x="427" y="427"/>
                      <a:pt x="438" y="416"/>
                      <a:pt x="449" y="405"/>
                    </a:cubicBezTo>
                    <a:cubicBezTo>
                      <a:pt x="471" y="394"/>
                      <a:pt x="482" y="372"/>
                      <a:pt x="493" y="339"/>
                    </a:cubicBezTo>
                    <a:cubicBezTo>
                      <a:pt x="515" y="318"/>
                      <a:pt x="537" y="296"/>
                      <a:pt x="558" y="263"/>
                    </a:cubicBezTo>
                    <a:cubicBezTo>
                      <a:pt x="569" y="230"/>
                      <a:pt x="591" y="197"/>
                      <a:pt x="613" y="164"/>
                    </a:cubicBezTo>
                    <a:cubicBezTo>
                      <a:pt x="613" y="164"/>
                      <a:pt x="624" y="164"/>
                      <a:pt x="624" y="153"/>
                    </a:cubicBezTo>
                    <a:cubicBezTo>
                      <a:pt x="635" y="153"/>
                      <a:pt x="635" y="143"/>
                      <a:pt x="635" y="132"/>
                    </a:cubicBezTo>
                    <a:cubicBezTo>
                      <a:pt x="646" y="132"/>
                      <a:pt x="657" y="121"/>
                      <a:pt x="668" y="121"/>
                    </a:cubicBezTo>
                    <a:cubicBezTo>
                      <a:pt x="690" y="99"/>
                      <a:pt x="722" y="88"/>
                      <a:pt x="744" y="88"/>
                    </a:cubicBezTo>
                    <a:lnTo>
                      <a:pt x="897" y="88"/>
                    </a:lnTo>
                    <a:cubicBezTo>
                      <a:pt x="908" y="82"/>
                      <a:pt x="919" y="80"/>
                      <a:pt x="930" y="80"/>
                    </a:cubicBezTo>
                    <a:cubicBezTo>
                      <a:pt x="941" y="80"/>
                      <a:pt x="952" y="82"/>
                      <a:pt x="963" y="88"/>
                    </a:cubicBezTo>
                    <a:cubicBezTo>
                      <a:pt x="985" y="88"/>
                      <a:pt x="1007" y="99"/>
                      <a:pt x="1029" y="99"/>
                    </a:cubicBezTo>
                    <a:lnTo>
                      <a:pt x="1094" y="132"/>
                    </a:lnTo>
                    <a:cubicBezTo>
                      <a:pt x="1116" y="143"/>
                      <a:pt x="1138" y="143"/>
                      <a:pt x="1160" y="153"/>
                    </a:cubicBezTo>
                    <a:cubicBezTo>
                      <a:pt x="1160" y="164"/>
                      <a:pt x="1171" y="164"/>
                      <a:pt x="1182" y="175"/>
                    </a:cubicBezTo>
                    <a:cubicBezTo>
                      <a:pt x="1193" y="175"/>
                      <a:pt x="1215" y="186"/>
                      <a:pt x="1226" y="186"/>
                    </a:cubicBezTo>
                    <a:cubicBezTo>
                      <a:pt x="1237" y="197"/>
                      <a:pt x="1247" y="208"/>
                      <a:pt x="1247" y="208"/>
                    </a:cubicBezTo>
                    <a:cubicBezTo>
                      <a:pt x="1280" y="230"/>
                      <a:pt x="1302" y="241"/>
                      <a:pt x="1324" y="263"/>
                    </a:cubicBezTo>
                    <a:cubicBezTo>
                      <a:pt x="1335" y="274"/>
                      <a:pt x="1335" y="285"/>
                      <a:pt x="1346" y="285"/>
                    </a:cubicBezTo>
                    <a:cubicBezTo>
                      <a:pt x="1357" y="318"/>
                      <a:pt x="1379" y="339"/>
                      <a:pt x="1390" y="350"/>
                    </a:cubicBezTo>
                    <a:lnTo>
                      <a:pt x="1433" y="350"/>
                    </a:lnTo>
                    <a:cubicBezTo>
                      <a:pt x="1433" y="345"/>
                      <a:pt x="1436" y="345"/>
                      <a:pt x="1438" y="345"/>
                    </a:cubicBezTo>
                    <a:cubicBezTo>
                      <a:pt x="1439" y="345"/>
                      <a:pt x="1439" y="345"/>
                      <a:pt x="1433" y="339"/>
                    </a:cubicBezTo>
                    <a:cubicBezTo>
                      <a:pt x="1444" y="328"/>
                      <a:pt x="1444" y="328"/>
                      <a:pt x="1444" y="318"/>
                    </a:cubicBezTo>
                    <a:cubicBezTo>
                      <a:pt x="1455" y="307"/>
                      <a:pt x="1455" y="296"/>
                      <a:pt x="1466" y="285"/>
                    </a:cubicBezTo>
                    <a:cubicBezTo>
                      <a:pt x="1455" y="274"/>
                      <a:pt x="1466" y="263"/>
                      <a:pt x="1444" y="252"/>
                    </a:cubicBezTo>
                    <a:cubicBezTo>
                      <a:pt x="1422" y="252"/>
                      <a:pt x="1401" y="241"/>
                      <a:pt x="1379" y="230"/>
                    </a:cubicBezTo>
                    <a:cubicBezTo>
                      <a:pt x="1357" y="219"/>
                      <a:pt x="1346" y="208"/>
                      <a:pt x="1335" y="197"/>
                    </a:cubicBezTo>
                    <a:lnTo>
                      <a:pt x="1302" y="186"/>
                    </a:lnTo>
                    <a:lnTo>
                      <a:pt x="1269" y="175"/>
                    </a:lnTo>
                    <a:cubicBezTo>
                      <a:pt x="1258" y="175"/>
                      <a:pt x="1258" y="153"/>
                      <a:pt x="1247" y="153"/>
                    </a:cubicBezTo>
                    <a:cubicBezTo>
                      <a:pt x="1226" y="143"/>
                      <a:pt x="1215" y="132"/>
                      <a:pt x="1193" y="132"/>
                    </a:cubicBezTo>
                    <a:cubicBezTo>
                      <a:pt x="1171" y="121"/>
                      <a:pt x="1149" y="110"/>
                      <a:pt x="1138" y="99"/>
                    </a:cubicBezTo>
                    <a:lnTo>
                      <a:pt x="1116" y="88"/>
                    </a:lnTo>
                    <a:lnTo>
                      <a:pt x="1094" y="88"/>
                    </a:lnTo>
                    <a:cubicBezTo>
                      <a:pt x="1029" y="66"/>
                      <a:pt x="974" y="55"/>
                      <a:pt x="919" y="33"/>
                    </a:cubicBezTo>
                    <a:cubicBezTo>
                      <a:pt x="876" y="11"/>
                      <a:pt x="821"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7"/>
            <p:cNvGrpSpPr/>
            <p:nvPr/>
          </p:nvGrpSpPr>
          <p:grpSpPr>
            <a:xfrm rot="10800000">
              <a:off x="8184855" y="4863513"/>
              <a:ext cx="71950" cy="81225"/>
              <a:chOff x="8764175" y="4911563"/>
              <a:chExt cx="71950" cy="81225"/>
            </a:xfrm>
          </p:grpSpPr>
          <p:sp>
            <p:nvSpPr>
              <p:cNvPr id="976" name="Google Shape;976;p7"/>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7"/>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7"/>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7"/>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7"/>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7"/>
            <p:cNvGrpSpPr/>
            <p:nvPr/>
          </p:nvGrpSpPr>
          <p:grpSpPr>
            <a:xfrm rot="10800000" flipH="1">
              <a:off x="7927530" y="3688263"/>
              <a:ext cx="39675" cy="33500"/>
              <a:chOff x="1171975" y="3874200"/>
              <a:chExt cx="39675" cy="33500"/>
            </a:xfrm>
          </p:grpSpPr>
          <p:sp>
            <p:nvSpPr>
              <p:cNvPr id="982" name="Google Shape;982;p7"/>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7"/>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7"/>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7"/>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7"/>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987;p7"/>
            <p:cNvGrpSpPr/>
            <p:nvPr/>
          </p:nvGrpSpPr>
          <p:grpSpPr>
            <a:xfrm rot="10800000" flipH="1">
              <a:off x="7654317" y="4073413"/>
              <a:ext cx="44325" cy="58425"/>
              <a:chOff x="672400" y="4517950"/>
              <a:chExt cx="44325" cy="58425"/>
            </a:xfrm>
          </p:grpSpPr>
          <p:sp>
            <p:nvSpPr>
              <p:cNvPr id="988" name="Google Shape;988;p7"/>
              <p:cNvSpPr/>
              <p:nvPr/>
            </p:nvSpPr>
            <p:spPr>
              <a:xfrm flipH="1">
                <a:off x="710150" y="453992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7"/>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7"/>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7"/>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7"/>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7"/>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4" name="Google Shape;994;p7"/>
            <p:cNvSpPr/>
            <p:nvPr/>
          </p:nvSpPr>
          <p:spPr>
            <a:xfrm rot="-5400000">
              <a:off x="7391728" y="1153261"/>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5" name="Google Shape;995;p7"/>
            <p:cNvGrpSpPr/>
            <p:nvPr/>
          </p:nvGrpSpPr>
          <p:grpSpPr>
            <a:xfrm rot="10800000" flipH="1">
              <a:off x="8749017" y="1264463"/>
              <a:ext cx="33675" cy="35675"/>
              <a:chOff x="4304250" y="4768863"/>
              <a:chExt cx="33675" cy="35675"/>
            </a:xfrm>
          </p:grpSpPr>
          <p:sp>
            <p:nvSpPr>
              <p:cNvPr id="996" name="Google Shape;996;p7"/>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7"/>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7"/>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9" name="Google Shape;999;p7"/>
            <p:cNvSpPr/>
            <p:nvPr/>
          </p:nvSpPr>
          <p:spPr>
            <a:xfrm rot="10800000">
              <a:off x="8152867" y="4315825"/>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7"/>
            <p:cNvSpPr/>
            <p:nvPr/>
          </p:nvSpPr>
          <p:spPr>
            <a:xfrm rot="10800000" flipH="1">
              <a:off x="7208055" y="398138"/>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7"/>
            <p:cNvSpPr/>
            <p:nvPr/>
          </p:nvSpPr>
          <p:spPr>
            <a:xfrm rot="10800000">
              <a:off x="5640655" y="736700"/>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7"/>
            <p:cNvGrpSpPr/>
            <p:nvPr/>
          </p:nvGrpSpPr>
          <p:grpSpPr>
            <a:xfrm rot="10800000">
              <a:off x="6918130" y="317638"/>
              <a:ext cx="76300" cy="134575"/>
              <a:chOff x="8292650" y="153875"/>
              <a:chExt cx="76300" cy="134575"/>
            </a:xfrm>
          </p:grpSpPr>
          <p:sp>
            <p:nvSpPr>
              <p:cNvPr id="1003" name="Google Shape;1003;p7"/>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7"/>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7"/>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1006;p7"/>
            <p:cNvGrpSpPr/>
            <p:nvPr/>
          </p:nvGrpSpPr>
          <p:grpSpPr>
            <a:xfrm rot="10800000">
              <a:off x="5463467" y="96738"/>
              <a:ext cx="146025" cy="127275"/>
              <a:chOff x="4316575" y="4989963"/>
              <a:chExt cx="146025" cy="127275"/>
            </a:xfrm>
          </p:grpSpPr>
          <p:sp>
            <p:nvSpPr>
              <p:cNvPr id="1007" name="Google Shape;1007;p7"/>
              <p:cNvSpPr/>
              <p:nvPr/>
            </p:nvSpPr>
            <p:spPr>
              <a:xfrm>
                <a:off x="4374800" y="4994713"/>
                <a:ext cx="300" cy="300"/>
              </a:xfrm>
              <a:custGeom>
                <a:avLst/>
                <a:gdLst/>
                <a:ahLst/>
                <a:cxnLst/>
                <a:rect l="l" t="t" r="r" b="b"/>
                <a:pathLst>
                  <a:path w="12" h="12" extrusionOk="0">
                    <a:moveTo>
                      <a:pt x="1" y="0"/>
                    </a:moveTo>
                    <a:lnTo>
                      <a:pt x="12" y="11"/>
                    </a:lnTo>
                    <a:lnTo>
                      <a:pt x="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7"/>
              <p:cNvSpPr/>
              <p:nvPr/>
            </p:nvSpPr>
            <p:spPr>
              <a:xfrm>
                <a:off x="4316575" y="4989963"/>
                <a:ext cx="146025" cy="127275"/>
              </a:xfrm>
              <a:custGeom>
                <a:avLst/>
                <a:gdLst/>
                <a:ahLst/>
                <a:cxnLst/>
                <a:rect l="l" t="t" r="r" b="b"/>
                <a:pathLst>
                  <a:path w="5841" h="5091" extrusionOk="0">
                    <a:moveTo>
                      <a:pt x="2417" y="376"/>
                    </a:moveTo>
                    <a:cubicBezTo>
                      <a:pt x="2461" y="431"/>
                      <a:pt x="2516" y="475"/>
                      <a:pt x="2592" y="486"/>
                    </a:cubicBezTo>
                    <a:cubicBezTo>
                      <a:pt x="2658" y="497"/>
                      <a:pt x="2723" y="519"/>
                      <a:pt x="2800" y="540"/>
                    </a:cubicBezTo>
                    <a:cubicBezTo>
                      <a:pt x="2866" y="562"/>
                      <a:pt x="2964" y="573"/>
                      <a:pt x="3030" y="595"/>
                    </a:cubicBezTo>
                    <a:cubicBezTo>
                      <a:pt x="3172" y="628"/>
                      <a:pt x="3292" y="661"/>
                      <a:pt x="3423" y="704"/>
                    </a:cubicBezTo>
                    <a:cubicBezTo>
                      <a:pt x="3762" y="836"/>
                      <a:pt x="4091" y="1011"/>
                      <a:pt x="4375" y="1240"/>
                    </a:cubicBezTo>
                    <a:cubicBezTo>
                      <a:pt x="4473" y="1306"/>
                      <a:pt x="4561" y="1393"/>
                      <a:pt x="4637" y="1470"/>
                    </a:cubicBezTo>
                    <a:lnTo>
                      <a:pt x="4659" y="1492"/>
                    </a:lnTo>
                    <a:cubicBezTo>
                      <a:pt x="4769" y="1612"/>
                      <a:pt x="4878" y="1733"/>
                      <a:pt x="4966" y="1853"/>
                    </a:cubicBezTo>
                    <a:cubicBezTo>
                      <a:pt x="4998" y="1897"/>
                      <a:pt x="5042" y="1951"/>
                      <a:pt x="5075" y="2006"/>
                    </a:cubicBezTo>
                    <a:cubicBezTo>
                      <a:pt x="5108" y="2061"/>
                      <a:pt x="5141" y="2115"/>
                      <a:pt x="5141" y="2126"/>
                    </a:cubicBezTo>
                    <a:cubicBezTo>
                      <a:pt x="5152" y="2159"/>
                      <a:pt x="5239" y="2323"/>
                      <a:pt x="5250" y="2356"/>
                    </a:cubicBezTo>
                    <a:cubicBezTo>
                      <a:pt x="5294" y="2454"/>
                      <a:pt x="5337" y="2564"/>
                      <a:pt x="5359" y="2662"/>
                    </a:cubicBezTo>
                    <a:cubicBezTo>
                      <a:pt x="5370" y="2739"/>
                      <a:pt x="5381" y="2815"/>
                      <a:pt x="5370" y="2881"/>
                    </a:cubicBezTo>
                    <a:cubicBezTo>
                      <a:pt x="5381" y="2947"/>
                      <a:pt x="5381" y="3045"/>
                      <a:pt x="5359" y="3133"/>
                    </a:cubicBezTo>
                    <a:cubicBezTo>
                      <a:pt x="5348" y="3231"/>
                      <a:pt x="5327" y="3318"/>
                      <a:pt x="5316" y="3384"/>
                    </a:cubicBezTo>
                    <a:cubicBezTo>
                      <a:pt x="5305" y="3439"/>
                      <a:pt x="5283" y="3483"/>
                      <a:pt x="5272" y="3537"/>
                    </a:cubicBezTo>
                    <a:lnTo>
                      <a:pt x="5261" y="3559"/>
                    </a:lnTo>
                    <a:cubicBezTo>
                      <a:pt x="5239" y="3592"/>
                      <a:pt x="5228" y="3625"/>
                      <a:pt x="5217" y="3658"/>
                    </a:cubicBezTo>
                    <a:cubicBezTo>
                      <a:pt x="5009" y="4073"/>
                      <a:pt x="4627" y="4379"/>
                      <a:pt x="4178" y="4609"/>
                    </a:cubicBezTo>
                    <a:lnTo>
                      <a:pt x="4091" y="4653"/>
                    </a:lnTo>
                    <a:cubicBezTo>
                      <a:pt x="4091" y="4653"/>
                      <a:pt x="4091" y="4675"/>
                      <a:pt x="4112" y="4675"/>
                    </a:cubicBezTo>
                    <a:lnTo>
                      <a:pt x="4058" y="4740"/>
                    </a:lnTo>
                    <a:cubicBezTo>
                      <a:pt x="3981" y="4740"/>
                      <a:pt x="3894" y="4740"/>
                      <a:pt x="3817" y="4718"/>
                    </a:cubicBezTo>
                    <a:cubicBezTo>
                      <a:pt x="3752" y="4707"/>
                      <a:pt x="3686" y="4707"/>
                      <a:pt x="3620" y="4707"/>
                    </a:cubicBezTo>
                    <a:cubicBezTo>
                      <a:pt x="3598" y="4707"/>
                      <a:pt x="3577" y="4697"/>
                      <a:pt x="3555" y="4697"/>
                    </a:cubicBezTo>
                    <a:cubicBezTo>
                      <a:pt x="3547" y="4693"/>
                      <a:pt x="3538" y="4692"/>
                      <a:pt x="3527" y="4692"/>
                    </a:cubicBezTo>
                    <a:cubicBezTo>
                      <a:pt x="3505" y="4692"/>
                      <a:pt x="3478" y="4697"/>
                      <a:pt x="3456" y="4697"/>
                    </a:cubicBezTo>
                    <a:cubicBezTo>
                      <a:pt x="3423" y="4697"/>
                      <a:pt x="3423" y="4675"/>
                      <a:pt x="3402" y="4675"/>
                    </a:cubicBezTo>
                    <a:cubicBezTo>
                      <a:pt x="3358" y="4675"/>
                      <a:pt x="3314" y="4664"/>
                      <a:pt x="3270" y="4653"/>
                    </a:cubicBezTo>
                    <a:cubicBezTo>
                      <a:pt x="3227" y="4642"/>
                      <a:pt x="3183" y="4631"/>
                      <a:pt x="3139" y="4620"/>
                    </a:cubicBezTo>
                    <a:lnTo>
                      <a:pt x="3095" y="4609"/>
                    </a:lnTo>
                    <a:cubicBezTo>
                      <a:pt x="2975" y="4609"/>
                      <a:pt x="2855" y="4598"/>
                      <a:pt x="2734" y="4587"/>
                    </a:cubicBezTo>
                    <a:cubicBezTo>
                      <a:pt x="2658" y="4576"/>
                      <a:pt x="2603" y="4565"/>
                      <a:pt x="2548" y="4554"/>
                    </a:cubicBezTo>
                    <a:cubicBezTo>
                      <a:pt x="2516" y="4554"/>
                      <a:pt x="2483" y="4532"/>
                      <a:pt x="2450" y="4522"/>
                    </a:cubicBezTo>
                    <a:lnTo>
                      <a:pt x="2330" y="4467"/>
                    </a:lnTo>
                    <a:cubicBezTo>
                      <a:pt x="2242" y="4434"/>
                      <a:pt x="2100" y="4347"/>
                      <a:pt x="2023" y="4314"/>
                    </a:cubicBezTo>
                    <a:cubicBezTo>
                      <a:pt x="1881" y="4237"/>
                      <a:pt x="1805" y="4204"/>
                      <a:pt x="1663" y="4128"/>
                    </a:cubicBezTo>
                    <a:cubicBezTo>
                      <a:pt x="1367" y="3953"/>
                      <a:pt x="1105" y="3723"/>
                      <a:pt x="886" y="3450"/>
                    </a:cubicBezTo>
                    <a:cubicBezTo>
                      <a:pt x="831" y="3384"/>
                      <a:pt x="788" y="3308"/>
                      <a:pt x="744" y="3231"/>
                    </a:cubicBezTo>
                    <a:cubicBezTo>
                      <a:pt x="678" y="3100"/>
                      <a:pt x="645" y="2990"/>
                      <a:pt x="580" y="2881"/>
                    </a:cubicBezTo>
                    <a:cubicBezTo>
                      <a:pt x="514" y="2772"/>
                      <a:pt x="481" y="2662"/>
                      <a:pt x="470" y="2542"/>
                    </a:cubicBezTo>
                    <a:cubicBezTo>
                      <a:pt x="459" y="2323"/>
                      <a:pt x="470" y="2115"/>
                      <a:pt x="514" y="1908"/>
                    </a:cubicBezTo>
                    <a:cubicBezTo>
                      <a:pt x="602" y="1579"/>
                      <a:pt x="788" y="1284"/>
                      <a:pt x="1039" y="1043"/>
                    </a:cubicBezTo>
                    <a:cubicBezTo>
                      <a:pt x="1072" y="1011"/>
                      <a:pt x="1116" y="978"/>
                      <a:pt x="1159" y="945"/>
                    </a:cubicBezTo>
                    <a:lnTo>
                      <a:pt x="1225" y="890"/>
                    </a:lnTo>
                    <a:lnTo>
                      <a:pt x="1280" y="847"/>
                    </a:lnTo>
                    <a:cubicBezTo>
                      <a:pt x="1356" y="781"/>
                      <a:pt x="1455" y="737"/>
                      <a:pt x="1564" y="726"/>
                    </a:cubicBezTo>
                    <a:cubicBezTo>
                      <a:pt x="1673" y="704"/>
                      <a:pt x="1805" y="694"/>
                      <a:pt x="1958" y="661"/>
                    </a:cubicBezTo>
                    <a:lnTo>
                      <a:pt x="1925" y="661"/>
                    </a:lnTo>
                    <a:cubicBezTo>
                      <a:pt x="1903" y="650"/>
                      <a:pt x="1881" y="650"/>
                      <a:pt x="1848" y="639"/>
                    </a:cubicBezTo>
                    <a:cubicBezTo>
                      <a:pt x="1810" y="633"/>
                      <a:pt x="1772" y="631"/>
                      <a:pt x="1734" y="631"/>
                    </a:cubicBezTo>
                    <a:cubicBezTo>
                      <a:pt x="1695" y="631"/>
                      <a:pt x="1657" y="633"/>
                      <a:pt x="1619" y="639"/>
                    </a:cubicBezTo>
                    <a:cubicBezTo>
                      <a:pt x="1553" y="639"/>
                      <a:pt x="1498" y="650"/>
                      <a:pt x="1444" y="672"/>
                    </a:cubicBezTo>
                    <a:lnTo>
                      <a:pt x="1389" y="672"/>
                    </a:lnTo>
                    <a:cubicBezTo>
                      <a:pt x="1367" y="650"/>
                      <a:pt x="1345" y="639"/>
                      <a:pt x="1323" y="628"/>
                    </a:cubicBezTo>
                    <a:cubicBezTo>
                      <a:pt x="1313" y="617"/>
                      <a:pt x="1302" y="606"/>
                      <a:pt x="1302" y="595"/>
                    </a:cubicBezTo>
                    <a:cubicBezTo>
                      <a:pt x="1269" y="595"/>
                      <a:pt x="1291" y="573"/>
                      <a:pt x="1258" y="573"/>
                    </a:cubicBezTo>
                    <a:cubicBezTo>
                      <a:pt x="1269" y="551"/>
                      <a:pt x="1280" y="529"/>
                      <a:pt x="1302" y="497"/>
                    </a:cubicBezTo>
                    <a:cubicBezTo>
                      <a:pt x="1374" y="481"/>
                      <a:pt x="1446" y="470"/>
                      <a:pt x="1522" y="470"/>
                    </a:cubicBezTo>
                    <a:cubicBezTo>
                      <a:pt x="1550" y="470"/>
                      <a:pt x="1579" y="472"/>
                      <a:pt x="1608" y="475"/>
                    </a:cubicBezTo>
                    <a:cubicBezTo>
                      <a:pt x="1684" y="486"/>
                      <a:pt x="1772" y="486"/>
                      <a:pt x="1848" y="497"/>
                    </a:cubicBezTo>
                    <a:lnTo>
                      <a:pt x="1936" y="529"/>
                    </a:lnTo>
                    <a:cubicBezTo>
                      <a:pt x="1969" y="529"/>
                      <a:pt x="2013" y="540"/>
                      <a:pt x="2056" y="551"/>
                    </a:cubicBezTo>
                    <a:cubicBezTo>
                      <a:pt x="2089" y="562"/>
                      <a:pt x="2089" y="573"/>
                      <a:pt x="2111" y="573"/>
                    </a:cubicBezTo>
                    <a:lnTo>
                      <a:pt x="2155" y="595"/>
                    </a:lnTo>
                    <a:cubicBezTo>
                      <a:pt x="2209" y="573"/>
                      <a:pt x="2253" y="540"/>
                      <a:pt x="2297" y="508"/>
                    </a:cubicBezTo>
                    <a:cubicBezTo>
                      <a:pt x="2341" y="475"/>
                      <a:pt x="2384" y="431"/>
                      <a:pt x="2417" y="376"/>
                    </a:cubicBezTo>
                    <a:close/>
                    <a:moveTo>
                      <a:pt x="2627" y="0"/>
                    </a:moveTo>
                    <a:cubicBezTo>
                      <a:pt x="2601" y="0"/>
                      <a:pt x="2575" y="2"/>
                      <a:pt x="2548" y="4"/>
                    </a:cubicBezTo>
                    <a:cubicBezTo>
                      <a:pt x="2505" y="4"/>
                      <a:pt x="2450" y="4"/>
                      <a:pt x="2406" y="15"/>
                    </a:cubicBezTo>
                    <a:cubicBezTo>
                      <a:pt x="2362" y="37"/>
                      <a:pt x="2341" y="81"/>
                      <a:pt x="2341" y="125"/>
                    </a:cubicBezTo>
                    <a:cubicBezTo>
                      <a:pt x="2341" y="147"/>
                      <a:pt x="2341" y="169"/>
                      <a:pt x="2341" y="190"/>
                    </a:cubicBezTo>
                    <a:lnTo>
                      <a:pt x="2341" y="212"/>
                    </a:lnTo>
                    <a:cubicBezTo>
                      <a:pt x="2341" y="212"/>
                      <a:pt x="2330" y="212"/>
                      <a:pt x="2330" y="201"/>
                    </a:cubicBezTo>
                    <a:lnTo>
                      <a:pt x="2319" y="190"/>
                    </a:lnTo>
                    <a:cubicBezTo>
                      <a:pt x="2264" y="158"/>
                      <a:pt x="2209" y="147"/>
                      <a:pt x="2155" y="147"/>
                    </a:cubicBezTo>
                    <a:cubicBezTo>
                      <a:pt x="2122" y="141"/>
                      <a:pt x="2089" y="138"/>
                      <a:pt x="2058" y="138"/>
                    </a:cubicBezTo>
                    <a:cubicBezTo>
                      <a:pt x="2026" y="138"/>
                      <a:pt x="1996" y="141"/>
                      <a:pt x="1969" y="147"/>
                    </a:cubicBezTo>
                    <a:cubicBezTo>
                      <a:pt x="1805" y="201"/>
                      <a:pt x="1641" y="245"/>
                      <a:pt x="1477" y="278"/>
                    </a:cubicBezTo>
                    <a:cubicBezTo>
                      <a:pt x="1356" y="300"/>
                      <a:pt x="1258" y="333"/>
                      <a:pt x="1148" y="376"/>
                    </a:cubicBezTo>
                    <a:cubicBezTo>
                      <a:pt x="1094" y="398"/>
                      <a:pt x="1039" y="431"/>
                      <a:pt x="995" y="464"/>
                    </a:cubicBezTo>
                    <a:cubicBezTo>
                      <a:pt x="941" y="497"/>
                      <a:pt x="897" y="529"/>
                      <a:pt x="853" y="573"/>
                    </a:cubicBezTo>
                    <a:cubicBezTo>
                      <a:pt x="744" y="683"/>
                      <a:pt x="667" y="814"/>
                      <a:pt x="569" y="923"/>
                    </a:cubicBezTo>
                    <a:cubicBezTo>
                      <a:pt x="470" y="1043"/>
                      <a:pt x="383" y="1175"/>
                      <a:pt x="295" y="1317"/>
                    </a:cubicBezTo>
                    <a:cubicBezTo>
                      <a:pt x="164" y="1525"/>
                      <a:pt x="77" y="1765"/>
                      <a:pt x="44" y="2017"/>
                    </a:cubicBezTo>
                    <a:cubicBezTo>
                      <a:pt x="0" y="2290"/>
                      <a:pt x="22" y="2564"/>
                      <a:pt x="88" y="2837"/>
                    </a:cubicBezTo>
                    <a:cubicBezTo>
                      <a:pt x="164" y="3100"/>
                      <a:pt x="284" y="3362"/>
                      <a:pt x="448" y="3592"/>
                    </a:cubicBezTo>
                    <a:cubicBezTo>
                      <a:pt x="667" y="3876"/>
                      <a:pt x="930" y="4128"/>
                      <a:pt x="1225" y="4325"/>
                    </a:cubicBezTo>
                    <a:cubicBezTo>
                      <a:pt x="1433" y="4467"/>
                      <a:pt x="1652" y="4587"/>
                      <a:pt x="1870" y="4697"/>
                    </a:cubicBezTo>
                    <a:cubicBezTo>
                      <a:pt x="1980" y="4751"/>
                      <a:pt x="2100" y="4795"/>
                      <a:pt x="2209" y="4839"/>
                    </a:cubicBezTo>
                    <a:cubicBezTo>
                      <a:pt x="2264" y="4861"/>
                      <a:pt x="2341" y="4893"/>
                      <a:pt x="2406" y="4904"/>
                    </a:cubicBezTo>
                    <a:cubicBezTo>
                      <a:pt x="2472" y="4926"/>
                      <a:pt x="2537" y="4937"/>
                      <a:pt x="2603" y="4948"/>
                    </a:cubicBezTo>
                    <a:cubicBezTo>
                      <a:pt x="2855" y="4981"/>
                      <a:pt x="3106" y="4992"/>
                      <a:pt x="3358" y="4992"/>
                    </a:cubicBezTo>
                    <a:cubicBezTo>
                      <a:pt x="3467" y="4992"/>
                      <a:pt x="3577" y="5003"/>
                      <a:pt x="3686" y="5025"/>
                    </a:cubicBezTo>
                    <a:cubicBezTo>
                      <a:pt x="3708" y="5025"/>
                      <a:pt x="3730" y="5025"/>
                      <a:pt x="3752" y="5036"/>
                    </a:cubicBezTo>
                    <a:lnTo>
                      <a:pt x="3784" y="5036"/>
                    </a:lnTo>
                    <a:lnTo>
                      <a:pt x="3806" y="5047"/>
                    </a:lnTo>
                    <a:lnTo>
                      <a:pt x="3883" y="5068"/>
                    </a:lnTo>
                    <a:lnTo>
                      <a:pt x="3916" y="5079"/>
                    </a:lnTo>
                    <a:lnTo>
                      <a:pt x="3937" y="5090"/>
                    </a:lnTo>
                    <a:lnTo>
                      <a:pt x="3948" y="5079"/>
                    </a:lnTo>
                    <a:lnTo>
                      <a:pt x="4025" y="5057"/>
                    </a:lnTo>
                    <a:lnTo>
                      <a:pt x="4091" y="5025"/>
                    </a:lnTo>
                    <a:lnTo>
                      <a:pt x="4123" y="5014"/>
                    </a:lnTo>
                    <a:lnTo>
                      <a:pt x="4145" y="5003"/>
                    </a:lnTo>
                    <a:cubicBezTo>
                      <a:pt x="4375" y="4915"/>
                      <a:pt x="4605" y="4795"/>
                      <a:pt x="4812" y="4653"/>
                    </a:cubicBezTo>
                    <a:cubicBezTo>
                      <a:pt x="5053" y="4478"/>
                      <a:pt x="5283" y="4270"/>
                      <a:pt x="5469" y="4029"/>
                    </a:cubicBezTo>
                    <a:cubicBezTo>
                      <a:pt x="5480" y="4018"/>
                      <a:pt x="5491" y="4008"/>
                      <a:pt x="5502" y="3986"/>
                    </a:cubicBezTo>
                    <a:cubicBezTo>
                      <a:pt x="5600" y="3854"/>
                      <a:pt x="5666" y="3712"/>
                      <a:pt x="5709" y="3559"/>
                    </a:cubicBezTo>
                    <a:cubicBezTo>
                      <a:pt x="5808" y="3264"/>
                      <a:pt x="5841" y="2958"/>
                      <a:pt x="5797" y="2651"/>
                    </a:cubicBezTo>
                    <a:cubicBezTo>
                      <a:pt x="5742" y="2301"/>
                      <a:pt x="5611" y="1973"/>
                      <a:pt x="5403" y="1689"/>
                    </a:cubicBezTo>
                    <a:cubicBezTo>
                      <a:pt x="5009" y="1153"/>
                      <a:pt x="4484" y="726"/>
                      <a:pt x="3872" y="453"/>
                    </a:cubicBezTo>
                    <a:cubicBezTo>
                      <a:pt x="3544" y="267"/>
                      <a:pt x="3194" y="125"/>
                      <a:pt x="2833" y="26"/>
                    </a:cubicBezTo>
                    <a:cubicBezTo>
                      <a:pt x="2769" y="10"/>
                      <a:pt x="2699" y="0"/>
                      <a:pt x="2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
              <p:cNvSpPr/>
              <p:nvPr/>
            </p:nvSpPr>
            <p:spPr>
              <a:xfrm>
                <a:off x="4346925" y="5060488"/>
                <a:ext cx="72475" cy="48000"/>
              </a:xfrm>
              <a:custGeom>
                <a:avLst/>
                <a:gdLst/>
                <a:ahLst/>
                <a:cxnLst/>
                <a:rect l="l" t="t" r="r" b="b"/>
                <a:pathLst>
                  <a:path w="2899" h="1920" extrusionOk="0">
                    <a:moveTo>
                      <a:pt x="33" y="0"/>
                    </a:moveTo>
                    <a:cubicBezTo>
                      <a:pt x="29" y="0"/>
                      <a:pt x="26" y="2"/>
                      <a:pt x="22" y="5"/>
                    </a:cubicBezTo>
                    <a:cubicBezTo>
                      <a:pt x="0" y="27"/>
                      <a:pt x="55" y="93"/>
                      <a:pt x="88" y="147"/>
                    </a:cubicBezTo>
                    <a:cubicBezTo>
                      <a:pt x="131" y="202"/>
                      <a:pt x="164" y="246"/>
                      <a:pt x="186" y="268"/>
                    </a:cubicBezTo>
                    <a:cubicBezTo>
                      <a:pt x="186" y="312"/>
                      <a:pt x="230" y="366"/>
                      <a:pt x="252" y="399"/>
                    </a:cubicBezTo>
                    <a:cubicBezTo>
                      <a:pt x="306" y="476"/>
                      <a:pt x="350" y="541"/>
                      <a:pt x="394" y="618"/>
                    </a:cubicBezTo>
                    <a:cubicBezTo>
                      <a:pt x="438" y="705"/>
                      <a:pt x="492" y="782"/>
                      <a:pt x="525" y="847"/>
                    </a:cubicBezTo>
                    <a:cubicBezTo>
                      <a:pt x="536" y="869"/>
                      <a:pt x="547" y="902"/>
                      <a:pt x="558" y="924"/>
                    </a:cubicBezTo>
                    <a:cubicBezTo>
                      <a:pt x="558" y="935"/>
                      <a:pt x="569" y="935"/>
                      <a:pt x="569" y="946"/>
                    </a:cubicBezTo>
                    <a:cubicBezTo>
                      <a:pt x="591" y="990"/>
                      <a:pt x="602" y="1033"/>
                      <a:pt x="613" y="1066"/>
                    </a:cubicBezTo>
                    <a:cubicBezTo>
                      <a:pt x="624" y="1088"/>
                      <a:pt x="645" y="1110"/>
                      <a:pt x="656" y="1132"/>
                    </a:cubicBezTo>
                    <a:cubicBezTo>
                      <a:pt x="700" y="1165"/>
                      <a:pt x="733" y="1197"/>
                      <a:pt x="766" y="1219"/>
                    </a:cubicBezTo>
                    <a:cubicBezTo>
                      <a:pt x="809" y="1263"/>
                      <a:pt x="842" y="1307"/>
                      <a:pt x="897" y="1351"/>
                    </a:cubicBezTo>
                    <a:cubicBezTo>
                      <a:pt x="952" y="1394"/>
                      <a:pt x="1006" y="1427"/>
                      <a:pt x="1061" y="1471"/>
                    </a:cubicBezTo>
                    <a:cubicBezTo>
                      <a:pt x="1072" y="1482"/>
                      <a:pt x="1083" y="1493"/>
                      <a:pt x="1094" y="1504"/>
                    </a:cubicBezTo>
                    <a:cubicBezTo>
                      <a:pt x="1105" y="1504"/>
                      <a:pt x="1127" y="1515"/>
                      <a:pt x="1138" y="1515"/>
                    </a:cubicBezTo>
                    <a:cubicBezTo>
                      <a:pt x="1159" y="1526"/>
                      <a:pt x="1181" y="1547"/>
                      <a:pt x="1192" y="1558"/>
                    </a:cubicBezTo>
                    <a:cubicBezTo>
                      <a:pt x="1258" y="1591"/>
                      <a:pt x="1334" y="1624"/>
                      <a:pt x="1367" y="1646"/>
                    </a:cubicBezTo>
                    <a:cubicBezTo>
                      <a:pt x="1411" y="1668"/>
                      <a:pt x="1433" y="1690"/>
                      <a:pt x="1466" y="1701"/>
                    </a:cubicBezTo>
                    <a:cubicBezTo>
                      <a:pt x="1498" y="1711"/>
                      <a:pt x="1531" y="1722"/>
                      <a:pt x="1564" y="1733"/>
                    </a:cubicBezTo>
                    <a:cubicBezTo>
                      <a:pt x="1597" y="1744"/>
                      <a:pt x="1641" y="1755"/>
                      <a:pt x="1673" y="1766"/>
                    </a:cubicBezTo>
                    <a:cubicBezTo>
                      <a:pt x="1695" y="1766"/>
                      <a:pt x="1772" y="1766"/>
                      <a:pt x="1805" y="1777"/>
                    </a:cubicBezTo>
                    <a:cubicBezTo>
                      <a:pt x="1848" y="1788"/>
                      <a:pt x="1859" y="1788"/>
                      <a:pt x="1881" y="1788"/>
                    </a:cubicBezTo>
                    <a:lnTo>
                      <a:pt x="1936" y="1799"/>
                    </a:lnTo>
                    <a:cubicBezTo>
                      <a:pt x="1969" y="1810"/>
                      <a:pt x="2013" y="1821"/>
                      <a:pt x="2056" y="1832"/>
                    </a:cubicBezTo>
                    <a:cubicBezTo>
                      <a:pt x="2100" y="1843"/>
                      <a:pt x="2155" y="1854"/>
                      <a:pt x="2198" y="1854"/>
                    </a:cubicBezTo>
                    <a:cubicBezTo>
                      <a:pt x="2220" y="1854"/>
                      <a:pt x="2231" y="1865"/>
                      <a:pt x="2253" y="1865"/>
                    </a:cubicBezTo>
                    <a:cubicBezTo>
                      <a:pt x="2257" y="1868"/>
                      <a:pt x="2265" y="1869"/>
                      <a:pt x="2276" y="1869"/>
                    </a:cubicBezTo>
                    <a:cubicBezTo>
                      <a:pt x="2298" y="1869"/>
                      <a:pt x="2330" y="1865"/>
                      <a:pt x="2352" y="1865"/>
                    </a:cubicBezTo>
                    <a:cubicBezTo>
                      <a:pt x="2373" y="1865"/>
                      <a:pt x="2395" y="1876"/>
                      <a:pt x="2417" y="1886"/>
                    </a:cubicBezTo>
                    <a:cubicBezTo>
                      <a:pt x="2483" y="1886"/>
                      <a:pt x="2548" y="1886"/>
                      <a:pt x="2614" y="1897"/>
                    </a:cubicBezTo>
                    <a:cubicBezTo>
                      <a:pt x="2691" y="1919"/>
                      <a:pt x="2767" y="1919"/>
                      <a:pt x="2855" y="1919"/>
                    </a:cubicBezTo>
                    <a:lnTo>
                      <a:pt x="2898" y="1843"/>
                    </a:lnTo>
                    <a:cubicBezTo>
                      <a:pt x="2877" y="1843"/>
                      <a:pt x="2888" y="1832"/>
                      <a:pt x="2888" y="1821"/>
                    </a:cubicBezTo>
                    <a:lnTo>
                      <a:pt x="2877" y="1821"/>
                    </a:lnTo>
                    <a:cubicBezTo>
                      <a:pt x="2866" y="1810"/>
                      <a:pt x="2855" y="1799"/>
                      <a:pt x="2855" y="1788"/>
                    </a:cubicBezTo>
                    <a:cubicBezTo>
                      <a:pt x="2833" y="1766"/>
                      <a:pt x="2822" y="1744"/>
                      <a:pt x="2811" y="1722"/>
                    </a:cubicBezTo>
                    <a:lnTo>
                      <a:pt x="2767" y="1722"/>
                    </a:lnTo>
                    <a:cubicBezTo>
                      <a:pt x="2727" y="1738"/>
                      <a:pt x="2687" y="1749"/>
                      <a:pt x="2647" y="1749"/>
                    </a:cubicBezTo>
                    <a:cubicBezTo>
                      <a:pt x="2632" y="1749"/>
                      <a:pt x="2618" y="1747"/>
                      <a:pt x="2603" y="1744"/>
                    </a:cubicBezTo>
                    <a:cubicBezTo>
                      <a:pt x="2542" y="1744"/>
                      <a:pt x="2488" y="1758"/>
                      <a:pt x="2435" y="1758"/>
                    </a:cubicBezTo>
                    <a:cubicBezTo>
                      <a:pt x="2422" y="1758"/>
                      <a:pt x="2408" y="1757"/>
                      <a:pt x="2395" y="1755"/>
                    </a:cubicBezTo>
                    <a:cubicBezTo>
                      <a:pt x="2373" y="1755"/>
                      <a:pt x="2352" y="1744"/>
                      <a:pt x="2330" y="1744"/>
                    </a:cubicBezTo>
                    <a:lnTo>
                      <a:pt x="2242" y="1744"/>
                    </a:lnTo>
                    <a:cubicBezTo>
                      <a:pt x="2198" y="1744"/>
                      <a:pt x="2155" y="1733"/>
                      <a:pt x="2122" y="1722"/>
                    </a:cubicBezTo>
                    <a:cubicBezTo>
                      <a:pt x="2111" y="1722"/>
                      <a:pt x="2089" y="1711"/>
                      <a:pt x="2078" y="1711"/>
                    </a:cubicBezTo>
                    <a:lnTo>
                      <a:pt x="2045" y="1711"/>
                    </a:lnTo>
                    <a:cubicBezTo>
                      <a:pt x="1936" y="1701"/>
                      <a:pt x="1827" y="1679"/>
                      <a:pt x="1717" y="1635"/>
                    </a:cubicBezTo>
                    <a:cubicBezTo>
                      <a:pt x="1641" y="1613"/>
                      <a:pt x="1586" y="1558"/>
                      <a:pt x="1509" y="1536"/>
                    </a:cubicBezTo>
                    <a:lnTo>
                      <a:pt x="1422" y="1536"/>
                    </a:lnTo>
                    <a:cubicBezTo>
                      <a:pt x="1400" y="1536"/>
                      <a:pt x="1411" y="1526"/>
                      <a:pt x="1400" y="1526"/>
                    </a:cubicBezTo>
                    <a:lnTo>
                      <a:pt x="1389" y="1526"/>
                    </a:lnTo>
                    <a:cubicBezTo>
                      <a:pt x="1334" y="1504"/>
                      <a:pt x="1280" y="1471"/>
                      <a:pt x="1225" y="1438"/>
                    </a:cubicBezTo>
                    <a:cubicBezTo>
                      <a:pt x="1181" y="1416"/>
                      <a:pt x="1148" y="1394"/>
                      <a:pt x="1105" y="1372"/>
                    </a:cubicBezTo>
                    <a:cubicBezTo>
                      <a:pt x="1094" y="1362"/>
                      <a:pt x="1094" y="1351"/>
                      <a:pt x="1083" y="1329"/>
                    </a:cubicBezTo>
                    <a:lnTo>
                      <a:pt x="995" y="1274"/>
                    </a:lnTo>
                    <a:cubicBezTo>
                      <a:pt x="963" y="1241"/>
                      <a:pt x="908" y="1230"/>
                      <a:pt x="875" y="1208"/>
                    </a:cubicBezTo>
                    <a:cubicBezTo>
                      <a:pt x="799" y="1143"/>
                      <a:pt x="744" y="1077"/>
                      <a:pt x="689" y="1001"/>
                    </a:cubicBezTo>
                    <a:cubicBezTo>
                      <a:pt x="645" y="935"/>
                      <a:pt x="602" y="869"/>
                      <a:pt x="569" y="793"/>
                    </a:cubicBezTo>
                    <a:cubicBezTo>
                      <a:pt x="536" y="738"/>
                      <a:pt x="492" y="683"/>
                      <a:pt x="470" y="618"/>
                    </a:cubicBezTo>
                    <a:cubicBezTo>
                      <a:pt x="459" y="596"/>
                      <a:pt x="449" y="585"/>
                      <a:pt x="427" y="563"/>
                    </a:cubicBezTo>
                    <a:cubicBezTo>
                      <a:pt x="416" y="541"/>
                      <a:pt x="416" y="519"/>
                      <a:pt x="405" y="497"/>
                    </a:cubicBezTo>
                    <a:cubicBezTo>
                      <a:pt x="394" y="476"/>
                      <a:pt x="372" y="465"/>
                      <a:pt x="361" y="443"/>
                    </a:cubicBezTo>
                    <a:cubicBezTo>
                      <a:pt x="339" y="421"/>
                      <a:pt x="317" y="355"/>
                      <a:pt x="295" y="322"/>
                    </a:cubicBezTo>
                    <a:cubicBezTo>
                      <a:pt x="263" y="279"/>
                      <a:pt x="252" y="279"/>
                      <a:pt x="241" y="257"/>
                    </a:cubicBezTo>
                    <a:cubicBezTo>
                      <a:pt x="186" y="180"/>
                      <a:pt x="142" y="104"/>
                      <a:pt x="99" y="38"/>
                    </a:cubicBezTo>
                    <a:cubicBezTo>
                      <a:pt x="71" y="38"/>
                      <a:pt x="51"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7"/>
              <p:cNvSpPr/>
              <p:nvPr/>
            </p:nvSpPr>
            <p:spPr>
              <a:xfrm>
                <a:off x="4347450" y="5001813"/>
                <a:ext cx="88625" cy="60775"/>
              </a:xfrm>
              <a:custGeom>
                <a:avLst/>
                <a:gdLst/>
                <a:ahLst/>
                <a:cxnLst/>
                <a:rect l="l" t="t" r="r" b="b"/>
                <a:pathLst>
                  <a:path w="3545" h="2431" extrusionOk="0">
                    <a:moveTo>
                      <a:pt x="238" y="0"/>
                    </a:moveTo>
                    <a:cubicBezTo>
                      <a:pt x="172" y="0"/>
                      <a:pt x="108" y="12"/>
                      <a:pt x="45" y="34"/>
                    </a:cubicBezTo>
                    <a:cubicBezTo>
                      <a:pt x="23" y="55"/>
                      <a:pt x="12" y="77"/>
                      <a:pt x="1" y="110"/>
                    </a:cubicBezTo>
                    <a:cubicBezTo>
                      <a:pt x="6" y="109"/>
                      <a:pt x="9" y="108"/>
                      <a:pt x="13" y="108"/>
                    </a:cubicBezTo>
                    <a:cubicBezTo>
                      <a:pt x="31" y="108"/>
                      <a:pt x="26" y="132"/>
                      <a:pt x="45" y="132"/>
                    </a:cubicBezTo>
                    <a:cubicBezTo>
                      <a:pt x="56" y="132"/>
                      <a:pt x="67" y="143"/>
                      <a:pt x="67" y="165"/>
                    </a:cubicBezTo>
                    <a:cubicBezTo>
                      <a:pt x="88" y="165"/>
                      <a:pt x="110" y="187"/>
                      <a:pt x="132" y="209"/>
                    </a:cubicBezTo>
                    <a:lnTo>
                      <a:pt x="187" y="209"/>
                    </a:lnTo>
                    <a:cubicBezTo>
                      <a:pt x="242" y="176"/>
                      <a:pt x="296" y="165"/>
                      <a:pt x="362" y="165"/>
                    </a:cubicBezTo>
                    <a:lnTo>
                      <a:pt x="603" y="165"/>
                    </a:lnTo>
                    <a:cubicBezTo>
                      <a:pt x="624" y="176"/>
                      <a:pt x="646" y="176"/>
                      <a:pt x="668" y="187"/>
                    </a:cubicBezTo>
                    <a:lnTo>
                      <a:pt x="701" y="187"/>
                    </a:lnTo>
                    <a:cubicBezTo>
                      <a:pt x="723" y="187"/>
                      <a:pt x="756" y="198"/>
                      <a:pt x="778" y="198"/>
                    </a:cubicBezTo>
                    <a:cubicBezTo>
                      <a:pt x="821" y="209"/>
                      <a:pt x="876" y="220"/>
                      <a:pt x="920" y="241"/>
                    </a:cubicBezTo>
                    <a:cubicBezTo>
                      <a:pt x="931" y="252"/>
                      <a:pt x="942" y="263"/>
                      <a:pt x="963" y="274"/>
                    </a:cubicBezTo>
                    <a:cubicBezTo>
                      <a:pt x="967" y="278"/>
                      <a:pt x="970" y="279"/>
                      <a:pt x="971" y="279"/>
                    </a:cubicBezTo>
                    <a:cubicBezTo>
                      <a:pt x="974" y="279"/>
                      <a:pt x="974" y="274"/>
                      <a:pt x="974" y="274"/>
                    </a:cubicBezTo>
                    <a:cubicBezTo>
                      <a:pt x="985" y="274"/>
                      <a:pt x="985" y="285"/>
                      <a:pt x="996" y="285"/>
                    </a:cubicBezTo>
                    <a:cubicBezTo>
                      <a:pt x="1117" y="329"/>
                      <a:pt x="1226" y="405"/>
                      <a:pt x="1313" y="504"/>
                    </a:cubicBezTo>
                    <a:cubicBezTo>
                      <a:pt x="1368" y="569"/>
                      <a:pt x="1390" y="635"/>
                      <a:pt x="1456" y="712"/>
                    </a:cubicBezTo>
                    <a:cubicBezTo>
                      <a:pt x="1477" y="723"/>
                      <a:pt x="1510" y="744"/>
                      <a:pt x="1532" y="766"/>
                    </a:cubicBezTo>
                    <a:cubicBezTo>
                      <a:pt x="1543" y="766"/>
                      <a:pt x="1543" y="777"/>
                      <a:pt x="1554" y="788"/>
                    </a:cubicBezTo>
                    <a:cubicBezTo>
                      <a:pt x="1565" y="788"/>
                      <a:pt x="1565" y="788"/>
                      <a:pt x="1576" y="799"/>
                    </a:cubicBezTo>
                    <a:cubicBezTo>
                      <a:pt x="1620" y="843"/>
                      <a:pt x="1652" y="919"/>
                      <a:pt x="1707" y="974"/>
                    </a:cubicBezTo>
                    <a:cubicBezTo>
                      <a:pt x="1762" y="1029"/>
                      <a:pt x="1795" y="1051"/>
                      <a:pt x="1849" y="1094"/>
                    </a:cubicBezTo>
                    <a:cubicBezTo>
                      <a:pt x="1860" y="1105"/>
                      <a:pt x="1860" y="1116"/>
                      <a:pt x="1882" y="1138"/>
                    </a:cubicBezTo>
                    <a:cubicBezTo>
                      <a:pt x="1915" y="1171"/>
                      <a:pt x="1959" y="1193"/>
                      <a:pt x="2002" y="1215"/>
                    </a:cubicBezTo>
                    <a:cubicBezTo>
                      <a:pt x="2057" y="1248"/>
                      <a:pt x="2123" y="1248"/>
                      <a:pt x="2177" y="1269"/>
                    </a:cubicBezTo>
                    <a:cubicBezTo>
                      <a:pt x="2287" y="1302"/>
                      <a:pt x="2396" y="1357"/>
                      <a:pt x="2506" y="1401"/>
                    </a:cubicBezTo>
                    <a:cubicBezTo>
                      <a:pt x="2593" y="1455"/>
                      <a:pt x="2670" y="1510"/>
                      <a:pt x="2746" y="1576"/>
                    </a:cubicBezTo>
                    <a:cubicBezTo>
                      <a:pt x="2823" y="1619"/>
                      <a:pt x="2888" y="1663"/>
                      <a:pt x="2943" y="1729"/>
                    </a:cubicBezTo>
                    <a:cubicBezTo>
                      <a:pt x="2965" y="1751"/>
                      <a:pt x="2998" y="1762"/>
                      <a:pt x="3020" y="1784"/>
                    </a:cubicBezTo>
                    <a:cubicBezTo>
                      <a:pt x="3042" y="1794"/>
                      <a:pt x="3052" y="1827"/>
                      <a:pt x="3074" y="1838"/>
                    </a:cubicBezTo>
                    <a:cubicBezTo>
                      <a:pt x="3085" y="1860"/>
                      <a:pt x="3118" y="1871"/>
                      <a:pt x="3140" y="1893"/>
                    </a:cubicBezTo>
                    <a:cubicBezTo>
                      <a:pt x="3173" y="1937"/>
                      <a:pt x="3206" y="1980"/>
                      <a:pt x="3238" y="2035"/>
                    </a:cubicBezTo>
                    <a:cubicBezTo>
                      <a:pt x="3260" y="2057"/>
                      <a:pt x="3293" y="2079"/>
                      <a:pt x="3304" y="2101"/>
                    </a:cubicBezTo>
                    <a:cubicBezTo>
                      <a:pt x="3370" y="2188"/>
                      <a:pt x="3413" y="2276"/>
                      <a:pt x="3446" y="2374"/>
                    </a:cubicBezTo>
                    <a:cubicBezTo>
                      <a:pt x="3476" y="2384"/>
                      <a:pt x="3488" y="2430"/>
                      <a:pt x="3514" y="2430"/>
                    </a:cubicBezTo>
                    <a:cubicBezTo>
                      <a:pt x="3517" y="2430"/>
                      <a:pt x="3520" y="2430"/>
                      <a:pt x="3523" y="2429"/>
                    </a:cubicBezTo>
                    <a:cubicBezTo>
                      <a:pt x="3545" y="2407"/>
                      <a:pt x="3501" y="2319"/>
                      <a:pt x="3468" y="2254"/>
                    </a:cubicBezTo>
                    <a:cubicBezTo>
                      <a:pt x="3435" y="2199"/>
                      <a:pt x="3402" y="2144"/>
                      <a:pt x="3370" y="2101"/>
                    </a:cubicBezTo>
                    <a:cubicBezTo>
                      <a:pt x="3370" y="2046"/>
                      <a:pt x="3304" y="1991"/>
                      <a:pt x="3260" y="1937"/>
                    </a:cubicBezTo>
                    <a:cubicBezTo>
                      <a:pt x="3184" y="1849"/>
                      <a:pt x="3107" y="1784"/>
                      <a:pt x="3031" y="1707"/>
                    </a:cubicBezTo>
                    <a:cubicBezTo>
                      <a:pt x="2943" y="1630"/>
                      <a:pt x="2856" y="1565"/>
                      <a:pt x="2768" y="1510"/>
                    </a:cubicBezTo>
                    <a:cubicBezTo>
                      <a:pt x="2746" y="1488"/>
                      <a:pt x="2702" y="1444"/>
                      <a:pt x="2692" y="1434"/>
                    </a:cubicBezTo>
                    <a:cubicBezTo>
                      <a:pt x="2681" y="1434"/>
                      <a:pt x="2670" y="1434"/>
                      <a:pt x="2670" y="1423"/>
                    </a:cubicBezTo>
                    <a:cubicBezTo>
                      <a:pt x="2615" y="1390"/>
                      <a:pt x="2571" y="1346"/>
                      <a:pt x="2538" y="1324"/>
                    </a:cubicBezTo>
                    <a:cubicBezTo>
                      <a:pt x="2506" y="1302"/>
                      <a:pt x="2473" y="1291"/>
                      <a:pt x="2451" y="1269"/>
                    </a:cubicBezTo>
                    <a:cubicBezTo>
                      <a:pt x="2396" y="1248"/>
                      <a:pt x="2331" y="1248"/>
                      <a:pt x="2287" y="1226"/>
                    </a:cubicBezTo>
                    <a:cubicBezTo>
                      <a:pt x="2221" y="1204"/>
                      <a:pt x="2156" y="1171"/>
                      <a:pt x="2101" y="1127"/>
                    </a:cubicBezTo>
                    <a:cubicBezTo>
                      <a:pt x="2035" y="1094"/>
                      <a:pt x="1970" y="1051"/>
                      <a:pt x="1915" y="1007"/>
                    </a:cubicBezTo>
                    <a:cubicBezTo>
                      <a:pt x="1904" y="996"/>
                      <a:pt x="1893" y="974"/>
                      <a:pt x="1882" y="963"/>
                    </a:cubicBezTo>
                    <a:cubicBezTo>
                      <a:pt x="1871" y="952"/>
                      <a:pt x="1849" y="941"/>
                      <a:pt x="1838" y="930"/>
                    </a:cubicBezTo>
                    <a:cubicBezTo>
                      <a:pt x="1817" y="919"/>
                      <a:pt x="1806" y="898"/>
                      <a:pt x="1795" y="876"/>
                    </a:cubicBezTo>
                    <a:cubicBezTo>
                      <a:pt x="1751" y="821"/>
                      <a:pt x="1696" y="755"/>
                      <a:pt x="1652" y="701"/>
                    </a:cubicBezTo>
                    <a:cubicBezTo>
                      <a:pt x="1620" y="657"/>
                      <a:pt x="1620" y="624"/>
                      <a:pt x="1598" y="591"/>
                    </a:cubicBezTo>
                    <a:cubicBezTo>
                      <a:pt x="1576" y="569"/>
                      <a:pt x="1543" y="537"/>
                      <a:pt x="1521" y="504"/>
                    </a:cubicBezTo>
                    <a:cubicBezTo>
                      <a:pt x="1488" y="482"/>
                      <a:pt x="1456" y="449"/>
                      <a:pt x="1423" y="427"/>
                    </a:cubicBezTo>
                    <a:cubicBezTo>
                      <a:pt x="1379" y="394"/>
                      <a:pt x="1335" y="362"/>
                      <a:pt x="1292" y="340"/>
                    </a:cubicBezTo>
                    <a:cubicBezTo>
                      <a:pt x="1259" y="318"/>
                      <a:pt x="1204" y="274"/>
                      <a:pt x="1160" y="252"/>
                    </a:cubicBezTo>
                    <a:cubicBezTo>
                      <a:pt x="1117" y="220"/>
                      <a:pt x="1073" y="198"/>
                      <a:pt x="1029" y="176"/>
                    </a:cubicBezTo>
                    <a:cubicBezTo>
                      <a:pt x="985" y="154"/>
                      <a:pt x="942" y="132"/>
                      <a:pt x="909" y="121"/>
                    </a:cubicBezTo>
                    <a:lnTo>
                      <a:pt x="865" y="110"/>
                    </a:lnTo>
                    <a:cubicBezTo>
                      <a:pt x="843" y="99"/>
                      <a:pt x="821" y="88"/>
                      <a:pt x="799" y="77"/>
                    </a:cubicBezTo>
                    <a:cubicBezTo>
                      <a:pt x="778" y="66"/>
                      <a:pt x="723" y="66"/>
                      <a:pt x="679" y="55"/>
                    </a:cubicBezTo>
                    <a:lnTo>
                      <a:pt x="603" y="34"/>
                    </a:lnTo>
                    <a:cubicBezTo>
                      <a:pt x="515" y="23"/>
                      <a:pt x="428" y="12"/>
                      <a:pt x="351" y="12"/>
                    </a:cubicBezTo>
                    <a:cubicBezTo>
                      <a:pt x="312" y="4"/>
                      <a:pt x="275"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1" name="Google Shape;1011;p7"/>
            <p:cNvGrpSpPr/>
            <p:nvPr/>
          </p:nvGrpSpPr>
          <p:grpSpPr>
            <a:xfrm rot="10800000">
              <a:off x="5989680" y="783475"/>
              <a:ext cx="61825" cy="42450"/>
              <a:chOff x="4695825" y="4574513"/>
              <a:chExt cx="61825" cy="42450"/>
            </a:xfrm>
          </p:grpSpPr>
          <p:sp>
            <p:nvSpPr>
              <p:cNvPr id="1012" name="Google Shape;1012;p7"/>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7"/>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7"/>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7"/>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7"/>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7" name="Google Shape;1017;p7"/>
            <p:cNvSpPr/>
            <p:nvPr/>
          </p:nvSpPr>
          <p:spPr>
            <a:xfrm rot="10800000">
              <a:off x="6519767" y="414000"/>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8" name="Google Shape;1018;p7"/>
            <p:cNvGrpSpPr/>
            <p:nvPr/>
          </p:nvGrpSpPr>
          <p:grpSpPr>
            <a:xfrm rot="10800000" flipH="1">
              <a:off x="6549192" y="553025"/>
              <a:ext cx="203475" cy="175550"/>
              <a:chOff x="292325" y="4360000"/>
              <a:chExt cx="203475" cy="175550"/>
            </a:xfrm>
          </p:grpSpPr>
          <p:sp>
            <p:nvSpPr>
              <p:cNvPr id="1019" name="Google Shape;1019;p7"/>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7"/>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7"/>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7"/>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1023;p7"/>
            <p:cNvGrpSpPr/>
            <p:nvPr/>
          </p:nvGrpSpPr>
          <p:grpSpPr>
            <a:xfrm rot="10800000" flipH="1">
              <a:off x="6270117" y="655500"/>
              <a:ext cx="45400" cy="562075"/>
              <a:chOff x="89450" y="3718600"/>
              <a:chExt cx="45400" cy="562075"/>
            </a:xfrm>
          </p:grpSpPr>
          <p:sp>
            <p:nvSpPr>
              <p:cNvPr id="1024" name="Google Shape;1024;p7"/>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7"/>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7"/>
              <p:cNvSpPr/>
              <p:nvPr/>
            </p:nvSpPr>
            <p:spPr>
              <a:xfrm flipH="1">
                <a:off x="99825" y="37186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 name="Google Shape;1027;p7"/>
            <p:cNvGrpSpPr/>
            <p:nvPr/>
          </p:nvGrpSpPr>
          <p:grpSpPr>
            <a:xfrm rot="10800000" flipH="1">
              <a:off x="6374842" y="428225"/>
              <a:ext cx="47875" cy="30925"/>
              <a:chOff x="194175" y="4477025"/>
              <a:chExt cx="47875" cy="30925"/>
            </a:xfrm>
          </p:grpSpPr>
          <p:sp>
            <p:nvSpPr>
              <p:cNvPr id="1028" name="Google Shape;1028;p7"/>
              <p:cNvSpPr/>
              <p:nvPr/>
            </p:nvSpPr>
            <p:spPr>
              <a:xfrm flipH="1">
                <a:off x="206750" y="4483600"/>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7"/>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7"/>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7"/>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7"/>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7"/>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4" name="Google Shape;1034;p7"/>
            <p:cNvSpPr/>
            <p:nvPr/>
          </p:nvSpPr>
          <p:spPr>
            <a:xfrm rot="10800000">
              <a:off x="7111442" y="7687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7"/>
            <p:cNvSpPr/>
            <p:nvPr/>
          </p:nvSpPr>
          <p:spPr>
            <a:xfrm rot="10800000">
              <a:off x="7330092" y="819100"/>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7"/>
            <p:cNvSpPr/>
            <p:nvPr/>
          </p:nvSpPr>
          <p:spPr>
            <a:xfrm rot="10800000">
              <a:off x="6906292" y="680750"/>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7"/>
            <p:cNvSpPr/>
            <p:nvPr/>
          </p:nvSpPr>
          <p:spPr>
            <a:xfrm rot="10800000">
              <a:off x="6918492" y="73863"/>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7"/>
            <p:cNvGrpSpPr/>
            <p:nvPr/>
          </p:nvGrpSpPr>
          <p:grpSpPr>
            <a:xfrm rot="10800000" flipH="1">
              <a:off x="6499792" y="224025"/>
              <a:ext cx="78775" cy="92925"/>
              <a:chOff x="319125" y="4619225"/>
              <a:chExt cx="78775" cy="92925"/>
            </a:xfrm>
          </p:grpSpPr>
          <p:sp>
            <p:nvSpPr>
              <p:cNvPr id="1039" name="Google Shape;1039;p7"/>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7"/>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7"/>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7"/>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7"/>
            <p:cNvGrpSpPr/>
            <p:nvPr/>
          </p:nvGrpSpPr>
          <p:grpSpPr>
            <a:xfrm rot="10800000" flipH="1">
              <a:off x="5662392" y="460375"/>
              <a:ext cx="56075" cy="56075"/>
              <a:chOff x="327875" y="5038950"/>
              <a:chExt cx="56075" cy="56075"/>
            </a:xfrm>
          </p:grpSpPr>
          <p:sp>
            <p:nvSpPr>
              <p:cNvPr id="1044" name="Google Shape;1044;p7"/>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7"/>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7"/>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7"/>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7"/>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9" name="Google Shape;1049;p7"/>
            <p:cNvSpPr/>
            <p:nvPr/>
          </p:nvSpPr>
          <p:spPr>
            <a:xfrm rot="10800000" flipH="1">
              <a:off x="6206642" y="559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7"/>
            <p:cNvSpPr/>
            <p:nvPr/>
          </p:nvSpPr>
          <p:spPr>
            <a:xfrm rot="-3850221">
              <a:off x="8795443" y="4393340"/>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1" name="Google Shape;1051;p7"/>
            <p:cNvGrpSpPr/>
            <p:nvPr/>
          </p:nvGrpSpPr>
          <p:grpSpPr>
            <a:xfrm rot="-5994923">
              <a:off x="8771503" y="4378037"/>
              <a:ext cx="69589" cy="73625"/>
              <a:chOff x="175149" y="495436"/>
              <a:chExt cx="69586" cy="73623"/>
            </a:xfrm>
          </p:grpSpPr>
          <p:sp>
            <p:nvSpPr>
              <p:cNvPr id="1052" name="Google Shape;1052;p7"/>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7"/>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7"/>
            <p:cNvGrpSpPr/>
            <p:nvPr/>
          </p:nvGrpSpPr>
          <p:grpSpPr>
            <a:xfrm rot="-5994923">
              <a:off x="9048660" y="4457489"/>
              <a:ext cx="35280" cy="33989"/>
              <a:chOff x="88792" y="761095"/>
              <a:chExt cx="35279" cy="33988"/>
            </a:xfrm>
          </p:grpSpPr>
          <p:sp>
            <p:nvSpPr>
              <p:cNvPr id="1055" name="Google Shape;1055;p7"/>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7"/>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7"/>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7"/>
            <p:cNvGrpSpPr/>
            <p:nvPr/>
          </p:nvGrpSpPr>
          <p:grpSpPr>
            <a:xfrm rot="-3850221">
              <a:off x="8539691" y="4497135"/>
              <a:ext cx="55825" cy="44400"/>
              <a:chOff x="8347600" y="1441475"/>
              <a:chExt cx="55825" cy="44400"/>
            </a:xfrm>
          </p:grpSpPr>
          <p:sp>
            <p:nvSpPr>
              <p:cNvPr id="1059" name="Google Shape;1059;p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7"/>
            <p:cNvSpPr/>
            <p:nvPr/>
          </p:nvSpPr>
          <p:spPr>
            <a:xfrm rot="-3850221">
              <a:off x="8781873" y="4868160"/>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7"/>
            <p:cNvSpPr/>
            <p:nvPr/>
          </p:nvSpPr>
          <p:spPr>
            <a:xfrm rot="-3850221">
              <a:off x="8506165" y="428142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7"/>
            <p:cNvSpPr/>
            <p:nvPr/>
          </p:nvSpPr>
          <p:spPr>
            <a:xfrm rot="-3850221">
              <a:off x="8602267" y="3978691"/>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7"/>
            <p:cNvSpPr/>
            <p:nvPr/>
          </p:nvSpPr>
          <p:spPr>
            <a:xfrm rot="-3850221">
              <a:off x="8205504" y="38075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7"/>
            <p:cNvSpPr/>
            <p:nvPr/>
          </p:nvSpPr>
          <p:spPr>
            <a:xfrm rot="-3850221">
              <a:off x="9009020" y="4789547"/>
              <a:ext cx="72201"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7"/>
            <p:cNvSpPr/>
            <p:nvPr/>
          </p:nvSpPr>
          <p:spPr>
            <a:xfrm rot="10800000">
              <a:off x="8467996" y="3618256"/>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7"/>
            <p:cNvGrpSpPr/>
            <p:nvPr/>
          </p:nvGrpSpPr>
          <p:grpSpPr>
            <a:xfrm rot="-9237154">
              <a:off x="4879673" y="795903"/>
              <a:ext cx="39674" cy="33499"/>
              <a:chOff x="1171975" y="3874200"/>
              <a:chExt cx="39675" cy="33500"/>
            </a:xfrm>
          </p:grpSpPr>
          <p:sp>
            <p:nvSpPr>
              <p:cNvPr id="1069" name="Google Shape;1069;p7"/>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7"/>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7"/>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7"/>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7"/>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4" name="Google Shape;1074;p7"/>
            <p:cNvSpPr/>
            <p:nvPr/>
          </p:nvSpPr>
          <p:spPr>
            <a:xfrm rot="-9237154" flipH="1">
              <a:off x="5226941" y="672100"/>
              <a:ext cx="25199" cy="21324"/>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7"/>
            <p:cNvSpPr/>
            <p:nvPr/>
          </p:nvSpPr>
          <p:spPr>
            <a:xfrm rot="-9237154" flipH="1">
              <a:off x="5035560" y="510507"/>
              <a:ext cx="33874" cy="26374"/>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7"/>
            <p:cNvSpPr/>
            <p:nvPr/>
          </p:nvSpPr>
          <p:spPr>
            <a:xfrm rot="-9237154" flipH="1">
              <a:off x="4564299" y="743492"/>
              <a:ext cx="19824" cy="17499"/>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7" name="Google Shape;1077;p7"/>
            <p:cNvGrpSpPr/>
            <p:nvPr/>
          </p:nvGrpSpPr>
          <p:grpSpPr>
            <a:xfrm rot="-9237154">
              <a:off x="5194825" y="327694"/>
              <a:ext cx="33674" cy="35674"/>
              <a:chOff x="4304250" y="4768863"/>
              <a:chExt cx="33675" cy="35675"/>
            </a:xfrm>
          </p:grpSpPr>
          <p:sp>
            <p:nvSpPr>
              <p:cNvPr id="1078" name="Google Shape;1078;p7"/>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7"/>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7"/>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7"/>
            <p:cNvGrpSpPr/>
            <p:nvPr/>
          </p:nvGrpSpPr>
          <p:grpSpPr>
            <a:xfrm rot="-9237154">
              <a:off x="4661735" y="431844"/>
              <a:ext cx="123896" cy="117746"/>
              <a:chOff x="4877375" y="4089763"/>
              <a:chExt cx="123900" cy="117750"/>
            </a:xfrm>
          </p:grpSpPr>
          <p:sp>
            <p:nvSpPr>
              <p:cNvPr id="1082" name="Google Shape;1082;p7"/>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7"/>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7"/>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7"/>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7"/>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45"/>
        <p:cNvGrpSpPr/>
        <p:nvPr/>
      </p:nvGrpSpPr>
      <p:grpSpPr>
        <a:xfrm>
          <a:off x="0" y="0"/>
          <a:ext cx="0" cy="0"/>
          <a:chOff x="0" y="0"/>
          <a:chExt cx="0" cy="0"/>
        </a:xfrm>
      </p:grpSpPr>
      <p:sp>
        <p:nvSpPr>
          <p:cNvPr id="1446" name="Google Shape;1446;p10"/>
          <p:cNvSpPr txBox="1">
            <a:spLocks noGrp="1"/>
          </p:cNvSpPr>
          <p:nvPr>
            <p:ph type="title"/>
          </p:nvPr>
        </p:nvSpPr>
        <p:spPr>
          <a:xfrm flipH="1">
            <a:off x="6035080" y="1532701"/>
            <a:ext cx="2389200" cy="2078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grpSp>
        <p:nvGrpSpPr>
          <p:cNvPr id="1447" name="Google Shape;1447;p10"/>
          <p:cNvGrpSpPr/>
          <p:nvPr/>
        </p:nvGrpSpPr>
        <p:grpSpPr>
          <a:xfrm flipH="1">
            <a:off x="8131480" y="43750"/>
            <a:ext cx="930000" cy="1467575"/>
            <a:chOff x="82800" y="43750"/>
            <a:chExt cx="930000" cy="1467575"/>
          </a:xfrm>
        </p:grpSpPr>
        <p:sp>
          <p:nvSpPr>
            <p:cNvPr id="1448" name="Google Shape;1448;p10"/>
            <p:cNvSpPr/>
            <p:nvPr/>
          </p:nvSpPr>
          <p:spPr>
            <a:xfrm rot="10800000">
              <a:off x="777213" y="1180300"/>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0"/>
            <p:cNvSpPr/>
            <p:nvPr/>
          </p:nvSpPr>
          <p:spPr>
            <a:xfrm rot="10800000">
              <a:off x="454725" y="1453875"/>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0" name="Google Shape;1450;p10"/>
            <p:cNvGrpSpPr/>
            <p:nvPr/>
          </p:nvGrpSpPr>
          <p:grpSpPr>
            <a:xfrm rot="10800000">
              <a:off x="488925" y="1039788"/>
              <a:ext cx="76300" cy="134575"/>
              <a:chOff x="8292650" y="153875"/>
              <a:chExt cx="76300" cy="134575"/>
            </a:xfrm>
          </p:grpSpPr>
          <p:sp>
            <p:nvSpPr>
              <p:cNvPr id="1451" name="Google Shape;1451;p10"/>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0"/>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0"/>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4" name="Google Shape;1454;p10"/>
            <p:cNvSpPr/>
            <p:nvPr/>
          </p:nvSpPr>
          <p:spPr>
            <a:xfrm rot="10800000">
              <a:off x="139038" y="1082238"/>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0"/>
            <p:cNvSpPr/>
            <p:nvPr/>
          </p:nvSpPr>
          <p:spPr>
            <a:xfrm rot="10800000">
              <a:off x="865650" y="1472150"/>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0"/>
            <p:cNvSpPr/>
            <p:nvPr/>
          </p:nvSpPr>
          <p:spPr>
            <a:xfrm rot="10800000">
              <a:off x="395925" y="475838"/>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7" name="Google Shape;1457;p10"/>
            <p:cNvGrpSpPr/>
            <p:nvPr/>
          </p:nvGrpSpPr>
          <p:grpSpPr>
            <a:xfrm rot="10800000" flipH="1">
              <a:off x="425350" y="614863"/>
              <a:ext cx="203475" cy="175550"/>
              <a:chOff x="292325" y="4360000"/>
              <a:chExt cx="203475" cy="175550"/>
            </a:xfrm>
          </p:grpSpPr>
          <p:sp>
            <p:nvSpPr>
              <p:cNvPr id="1458" name="Google Shape;1458;p10"/>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0"/>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0"/>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0"/>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2" name="Google Shape;1462;p10"/>
            <p:cNvGrpSpPr/>
            <p:nvPr/>
          </p:nvGrpSpPr>
          <p:grpSpPr>
            <a:xfrm rot="10800000" flipH="1">
              <a:off x="146275" y="717338"/>
              <a:ext cx="45400" cy="562075"/>
              <a:chOff x="89450" y="3718600"/>
              <a:chExt cx="45400" cy="562075"/>
            </a:xfrm>
          </p:grpSpPr>
          <p:sp>
            <p:nvSpPr>
              <p:cNvPr id="1463" name="Google Shape;1463;p10"/>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0"/>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0"/>
              <p:cNvSpPr/>
              <p:nvPr/>
            </p:nvSpPr>
            <p:spPr>
              <a:xfrm flipH="1">
                <a:off x="99825" y="37186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6" name="Google Shape;1466;p10"/>
            <p:cNvGrpSpPr/>
            <p:nvPr/>
          </p:nvGrpSpPr>
          <p:grpSpPr>
            <a:xfrm rot="10800000" flipH="1">
              <a:off x="251000" y="490063"/>
              <a:ext cx="47875" cy="30925"/>
              <a:chOff x="194175" y="4477025"/>
              <a:chExt cx="47875" cy="30925"/>
            </a:xfrm>
          </p:grpSpPr>
          <p:sp>
            <p:nvSpPr>
              <p:cNvPr id="1467" name="Google Shape;1467;p10"/>
              <p:cNvSpPr/>
              <p:nvPr/>
            </p:nvSpPr>
            <p:spPr>
              <a:xfrm flipH="1">
                <a:off x="206750" y="4483600"/>
                <a:ext cx="25" cy="25"/>
              </a:xfrm>
              <a:custGeom>
                <a:avLst/>
                <a:gdLst/>
                <a:ahLst/>
                <a:cxnLst/>
                <a:rect l="l" t="t" r="r" b="b"/>
                <a:pathLst>
                  <a:path w="1" h="1" extrusionOk="0">
                    <a:moveTo>
                      <a:pt x="1" y="0"/>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0"/>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0"/>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0"/>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0"/>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0"/>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3" name="Google Shape;1473;p10"/>
            <p:cNvGrpSpPr/>
            <p:nvPr/>
          </p:nvGrpSpPr>
          <p:grpSpPr>
            <a:xfrm rot="10800000" flipH="1">
              <a:off x="729225" y="421638"/>
              <a:ext cx="44325" cy="58425"/>
              <a:chOff x="672400" y="4517950"/>
              <a:chExt cx="44325" cy="58425"/>
            </a:xfrm>
          </p:grpSpPr>
          <p:sp>
            <p:nvSpPr>
              <p:cNvPr id="1474" name="Google Shape;1474;p10"/>
              <p:cNvSpPr/>
              <p:nvPr/>
            </p:nvSpPr>
            <p:spPr>
              <a:xfrm flipH="1">
                <a:off x="710150" y="4539925"/>
                <a:ext cx="25" cy="25"/>
              </a:xfrm>
              <a:custGeom>
                <a:avLst/>
                <a:gdLst/>
                <a:ahLst/>
                <a:cxnLst/>
                <a:rect l="l" t="t" r="r" b="b"/>
                <a:pathLst>
                  <a:path w="1" h="1" extrusionOk="0">
                    <a:moveTo>
                      <a:pt x="1" y="0"/>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0"/>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0"/>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0"/>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0"/>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0"/>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0" name="Google Shape;1480;p10"/>
            <p:cNvSpPr/>
            <p:nvPr/>
          </p:nvSpPr>
          <p:spPr>
            <a:xfrm rot="10800000">
              <a:off x="987600" y="830538"/>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0"/>
            <p:cNvSpPr/>
            <p:nvPr/>
          </p:nvSpPr>
          <p:spPr>
            <a:xfrm rot="10800000">
              <a:off x="782450" y="742588"/>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2" name="Google Shape;1482;p10"/>
            <p:cNvGrpSpPr/>
            <p:nvPr/>
          </p:nvGrpSpPr>
          <p:grpSpPr>
            <a:xfrm rot="10800000" flipH="1">
              <a:off x="465113" y="43750"/>
              <a:ext cx="123900" cy="117750"/>
              <a:chOff x="4877375" y="4089763"/>
              <a:chExt cx="123900" cy="117750"/>
            </a:xfrm>
          </p:grpSpPr>
          <p:sp>
            <p:nvSpPr>
              <p:cNvPr id="1483" name="Google Shape;1483;p10"/>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0"/>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0"/>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0"/>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0"/>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10"/>
            <p:cNvGrpSpPr/>
            <p:nvPr/>
          </p:nvGrpSpPr>
          <p:grpSpPr>
            <a:xfrm rot="10800000" flipH="1">
              <a:off x="375950" y="285863"/>
              <a:ext cx="78775" cy="92925"/>
              <a:chOff x="319125" y="4619225"/>
              <a:chExt cx="78775" cy="92925"/>
            </a:xfrm>
          </p:grpSpPr>
          <p:sp>
            <p:nvSpPr>
              <p:cNvPr id="1489" name="Google Shape;1489;p10"/>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0"/>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0"/>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0"/>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3" name="Google Shape;1493;p10"/>
            <p:cNvSpPr/>
            <p:nvPr/>
          </p:nvSpPr>
          <p:spPr>
            <a:xfrm rot="10800000">
              <a:off x="779275" y="192813"/>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0"/>
            <p:cNvSpPr/>
            <p:nvPr/>
          </p:nvSpPr>
          <p:spPr>
            <a:xfrm rot="10800000" flipH="1">
              <a:off x="82800" y="117738"/>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5" name="Google Shape;1495;p10"/>
          <p:cNvGrpSpPr/>
          <p:nvPr/>
        </p:nvGrpSpPr>
        <p:grpSpPr>
          <a:xfrm>
            <a:off x="685800" y="1654313"/>
            <a:ext cx="176800" cy="169463"/>
            <a:chOff x="676275" y="560000"/>
            <a:chExt cx="176800" cy="169463"/>
          </a:xfrm>
        </p:grpSpPr>
        <p:sp>
          <p:nvSpPr>
            <p:cNvPr id="1496" name="Google Shape;1496;p10"/>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0"/>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8" name="Google Shape;1498;p10"/>
          <p:cNvGrpSpPr/>
          <p:nvPr/>
        </p:nvGrpSpPr>
        <p:grpSpPr>
          <a:xfrm flipH="1">
            <a:off x="5215501" y="3374221"/>
            <a:ext cx="825154" cy="830729"/>
            <a:chOff x="3103625" y="3374221"/>
            <a:chExt cx="825154" cy="830729"/>
          </a:xfrm>
        </p:grpSpPr>
        <p:grpSp>
          <p:nvGrpSpPr>
            <p:cNvPr id="1499" name="Google Shape;1499;p10"/>
            <p:cNvGrpSpPr/>
            <p:nvPr/>
          </p:nvGrpSpPr>
          <p:grpSpPr>
            <a:xfrm>
              <a:off x="3263650" y="3374221"/>
              <a:ext cx="665129" cy="792822"/>
              <a:chOff x="3263650" y="3374221"/>
              <a:chExt cx="665129" cy="792822"/>
            </a:xfrm>
          </p:grpSpPr>
          <p:grpSp>
            <p:nvGrpSpPr>
              <p:cNvPr id="1500" name="Google Shape;1500;p10"/>
              <p:cNvGrpSpPr/>
              <p:nvPr/>
            </p:nvGrpSpPr>
            <p:grpSpPr>
              <a:xfrm rot="8773257" flipH="1">
                <a:off x="3810438" y="3929036"/>
                <a:ext cx="39676" cy="33500"/>
                <a:chOff x="1171975" y="3874200"/>
                <a:chExt cx="39675" cy="33500"/>
              </a:xfrm>
            </p:grpSpPr>
            <p:sp>
              <p:nvSpPr>
                <p:cNvPr id="1501" name="Google Shape;1501;p10"/>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0"/>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0"/>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0"/>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0"/>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6" name="Google Shape;1506;p10"/>
              <p:cNvSpPr/>
              <p:nvPr/>
            </p:nvSpPr>
            <p:spPr>
              <a:xfrm rot="10800000">
                <a:off x="3263650" y="3700338"/>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0"/>
              <p:cNvSpPr/>
              <p:nvPr/>
            </p:nvSpPr>
            <p:spPr>
              <a:xfrm rot="8773257">
                <a:off x="3905762" y="4145508"/>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0"/>
              <p:cNvSpPr/>
              <p:nvPr/>
            </p:nvSpPr>
            <p:spPr>
              <a:xfrm rot="8773257">
                <a:off x="3361890" y="3389850"/>
                <a:ext cx="75576" cy="63751"/>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9" name="Google Shape;1509;p10"/>
              <p:cNvGrpSpPr/>
              <p:nvPr/>
            </p:nvGrpSpPr>
            <p:grpSpPr>
              <a:xfrm rot="8773257" flipH="1">
                <a:off x="3521068" y="3849688"/>
                <a:ext cx="33675" cy="35676"/>
                <a:chOff x="4304250" y="4768863"/>
                <a:chExt cx="33675" cy="35675"/>
              </a:xfrm>
            </p:grpSpPr>
            <p:sp>
              <p:nvSpPr>
                <p:cNvPr id="1510" name="Google Shape;1510;p10"/>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0"/>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0"/>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3" name="Google Shape;1513;p10"/>
            <p:cNvSpPr/>
            <p:nvPr/>
          </p:nvSpPr>
          <p:spPr>
            <a:xfrm rot="10800000">
              <a:off x="3103625" y="3425813"/>
              <a:ext cx="15325" cy="13150"/>
            </a:xfrm>
            <a:custGeom>
              <a:avLst/>
              <a:gdLst/>
              <a:ahLst/>
              <a:cxnLst/>
              <a:rect l="l" t="t" r="r" b="b"/>
              <a:pathLst>
                <a:path w="613" h="526" extrusionOk="0">
                  <a:moveTo>
                    <a:pt x="286" y="1"/>
                  </a:moveTo>
                  <a:cubicBezTo>
                    <a:pt x="174" y="1"/>
                    <a:pt x="64" y="71"/>
                    <a:pt x="33" y="200"/>
                  </a:cubicBezTo>
                  <a:cubicBezTo>
                    <a:pt x="0" y="331"/>
                    <a:pt x="77" y="474"/>
                    <a:pt x="219" y="517"/>
                  </a:cubicBezTo>
                  <a:cubicBezTo>
                    <a:pt x="242" y="523"/>
                    <a:pt x="264" y="525"/>
                    <a:pt x="285" y="525"/>
                  </a:cubicBezTo>
                  <a:cubicBezTo>
                    <a:pt x="480" y="525"/>
                    <a:pt x="613" y="312"/>
                    <a:pt x="514" y="135"/>
                  </a:cubicBezTo>
                  <a:cubicBezTo>
                    <a:pt x="462" y="43"/>
                    <a:pt x="373"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4" name="Google Shape;1514;p10"/>
            <p:cNvGrpSpPr/>
            <p:nvPr/>
          </p:nvGrpSpPr>
          <p:grpSpPr>
            <a:xfrm rot="10800000" flipH="1">
              <a:off x="3594338" y="4087200"/>
              <a:ext cx="123900" cy="117750"/>
              <a:chOff x="4877375" y="4089763"/>
              <a:chExt cx="123900" cy="117750"/>
            </a:xfrm>
          </p:grpSpPr>
          <p:sp>
            <p:nvSpPr>
              <p:cNvPr id="1515" name="Google Shape;1515;p10"/>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0"/>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0"/>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0"/>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0"/>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20" name="Google Shape;1520;p10"/>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0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705"/>
        <p:cNvGrpSpPr/>
        <p:nvPr/>
      </p:nvGrpSpPr>
      <p:grpSpPr>
        <a:xfrm>
          <a:off x="0" y="0"/>
          <a:ext cx="0" cy="0"/>
          <a:chOff x="0" y="0"/>
          <a:chExt cx="0" cy="0"/>
        </a:xfrm>
      </p:grpSpPr>
      <p:grpSp>
        <p:nvGrpSpPr>
          <p:cNvPr id="1706" name="Google Shape;1706;p13"/>
          <p:cNvGrpSpPr/>
          <p:nvPr/>
        </p:nvGrpSpPr>
        <p:grpSpPr>
          <a:xfrm>
            <a:off x="3046063" y="-53112"/>
            <a:ext cx="6097938" cy="5068563"/>
            <a:chOff x="3046063" y="-53112"/>
            <a:chExt cx="6097938" cy="5068563"/>
          </a:xfrm>
        </p:grpSpPr>
        <p:grpSp>
          <p:nvGrpSpPr>
            <p:cNvPr id="1707" name="Google Shape;1707;p13"/>
            <p:cNvGrpSpPr/>
            <p:nvPr/>
          </p:nvGrpSpPr>
          <p:grpSpPr>
            <a:xfrm>
              <a:off x="5380988" y="2819613"/>
              <a:ext cx="490000" cy="398338"/>
              <a:chOff x="5380988" y="2819613"/>
              <a:chExt cx="490000" cy="398338"/>
            </a:xfrm>
          </p:grpSpPr>
          <p:grpSp>
            <p:nvGrpSpPr>
              <p:cNvPr id="1708" name="Google Shape;1708;p13"/>
              <p:cNvGrpSpPr/>
              <p:nvPr/>
            </p:nvGrpSpPr>
            <p:grpSpPr>
              <a:xfrm rot="10800000" flipH="1">
                <a:off x="5380988" y="3063425"/>
                <a:ext cx="162450" cy="154525"/>
                <a:chOff x="8676550" y="247000"/>
                <a:chExt cx="162450" cy="154525"/>
              </a:xfrm>
            </p:grpSpPr>
            <p:sp>
              <p:nvSpPr>
                <p:cNvPr id="1709" name="Google Shape;1709;p13"/>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13"/>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3"/>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3"/>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3" name="Google Shape;1713;p13"/>
              <p:cNvSpPr/>
              <p:nvPr/>
            </p:nvSpPr>
            <p:spPr>
              <a:xfrm rot="10800000" flipH="1">
                <a:off x="5846613" y="28196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13"/>
              <p:cNvSpPr/>
              <p:nvPr/>
            </p:nvSpPr>
            <p:spPr>
              <a:xfrm rot="10800000" flipH="1">
                <a:off x="5607775" y="2885363"/>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5" name="Google Shape;1715;p13"/>
            <p:cNvGrpSpPr/>
            <p:nvPr/>
          </p:nvGrpSpPr>
          <p:grpSpPr>
            <a:xfrm>
              <a:off x="3046063" y="3601225"/>
              <a:ext cx="2016175" cy="1414225"/>
              <a:chOff x="2969863" y="3677425"/>
              <a:chExt cx="2016175" cy="1414225"/>
            </a:xfrm>
          </p:grpSpPr>
          <p:sp>
            <p:nvSpPr>
              <p:cNvPr id="1716" name="Google Shape;1716;p13"/>
              <p:cNvSpPr/>
              <p:nvPr/>
            </p:nvSpPr>
            <p:spPr>
              <a:xfrm rot="10800000" flipH="1">
                <a:off x="3823113" y="47700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7" name="Google Shape;1717;p13"/>
              <p:cNvGrpSpPr/>
              <p:nvPr/>
            </p:nvGrpSpPr>
            <p:grpSpPr>
              <a:xfrm rot="10800000" flipH="1">
                <a:off x="3416213" y="5069675"/>
                <a:ext cx="27650" cy="21975"/>
                <a:chOff x="8820375" y="1023600"/>
                <a:chExt cx="27650" cy="21975"/>
              </a:xfrm>
            </p:grpSpPr>
            <p:sp>
              <p:nvSpPr>
                <p:cNvPr id="1718" name="Google Shape;1718;p13"/>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13"/>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13"/>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3"/>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3"/>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3" name="Google Shape;1723;p13"/>
              <p:cNvGrpSpPr/>
              <p:nvPr/>
            </p:nvGrpSpPr>
            <p:grpSpPr>
              <a:xfrm rot="10800000" flipH="1">
                <a:off x="4759888" y="4100450"/>
                <a:ext cx="55825" cy="44400"/>
                <a:chOff x="8347600" y="1441475"/>
                <a:chExt cx="55825" cy="44400"/>
              </a:xfrm>
            </p:grpSpPr>
            <p:sp>
              <p:nvSpPr>
                <p:cNvPr id="1724" name="Google Shape;1724;p13"/>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3"/>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3"/>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7" name="Google Shape;1727;p13"/>
              <p:cNvGrpSpPr/>
              <p:nvPr/>
            </p:nvGrpSpPr>
            <p:grpSpPr>
              <a:xfrm rot="10800000" flipH="1">
                <a:off x="4729700" y="4892400"/>
                <a:ext cx="80675" cy="73725"/>
                <a:chOff x="7502975" y="324575"/>
                <a:chExt cx="80675" cy="73725"/>
              </a:xfrm>
            </p:grpSpPr>
            <p:sp>
              <p:nvSpPr>
                <p:cNvPr id="1728" name="Google Shape;1728;p13"/>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3"/>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3"/>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3"/>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3"/>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13"/>
              <p:cNvGrpSpPr/>
              <p:nvPr/>
            </p:nvGrpSpPr>
            <p:grpSpPr>
              <a:xfrm rot="10800000" flipH="1">
                <a:off x="4914938" y="4289400"/>
                <a:ext cx="71100" cy="74200"/>
                <a:chOff x="8502650" y="1222725"/>
                <a:chExt cx="71100" cy="74200"/>
              </a:xfrm>
            </p:grpSpPr>
            <p:sp>
              <p:nvSpPr>
                <p:cNvPr id="1734" name="Google Shape;1734;p13"/>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3"/>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3"/>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3"/>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8" name="Google Shape;1738;p13"/>
              <p:cNvGrpSpPr/>
              <p:nvPr/>
            </p:nvGrpSpPr>
            <p:grpSpPr>
              <a:xfrm rot="10800000" flipH="1">
                <a:off x="4048100" y="4849000"/>
                <a:ext cx="157250" cy="160550"/>
                <a:chOff x="7568050" y="747400"/>
                <a:chExt cx="157250" cy="160550"/>
              </a:xfrm>
            </p:grpSpPr>
            <p:sp>
              <p:nvSpPr>
                <p:cNvPr id="1739" name="Google Shape;1739;p13"/>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3"/>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3"/>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3"/>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3" name="Google Shape;1743;p13"/>
              <p:cNvGrpSpPr/>
              <p:nvPr/>
            </p:nvGrpSpPr>
            <p:grpSpPr>
              <a:xfrm rot="10800000" flipH="1">
                <a:off x="4381175" y="4141013"/>
                <a:ext cx="32825" cy="22950"/>
                <a:chOff x="8097425" y="1383825"/>
                <a:chExt cx="32825" cy="22950"/>
              </a:xfrm>
            </p:grpSpPr>
            <p:sp>
              <p:nvSpPr>
                <p:cNvPr id="1744" name="Google Shape;1744;p13"/>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3"/>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3"/>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3"/>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8" name="Google Shape;1748;p13"/>
              <p:cNvSpPr/>
              <p:nvPr/>
            </p:nvSpPr>
            <p:spPr>
              <a:xfrm rot="10800000" flipH="1">
                <a:off x="3595513" y="48917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3"/>
              <p:cNvSpPr/>
              <p:nvPr/>
            </p:nvSpPr>
            <p:spPr>
              <a:xfrm rot="10800000" flipH="1">
                <a:off x="4475138" y="45368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3"/>
              <p:cNvSpPr/>
              <p:nvPr/>
            </p:nvSpPr>
            <p:spPr>
              <a:xfrm rot="10800000" flipH="1">
                <a:off x="2969863" y="49745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3"/>
              <p:cNvSpPr/>
              <p:nvPr/>
            </p:nvSpPr>
            <p:spPr>
              <a:xfrm rot="10800000" flipH="1">
                <a:off x="4720213" y="3677425"/>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3"/>
              <p:cNvSpPr/>
              <p:nvPr/>
            </p:nvSpPr>
            <p:spPr>
              <a:xfrm rot="10800000" flipH="1">
                <a:off x="3350338" y="48154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3"/>
              <p:cNvSpPr/>
              <p:nvPr/>
            </p:nvSpPr>
            <p:spPr>
              <a:xfrm rot="10800000" flipH="1">
                <a:off x="4532363" y="395742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3"/>
              <p:cNvSpPr/>
              <p:nvPr/>
            </p:nvSpPr>
            <p:spPr>
              <a:xfrm rot="10800000" flipH="1">
                <a:off x="4673825" y="46098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3"/>
              <p:cNvSpPr/>
              <p:nvPr/>
            </p:nvSpPr>
            <p:spPr>
              <a:xfrm rot="10800000" flipH="1">
                <a:off x="3991675" y="449705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3"/>
              <p:cNvSpPr/>
              <p:nvPr/>
            </p:nvSpPr>
            <p:spPr>
              <a:xfrm rot="10800000">
                <a:off x="4599975" y="43331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3"/>
              <p:cNvSpPr/>
              <p:nvPr/>
            </p:nvSpPr>
            <p:spPr>
              <a:xfrm rot="10800000">
                <a:off x="4337050" y="48767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3"/>
              <p:cNvSpPr/>
              <p:nvPr/>
            </p:nvSpPr>
            <p:spPr>
              <a:xfrm rot="10800000">
                <a:off x="4359575" y="4728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3"/>
              <p:cNvSpPr/>
              <p:nvPr/>
            </p:nvSpPr>
            <p:spPr>
              <a:xfrm rot="10800000">
                <a:off x="4506125" y="50459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0" name="Google Shape;1760;p13"/>
            <p:cNvGrpSpPr/>
            <p:nvPr/>
          </p:nvGrpSpPr>
          <p:grpSpPr>
            <a:xfrm>
              <a:off x="6071213" y="-53112"/>
              <a:ext cx="3072788" cy="2804088"/>
              <a:chOff x="6071213" y="-53112"/>
              <a:chExt cx="3072788" cy="2804088"/>
            </a:xfrm>
          </p:grpSpPr>
          <p:sp>
            <p:nvSpPr>
              <p:cNvPr id="1761" name="Google Shape;1761;p13"/>
              <p:cNvSpPr/>
              <p:nvPr/>
            </p:nvSpPr>
            <p:spPr>
              <a:xfrm rot="10800000" flipH="1">
                <a:off x="8455425" y="1345325"/>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3"/>
              <p:cNvSpPr/>
              <p:nvPr/>
            </p:nvSpPr>
            <p:spPr>
              <a:xfrm rot="10800000" flipH="1">
                <a:off x="8963363" y="824263"/>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3"/>
              <p:cNvSpPr/>
              <p:nvPr/>
            </p:nvSpPr>
            <p:spPr>
              <a:xfrm rot="10800000" flipH="1">
                <a:off x="8759650" y="420150"/>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3"/>
              <p:cNvSpPr/>
              <p:nvPr/>
            </p:nvSpPr>
            <p:spPr>
              <a:xfrm rot="10800000" flipH="1">
                <a:off x="8407200" y="28605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13"/>
              <p:cNvSpPr/>
              <p:nvPr/>
            </p:nvSpPr>
            <p:spPr>
              <a:xfrm rot="10800000" flipH="1">
                <a:off x="8264200" y="1492950"/>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13"/>
              <p:cNvSpPr/>
              <p:nvPr/>
            </p:nvSpPr>
            <p:spPr>
              <a:xfrm rot="10800000" flipH="1">
                <a:off x="8699813" y="106881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7" name="Google Shape;1767;p13"/>
              <p:cNvGrpSpPr/>
              <p:nvPr/>
            </p:nvGrpSpPr>
            <p:grpSpPr>
              <a:xfrm rot="10800000" flipH="1">
                <a:off x="7270963" y="1242363"/>
                <a:ext cx="76300" cy="134575"/>
                <a:chOff x="8292650" y="153875"/>
                <a:chExt cx="76300" cy="134575"/>
              </a:xfrm>
            </p:grpSpPr>
            <p:sp>
              <p:nvSpPr>
                <p:cNvPr id="1768" name="Google Shape;1768;p13"/>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3"/>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3"/>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1" name="Google Shape;1771;p13"/>
              <p:cNvGrpSpPr/>
              <p:nvPr/>
            </p:nvGrpSpPr>
            <p:grpSpPr>
              <a:xfrm rot="10800000" flipH="1">
                <a:off x="9028050" y="290550"/>
                <a:ext cx="115950" cy="86125"/>
                <a:chOff x="8839525" y="1569650"/>
                <a:chExt cx="115950" cy="86125"/>
              </a:xfrm>
            </p:grpSpPr>
            <p:sp>
              <p:nvSpPr>
                <p:cNvPr id="1772" name="Google Shape;1772;p13"/>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3"/>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4" name="Google Shape;1774;p13"/>
              <p:cNvSpPr/>
              <p:nvPr/>
            </p:nvSpPr>
            <p:spPr>
              <a:xfrm rot="10800000" flipH="1">
                <a:off x="8552075" y="7994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3"/>
              <p:cNvSpPr/>
              <p:nvPr/>
            </p:nvSpPr>
            <p:spPr>
              <a:xfrm rot="10800000" flipH="1">
                <a:off x="8550175" y="799138"/>
                <a:ext cx="550" cy="1125"/>
              </a:xfrm>
              <a:custGeom>
                <a:avLst/>
                <a:gdLst/>
                <a:ahLst/>
                <a:cxnLst/>
                <a:rect l="l" t="t" r="r" b="b"/>
                <a:pathLst>
                  <a:path w="22" h="45" extrusionOk="0">
                    <a:moveTo>
                      <a:pt x="0" y="1"/>
                    </a:moveTo>
                    <a:cubicBezTo>
                      <a:pt x="0" y="23"/>
                      <a:pt x="0" y="34"/>
                      <a:pt x="11" y="44"/>
                    </a:cubicBezTo>
                    <a:lnTo>
                      <a:pt x="22" y="44"/>
                    </a:lnTo>
                    <a:cubicBezTo>
                      <a:pt x="11" y="34"/>
                      <a:pt x="11" y="1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6" name="Google Shape;1776;p13"/>
              <p:cNvGrpSpPr/>
              <p:nvPr/>
            </p:nvGrpSpPr>
            <p:grpSpPr>
              <a:xfrm rot="10800000" flipH="1">
                <a:off x="8512150" y="778463"/>
                <a:ext cx="48150" cy="36350"/>
                <a:chOff x="8512150" y="4124863"/>
                <a:chExt cx="48150" cy="36350"/>
              </a:xfrm>
            </p:grpSpPr>
            <p:sp>
              <p:nvSpPr>
                <p:cNvPr id="1777" name="Google Shape;1777;p13"/>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3"/>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3"/>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13"/>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1" name="Google Shape;1781;p13"/>
              <p:cNvGrpSpPr/>
              <p:nvPr/>
            </p:nvGrpSpPr>
            <p:grpSpPr>
              <a:xfrm rot="10800000" flipH="1">
                <a:off x="8921813" y="1987050"/>
                <a:ext cx="119250" cy="106125"/>
                <a:chOff x="8527250" y="1363000"/>
                <a:chExt cx="119250" cy="106125"/>
              </a:xfrm>
            </p:grpSpPr>
            <p:sp>
              <p:nvSpPr>
                <p:cNvPr id="1782" name="Google Shape;1782;p13"/>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13"/>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13"/>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3"/>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6" name="Google Shape;1786;p13"/>
              <p:cNvSpPr/>
              <p:nvPr/>
            </p:nvSpPr>
            <p:spPr>
              <a:xfrm rot="10800000" flipH="1">
                <a:off x="8915538" y="2728450"/>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3"/>
              <p:cNvSpPr/>
              <p:nvPr/>
            </p:nvSpPr>
            <p:spPr>
              <a:xfrm rot="10800000" flipH="1">
                <a:off x="8884988" y="2353675"/>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13"/>
              <p:cNvSpPr/>
              <p:nvPr/>
            </p:nvSpPr>
            <p:spPr>
              <a:xfrm rot="10800000" flipH="1">
                <a:off x="6071213" y="1628938"/>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9" name="Google Shape;1789;p13"/>
              <p:cNvGrpSpPr/>
              <p:nvPr/>
            </p:nvGrpSpPr>
            <p:grpSpPr>
              <a:xfrm rot="10800000">
                <a:off x="7928563" y="188863"/>
                <a:ext cx="28475" cy="22300"/>
                <a:chOff x="117600" y="5032275"/>
                <a:chExt cx="28475" cy="22300"/>
              </a:xfrm>
            </p:grpSpPr>
            <p:sp>
              <p:nvSpPr>
                <p:cNvPr id="1790" name="Google Shape;1790;p13"/>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3"/>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3"/>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3"/>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13"/>
              <p:cNvSpPr/>
              <p:nvPr/>
            </p:nvSpPr>
            <p:spPr>
              <a:xfrm rot="10800000" flipH="1">
                <a:off x="6446675" y="1583350"/>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13"/>
              <p:cNvSpPr/>
              <p:nvPr/>
            </p:nvSpPr>
            <p:spPr>
              <a:xfrm rot="10800000" flipH="1">
                <a:off x="8346375" y="13733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13"/>
              <p:cNvSpPr/>
              <p:nvPr/>
            </p:nvSpPr>
            <p:spPr>
              <a:xfrm rot="10800000" flipH="1">
                <a:off x="8352650" y="14501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3"/>
              <p:cNvSpPr/>
              <p:nvPr/>
            </p:nvSpPr>
            <p:spPr>
              <a:xfrm rot="10800000" flipH="1">
                <a:off x="8327225" y="12968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3"/>
              <p:cNvSpPr/>
              <p:nvPr/>
            </p:nvSpPr>
            <p:spPr>
              <a:xfrm rot="10800000" flipH="1">
                <a:off x="8345825" y="13843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13"/>
              <p:cNvSpPr/>
              <p:nvPr/>
            </p:nvSpPr>
            <p:spPr>
              <a:xfrm rot="10800000" flipH="1">
                <a:off x="8354300" y="15593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13"/>
              <p:cNvSpPr/>
              <p:nvPr/>
            </p:nvSpPr>
            <p:spPr>
              <a:xfrm rot="10800000" flipH="1">
                <a:off x="8334075" y="13571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1" name="Google Shape;1801;p13"/>
              <p:cNvGrpSpPr/>
              <p:nvPr/>
            </p:nvGrpSpPr>
            <p:grpSpPr>
              <a:xfrm rot="10800000" flipH="1">
                <a:off x="7883263" y="23913"/>
                <a:ext cx="146025" cy="127275"/>
                <a:chOff x="4316575" y="4989963"/>
                <a:chExt cx="146025" cy="127275"/>
              </a:xfrm>
            </p:grpSpPr>
            <p:sp>
              <p:nvSpPr>
                <p:cNvPr id="1802" name="Google Shape;1802;p13"/>
                <p:cNvSpPr/>
                <p:nvPr/>
              </p:nvSpPr>
              <p:spPr>
                <a:xfrm>
                  <a:off x="4374800" y="4994713"/>
                  <a:ext cx="300" cy="300"/>
                </a:xfrm>
                <a:custGeom>
                  <a:avLst/>
                  <a:gdLst/>
                  <a:ahLst/>
                  <a:cxnLst/>
                  <a:rect l="l" t="t" r="r" b="b"/>
                  <a:pathLst>
                    <a:path w="12" h="12" extrusionOk="0">
                      <a:moveTo>
                        <a:pt x="1" y="0"/>
                      </a:moveTo>
                      <a:lnTo>
                        <a:pt x="12" y="11"/>
                      </a:lnTo>
                      <a:lnTo>
                        <a:pt x="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13"/>
                <p:cNvSpPr/>
                <p:nvPr/>
              </p:nvSpPr>
              <p:spPr>
                <a:xfrm>
                  <a:off x="4316575" y="4989963"/>
                  <a:ext cx="146025" cy="127275"/>
                </a:xfrm>
                <a:custGeom>
                  <a:avLst/>
                  <a:gdLst/>
                  <a:ahLst/>
                  <a:cxnLst/>
                  <a:rect l="l" t="t" r="r" b="b"/>
                  <a:pathLst>
                    <a:path w="5841" h="5091" extrusionOk="0">
                      <a:moveTo>
                        <a:pt x="2417" y="376"/>
                      </a:moveTo>
                      <a:cubicBezTo>
                        <a:pt x="2461" y="431"/>
                        <a:pt x="2516" y="475"/>
                        <a:pt x="2592" y="486"/>
                      </a:cubicBezTo>
                      <a:cubicBezTo>
                        <a:pt x="2658" y="497"/>
                        <a:pt x="2723" y="519"/>
                        <a:pt x="2800" y="540"/>
                      </a:cubicBezTo>
                      <a:cubicBezTo>
                        <a:pt x="2866" y="562"/>
                        <a:pt x="2964" y="573"/>
                        <a:pt x="3030" y="595"/>
                      </a:cubicBezTo>
                      <a:cubicBezTo>
                        <a:pt x="3172" y="628"/>
                        <a:pt x="3292" y="661"/>
                        <a:pt x="3423" y="704"/>
                      </a:cubicBezTo>
                      <a:cubicBezTo>
                        <a:pt x="3762" y="836"/>
                        <a:pt x="4091" y="1011"/>
                        <a:pt x="4375" y="1240"/>
                      </a:cubicBezTo>
                      <a:cubicBezTo>
                        <a:pt x="4473" y="1306"/>
                        <a:pt x="4561" y="1393"/>
                        <a:pt x="4637" y="1470"/>
                      </a:cubicBezTo>
                      <a:lnTo>
                        <a:pt x="4659" y="1492"/>
                      </a:lnTo>
                      <a:cubicBezTo>
                        <a:pt x="4769" y="1612"/>
                        <a:pt x="4878" y="1733"/>
                        <a:pt x="4966" y="1853"/>
                      </a:cubicBezTo>
                      <a:cubicBezTo>
                        <a:pt x="4998" y="1897"/>
                        <a:pt x="5042" y="1951"/>
                        <a:pt x="5075" y="2006"/>
                      </a:cubicBezTo>
                      <a:cubicBezTo>
                        <a:pt x="5108" y="2061"/>
                        <a:pt x="5141" y="2115"/>
                        <a:pt x="5141" y="2126"/>
                      </a:cubicBezTo>
                      <a:cubicBezTo>
                        <a:pt x="5152" y="2159"/>
                        <a:pt x="5239" y="2323"/>
                        <a:pt x="5250" y="2356"/>
                      </a:cubicBezTo>
                      <a:cubicBezTo>
                        <a:pt x="5294" y="2454"/>
                        <a:pt x="5337" y="2564"/>
                        <a:pt x="5359" y="2662"/>
                      </a:cubicBezTo>
                      <a:cubicBezTo>
                        <a:pt x="5370" y="2739"/>
                        <a:pt x="5381" y="2815"/>
                        <a:pt x="5370" y="2881"/>
                      </a:cubicBezTo>
                      <a:cubicBezTo>
                        <a:pt x="5381" y="2947"/>
                        <a:pt x="5381" y="3045"/>
                        <a:pt x="5359" y="3133"/>
                      </a:cubicBezTo>
                      <a:cubicBezTo>
                        <a:pt x="5348" y="3231"/>
                        <a:pt x="5327" y="3318"/>
                        <a:pt x="5316" y="3384"/>
                      </a:cubicBezTo>
                      <a:cubicBezTo>
                        <a:pt x="5305" y="3439"/>
                        <a:pt x="5283" y="3483"/>
                        <a:pt x="5272" y="3537"/>
                      </a:cubicBezTo>
                      <a:lnTo>
                        <a:pt x="5261" y="3559"/>
                      </a:lnTo>
                      <a:cubicBezTo>
                        <a:pt x="5239" y="3592"/>
                        <a:pt x="5228" y="3625"/>
                        <a:pt x="5217" y="3658"/>
                      </a:cubicBezTo>
                      <a:cubicBezTo>
                        <a:pt x="5009" y="4073"/>
                        <a:pt x="4627" y="4379"/>
                        <a:pt x="4178" y="4609"/>
                      </a:cubicBezTo>
                      <a:lnTo>
                        <a:pt x="4091" y="4653"/>
                      </a:lnTo>
                      <a:cubicBezTo>
                        <a:pt x="4091" y="4653"/>
                        <a:pt x="4091" y="4675"/>
                        <a:pt x="4112" y="4675"/>
                      </a:cubicBezTo>
                      <a:lnTo>
                        <a:pt x="4058" y="4740"/>
                      </a:lnTo>
                      <a:cubicBezTo>
                        <a:pt x="3981" y="4740"/>
                        <a:pt x="3894" y="4740"/>
                        <a:pt x="3817" y="4718"/>
                      </a:cubicBezTo>
                      <a:cubicBezTo>
                        <a:pt x="3752" y="4707"/>
                        <a:pt x="3686" y="4707"/>
                        <a:pt x="3620" y="4707"/>
                      </a:cubicBezTo>
                      <a:cubicBezTo>
                        <a:pt x="3598" y="4707"/>
                        <a:pt x="3577" y="4697"/>
                        <a:pt x="3555" y="4697"/>
                      </a:cubicBezTo>
                      <a:cubicBezTo>
                        <a:pt x="3547" y="4693"/>
                        <a:pt x="3538" y="4692"/>
                        <a:pt x="3527" y="4692"/>
                      </a:cubicBezTo>
                      <a:cubicBezTo>
                        <a:pt x="3505" y="4692"/>
                        <a:pt x="3478" y="4697"/>
                        <a:pt x="3456" y="4697"/>
                      </a:cubicBezTo>
                      <a:cubicBezTo>
                        <a:pt x="3423" y="4697"/>
                        <a:pt x="3423" y="4675"/>
                        <a:pt x="3402" y="4675"/>
                      </a:cubicBezTo>
                      <a:cubicBezTo>
                        <a:pt x="3358" y="4675"/>
                        <a:pt x="3314" y="4664"/>
                        <a:pt x="3270" y="4653"/>
                      </a:cubicBezTo>
                      <a:cubicBezTo>
                        <a:pt x="3227" y="4642"/>
                        <a:pt x="3183" y="4631"/>
                        <a:pt x="3139" y="4620"/>
                      </a:cubicBezTo>
                      <a:lnTo>
                        <a:pt x="3095" y="4609"/>
                      </a:lnTo>
                      <a:cubicBezTo>
                        <a:pt x="2975" y="4609"/>
                        <a:pt x="2855" y="4598"/>
                        <a:pt x="2734" y="4587"/>
                      </a:cubicBezTo>
                      <a:cubicBezTo>
                        <a:pt x="2658" y="4576"/>
                        <a:pt x="2603" y="4565"/>
                        <a:pt x="2548" y="4554"/>
                      </a:cubicBezTo>
                      <a:cubicBezTo>
                        <a:pt x="2516" y="4554"/>
                        <a:pt x="2483" y="4532"/>
                        <a:pt x="2450" y="4522"/>
                      </a:cubicBezTo>
                      <a:lnTo>
                        <a:pt x="2330" y="4467"/>
                      </a:lnTo>
                      <a:cubicBezTo>
                        <a:pt x="2242" y="4434"/>
                        <a:pt x="2100" y="4347"/>
                        <a:pt x="2023" y="4314"/>
                      </a:cubicBezTo>
                      <a:cubicBezTo>
                        <a:pt x="1881" y="4237"/>
                        <a:pt x="1805" y="4204"/>
                        <a:pt x="1663" y="4128"/>
                      </a:cubicBezTo>
                      <a:cubicBezTo>
                        <a:pt x="1367" y="3953"/>
                        <a:pt x="1105" y="3723"/>
                        <a:pt x="886" y="3450"/>
                      </a:cubicBezTo>
                      <a:cubicBezTo>
                        <a:pt x="831" y="3384"/>
                        <a:pt x="788" y="3308"/>
                        <a:pt x="744" y="3231"/>
                      </a:cubicBezTo>
                      <a:cubicBezTo>
                        <a:pt x="678" y="3100"/>
                        <a:pt x="645" y="2990"/>
                        <a:pt x="580" y="2881"/>
                      </a:cubicBezTo>
                      <a:cubicBezTo>
                        <a:pt x="514" y="2772"/>
                        <a:pt x="481" y="2662"/>
                        <a:pt x="470" y="2542"/>
                      </a:cubicBezTo>
                      <a:cubicBezTo>
                        <a:pt x="459" y="2323"/>
                        <a:pt x="470" y="2115"/>
                        <a:pt x="514" y="1908"/>
                      </a:cubicBezTo>
                      <a:cubicBezTo>
                        <a:pt x="602" y="1579"/>
                        <a:pt x="788" y="1284"/>
                        <a:pt x="1039" y="1043"/>
                      </a:cubicBezTo>
                      <a:cubicBezTo>
                        <a:pt x="1072" y="1011"/>
                        <a:pt x="1116" y="978"/>
                        <a:pt x="1159" y="945"/>
                      </a:cubicBezTo>
                      <a:lnTo>
                        <a:pt x="1225" y="890"/>
                      </a:lnTo>
                      <a:lnTo>
                        <a:pt x="1280" y="847"/>
                      </a:lnTo>
                      <a:cubicBezTo>
                        <a:pt x="1356" y="781"/>
                        <a:pt x="1455" y="737"/>
                        <a:pt x="1564" y="726"/>
                      </a:cubicBezTo>
                      <a:cubicBezTo>
                        <a:pt x="1673" y="704"/>
                        <a:pt x="1805" y="694"/>
                        <a:pt x="1958" y="661"/>
                      </a:cubicBezTo>
                      <a:lnTo>
                        <a:pt x="1925" y="661"/>
                      </a:lnTo>
                      <a:cubicBezTo>
                        <a:pt x="1903" y="650"/>
                        <a:pt x="1881" y="650"/>
                        <a:pt x="1848" y="639"/>
                      </a:cubicBezTo>
                      <a:cubicBezTo>
                        <a:pt x="1810" y="633"/>
                        <a:pt x="1772" y="631"/>
                        <a:pt x="1734" y="631"/>
                      </a:cubicBezTo>
                      <a:cubicBezTo>
                        <a:pt x="1695" y="631"/>
                        <a:pt x="1657" y="633"/>
                        <a:pt x="1619" y="639"/>
                      </a:cubicBezTo>
                      <a:cubicBezTo>
                        <a:pt x="1553" y="639"/>
                        <a:pt x="1498" y="650"/>
                        <a:pt x="1444" y="672"/>
                      </a:cubicBezTo>
                      <a:lnTo>
                        <a:pt x="1389" y="672"/>
                      </a:lnTo>
                      <a:cubicBezTo>
                        <a:pt x="1367" y="650"/>
                        <a:pt x="1345" y="639"/>
                        <a:pt x="1323" y="628"/>
                      </a:cubicBezTo>
                      <a:cubicBezTo>
                        <a:pt x="1313" y="617"/>
                        <a:pt x="1302" y="606"/>
                        <a:pt x="1302" y="595"/>
                      </a:cubicBezTo>
                      <a:cubicBezTo>
                        <a:pt x="1269" y="595"/>
                        <a:pt x="1291" y="573"/>
                        <a:pt x="1258" y="573"/>
                      </a:cubicBezTo>
                      <a:cubicBezTo>
                        <a:pt x="1269" y="551"/>
                        <a:pt x="1280" y="529"/>
                        <a:pt x="1302" y="497"/>
                      </a:cubicBezTo>
                      <a:cubicBezTo>
                        <a:pt x="1374" y="481"/>
                        <a:pt x="1446" y="470"/>
                        <a:pt x="1522" y="470"/>
                      </a:cubicBezTo>
                      <a:cubicBezTo>
                        <a:pt x="1550" y="470"/>
                        <a:pt x="1579" y="472"/>
                        <a:pt x="1608" y="475"/>
                      </a:cubicBezTo>
                      <a:cubicBezTo>
                        <a:pt x="1684" y="486"/>
                        <a:pt x="1772" y="486"/>
                        <a:pt x="1848" y="497"/>
                      </a:cubicBezTo>
                      <a:lnTo>
                        <a:pt x="1936" y="529"/>
                      </a:lnTo>
                      <a:cubicBezTo>
                        <a:pt x="1969" y="529"/>
                        <a:pt x="2013" y="540"/>
                        <a:pt x="2056" y="551"/>
                      </a:cubicBezTo>
                      <a:cubicBezTo>
                        <a:pt x="2089" y="562"/>
                        <a:pt x="2089" y="573"/>
                        <a:pt x="2111" y="573"/>
                      </a:cubicBezTo>
                      <a:lnTo>
                        <a:pt x="2155" y="595"/>
                      </a:lnTo>
                      <a:cubicBezTo>
                        <a:pt x="2209" y="573"/>
                        <a:pt x="2253" y="540"/>
                        <a:pt x="2297" y="508"/>
                      </a:cubicBezTo>
                      <a:cubicBezTo>
                        <a:pt x="2341" y="475"/>
                        <a:pt x="2384" y="431"/>
                        <a:pt x="2417" y="376"/>
                      </a:cubicBezTo>
                      <a:close/>
                      <a:moveTo>
                        <a:pt x="2627" y="0"/>
                      </a:moveTo>
                      <a:cubicBezTo>
                        <a:pt x="2601" y="0"/>
                        <a:pt x="2575" y="2"/>
                        <a:pt x="2548" y="4"/>
                      </a:cubicBezTo>
                      <a:cubicBezTo>
                        <a:pt x="2505" y="4"/>
                        <a:pt x="2450" y="4"/>
                        <a:pt x="2406" y="15"/>
                      </a:cubicBezTo>
                      <a:cubicBezTo>
                        <a:pt x="2362" y="37"/>
                        <a:pt x="2341" y="81"/>
                        <a:pt x="2341" y="125"/>
                      </a:cubicBezTo>
                      <a:cubicBezTo>
                        <a:pt x="2341" y="147"/>
                        <a:pt x="2341" y="169"/>
                        <a:pt x="2341" y="190"/>
                      </a:cubicBezTo>
                      <a:lnTo>
                        <a:pt x="2341" y="212"/>
                      </a:lnTo>
                      <a:cubicBezTo>
                        <a:pt x="2341" y="212"/>
                        <a:pt x="2330" y="212"/>
                        <a:pt x="2330" y="201"/>
                      </a:cubicBezTo>
                      <a:lnTo>
                        <a:pt x="2319" y="190"/>
                      </a:lnTo>
                      <a:cubicBezTo>
                        <a:pt x="2264" y="158"/>
                        <a:pt x="2209" y="147"/>
                        <a:pt x="2155" y="147"/>
                      </a:cubicBezTo>
                      <a:cubicBezTo>
                        <a:pt x="2122" y="141"/>
                        <a:pt x="2089" y="138"/>
                        <a:pt x="2058" y="138"/>
                      </a:cubicBezTo>
                      <a:cubicBezTo>
                        <a:pt x="2026" y="138"/>
                        <a:pt x="1996" y="141"/>
                        <a:pt x="1969" y="147"/>
                      </a:cubicBezTo>
                      <a:cubicBezTo>
                        <a:pt x="1805" y="201"/>
                        <a:pt x="1641" y="245"/>
                        <a:pt x="1477" y="278"/>
                      </a:cubicBezTo>
                      <a:cubicBezTo>
                        <a:pt x="1356" y="300"/>
                        <a:pt x="1258" y="333"/>
                        <a:pt x="1148" y="376"/>
                      </a:cubicBezTo>
                      <a:cubicBezTo>
                        <a:pt x="1094" y="398"/>
                        <a:pt x="1039" y="431"/>
                        <a:pt x="995" y="464"/>
                      </a:cubicBezTo>
                      <a:cubicBezTo>
                        <a:pt x="941" y="497"/>
                        <a:pt x="897" y="529"/>
                        <a:pt x="853" y="573"/>
                      </a:cubicBezTo>
                      <a:cubicBezTo>
                        <a:pt x="744" y="683"/>
                        <a:pt x="667" y="814"/>
                        <a:pt x="569" y="923"/>
                      </a:cubicBezTo>
                      <a:cubicBezTo>
                        <a:pt x="470" y="1043"/>
                        <a:pt x="383" y="1175"/>
                        <a:pt x="295" y="1317"/>
                      </a:cubicBezTo>
                      <a:cubicBezTo>
                        <a:pt x="164" y="1525"/>
                        <a:pt x="77" y="1765"/>
                        <a:pt x="44" y="2017"/>
                      </a:cubicBezTo>
                      <a:cubicBezTo>
                        <a:pt x="0" y="2290"/>
                        <a:pt x="22" y="2564"/>
                        <a:pt x="88" y="2837"/>
                      </a:cubicBezTo>
                      <a:cubicBezTo>
                        <a:pt x="164" y="3100"/>
                        <a:pt x="284" y="3362"/>
                        <a:pt x="448" y="3592"/>
                      </a:cubicBezTo>
                      <a:cubicBezTo>
                        <a:pt x="667" y="3876"/>
                        <a:pt x="930" y="4128"/>
                        <a:pt x="1225" y="4325"/>
                      </a:cubicBezTo>
                      <a:cubicBezTo>
                        <a:pt x="1433" y="4467"/>
                        <a:pt x="1652" y="4587"/>
                        <a:pt x="1870" y="4697"/>
                      </a:cubicBezTo>
                      <a:cubicBezTo>
                        <a:pt x="1980" y="4751"/>
                        <a:pt x="2100" y="4795"/>
                        <a:pt x="2209" y="4839"/>
                      </a:cubicBezTo>
                      <a:cubicBezTo>
                        <a:pt x="2264" y="4861"/>
                        <a:pt x="2341" y="4893"/>
                        <a:pt x="2406" y="4904"/>
                      </a:cubicBezTo>
                      <a:cubicBezTo>
                        <a:pt x="2472" y="4926"/>
                        <a:pt x="2537" y="4937"/>
                        <a:pt x="2603" y="4948"/>
                      </a:cubicBezTo>
                      <a:cubicBezTo>
                        <a:pt x="2855" y="4981"/>
                        <a:pt x="3106" y="4992"/>
                        <a:pt x="3358" y="4992"/>
                      </a:cubicBezTo>
                      <a:cubicBezTo>
                        <a:pt x="3467" y="4992"/>
                        <a:pt x="3577" y="5003"/>
                        <a:pt x="3686" y="5025"/>
                      </a:cubicBezTo>
                      <a:cubicBezTo>
                        <a:pt x="3708" y="5025"/>
                        <a:pt x="3730" y="5025"/>
                        <a:pt x="3752" y="5036"/>
                      </a:cubicBezTo>
                      <a:lnTo>
                        <a:pt x="3784" y="5036"/>
                      </a:lnTo>
                      <a:lnTo>
                        <a:pt x="3806" y="5047"/>
                      </a:lnTo>
                      <a:lnTo>
                        <a:pt x="3883" y="5068"/>
                      </a:lnTo>
                      <a:lnTo>
                        <a:pt x="3916" y="5079"/>
                      </a:lnTo>
                      <a:lnTo>
                        <a:pt x="3937" y="5090"/>
                      </a:lnTo>
                      <a:lnTo>
                        <a:pt x="3948" y="5079"/>
                      </a:lnTo>
                      <a:lnTo>
                        <a:pt x="4025" y="5057"/>
                      </a:lnTo>
                      <a:lnTo>
                        <a:pt x="4091" y="5025"/>
                      </a:lnTo>
                      <a:lnTo>
                        <a:pt x="4123" y="5014"/>
                      </a:lnTo>
                      <a:lnTo>
                        <a:pt x="4145" y="5003"/>
                      </a:lnTo>
                      <a:cubicBezTo>
                        <a:pt x="4375" y="4915"/>
                        <a:pt x="4605" y="4795"/>
                        <a:pt x="4812" y="4653"/>
                      </a:cubicBezTo>
                      <a:cubicBezTo>
                        <a:pt x="5053" y="4478"/>
                        <a:pt x="5283" y="4270"/>
                        <a:pt x="5469" y="4029"/>
                      </a:cubicBezTo>
                      <a:cubicBezTo>
                        <a:pt x="5480" y="4018"/>
                        <a:pt x="5491" y="4008"/>
                        <a:pt x="5502" y="3986"/>
                      </a:cubicBezTo>
                      <a:cubicBezTo>
                        <a:pt x="5600" y="3854"/>
                        <a:pt x="5666" y="3712"/>
                        <a:pt x="5709" y="3559"/>
                      </a:cubicBezTo>
                      <a:cubicBezTo>
                        <a:pt x="5808" y="3264"/>
                        <a:pt x="5841" y="2958"/>
                        <a:pt x="5797" y="2651"/>
                      </a:cubicBezTo>
                      <a:cubicBezTo>
                        <a:pt x="5742" y="2301"/>
                        <a:pt x="5611" y="1973"/>
                        <a:pt x="5403" y="1689"/>
                      </a:cubicBezTo>
                      <a:cubicBezTo>
                        <a:pt x="5009" y="1153"/>
                        <a:pt x="4484" y="726"/>
                        <a:pt x="3872" y="453"/>
                      </a:cubicBezTo>
                      <a:cubicBezTo>
                        <a:pt x="3544" y="267"/>
                        <a:pt x="3194" y="125"/>
                        <a:pt x="2833" y="26"/>
                      </a:cubicBezTo>
                      <a:cubicBezTo>
                        <a:pt x="2769" y="10"/>
                        <a:pt x="2699" y="0"/>
                        <a:pt x="2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13"/>
                <p:cNvSpPr/>
                <p:nvPr/>
              </p:nvSpPr>
              <p:spPr>
                <a:xfrm>
                  <a:off x="4346925" y="5060488"/>
                  <a:ext cx="72475" cy="48000"/>
                </a:xfrm>
                <a:custGeom>
                  <a:avLst/>
                  <a:gdLst/>
                  <a:ahLst/>
                  <a:cxnLst/>
                  <a:rect l="l" t="t" r="r" b="b"/>
                  <a:pathLst>
                    <a:path w="2899" h="1920" extrusionOk="0">
                      <a:moveTo>
                        <a:pt x="33" y="0"/>
                      </a:moveTo>
                      <a:cubicBezTo>
                        <a:pt x="29" y="0"/>
                        <a:pt x="26" y="2"/>
                        <a:pt x="22" y="5"/>
                      </a:cubicBezTo>
                      <a:cubicBezTo>
                        <a:pt x="0" y="27"/>
                        <a:pt x="55" y="93"/>
                        <a:pt x="88" y="147"/>
                      </a:cubicBezTo>
                      <a:cubicBezTo>
                        <a:pt x="131" y="202"/>
                        <a:pt x="164" y="246"/>
                        <a:pt x="186" y="268"/>
                      </a:cubicBezTo>
                      <a:cubicBezTo>
                        <a:pt x="186" y="312"/>
                        <a:pt x="230" y="366"/>
                        <a:pt x="252" y="399"/>
                      </a:cubicBezTo>
                      <a:cubicBezTo>
                        <a:pt x="306" y="476"/>
                        <a:pt x="350" y="541"/>
                        <a:pt x="394" y="618"/>
                      </a:cubicBezTo>
                      <a:cubicBezTo>
                        <a:pt x="438" y="705"/>
                        <a:pt x="492" y="782"/>
                        <a:pt x="525" y="847"/>
                      </a:cubicBezTo>
                      <a:cubicBezTo>
                        <a:pt x="536" y="869"/>
                        <a:pt x="547" y="902"/>
                        <a:pt x="558" y="924"/>
                      </a:cubicBezTo>
                      <a:cubicBezTo>
                        <a:pt x="558" y="935"/>
                        <a:pt x="569" y="935"/>
                        <a:pt x="569" y="946"/>
                      </a:cubicBezTo>
                      <a:cubicBezTo>
                        <a:pt x="591" y="990"/>
                        <a:pt x="602" y="1033"/>
                        <a:pt x="613" y="1066"/>
                      </a:cubicBezTo>
                      <a:cubicBezTo>
                        <a:pt x="624" y="1088"/>
                        <a:pt x="645" y="1110"/>
                        <a:pt x="656" y="1132"/>
                      </a:cubicBezTo>
                      <a:cubicBezTo>
                        <a:pt x="700" y="1165"/>
                        <a:pt x="733" y="1197"/>
                        <a:pt x="766" y="1219"/>
                      </a:cubicBezTo>
                      <a:cubicBezTo>
                        <a:pt x="809" y="1263"/>
                        <a:pt x="842" y="1307"/>
                        <a:pt x="897" y="1351"/>
                      </a:cubicBezTo>
                      <a:cubicBezTo>
                        <a:pt x="952" y="1394"/>
                        <a:pt x="1006" y="1427"/>
                        <a:pt x="1061" y="1471"/>
                      </a:cubicBezTo>
                      <a:cubicBezTo>
                        <a:pt x="1072" y="1482"/>
                        <a:pt x="1083" y="1493"/>
                        <a:pt x="1094" y="1504"/>
                      </a:cubicBezTo>
                      <a:cubicBezTo>
                        <a:pt x="1105" y="1504"/>
                        <a:pt x="1127" y="1515"/>
                        <a:pt x="1138" y="1515"/>
                      </a:cubicBezTo>
                      <a:cubicBezTo>
                        <a:pt x="1159" y="1526"/>
                        <a:pt x="1181" y="1547"/>
                        <a:pt x="1192" y="1558"/>
                      </a:cubicBezTo>
                      <a:cubicBezTo>
                        <a:pt x="1258" y="1591"/>
                        <a:pt x="1334" y="1624"/>
                        <a:pt x="1367" y="1646"/>
                      </a:cubicBezTo>
                      <a:cubicBezTo>
                        <a:pt x="1411" y="1668"/>
                        <a:pt x="1433" y="1690"/>
                        <a:pt x="1466" y="1701"/>
                      </a:cubicBezTo>
                      <a:cubicBezTo>
                        <a:pt x="1498" y="1711"/>
                        <a:pt x="1531" y="1722"/>
                        <a:pt x="1564" y="1733"/>
                      </a:cubicBezTo>
                      <a:cubicBezTo>
                        <a:pt x="1597" y="1744"/>
                        <a:pt x="1641" y="1755"/>
                        <a:pt x="1673" y="1766"/>
                      </a:cubicBezTo>
                      <a:cubicBezTo>
                        <a:pt x="1695" y="1766"/>
                        <a:pt x="1772" y="1766"/>
                        <a:pt x="1805" y="1777"/>
                      </a:cubicBezTo>
                      <a:cubicBezTo>
                        <a:pt x="1848" y="1788"/>
                        <a:pt x="1859" y="1788"/>
                        <a:pt x="1881" y="1788"/>
                      </a:cubicBezTo>
                      <a:lnTo>
                        <a:pt x="1936" y="1799"/>
                      </a:lnTo>
                      <a:cubicBezTo>
                        <a:pt x="1969" y="1810"/>
                        <a:pt x="2013" y="1821"/>
                        <a:pt x="2056" y="1832"/>
                      </a:cubicBezTo>
                      <a:cubicBezTo>
                        <a:pt x="2100" y="1843"/>
                        <a:pt x="2155" y="1854"/>
                        <a:pt x="2198" y="1854"/>
                      </a:cubicBezTo>
                      <a:cubicBezTo>
                        <a:pt x="2220" y="1854"/>
                        <a:pt x="2231" y="1865"/>
                        <a:pt x="2253" y="1865"/>
                      </a:cubicBezTo>
                      <a:cubicBezTo>
                        <a:pt x="2257" y="1868"/>
                        <a:pt x="2265" y="1869"/>
                        <a:pt x="2276" y="1869"/>
                      </a:cubicBezTo>
                      <a:cubicBezTo>
                        <a:pt x="2298" y="1869"/>
                        <a:pt x="2330" y="1865"/>
                        <a:pt x="2352" y="1865"/>
                      </a:cubicBezTo>
                      <a:cubicBezTo>
                        <a:pt x="2373" y="1865"/>
                        <a:pt x="2395" y="1876"/>
                        <a:pt x="2417" y="1886"/>
                      </a:cubicBezTo>
                      <a:cubicBezTo>
                        <a:pt x="2483" y="1886"/>
                        <a:pt x="2548" y="1886"/>
                        <a:pt x="2614" y="1897"/>
                      </a:cubicBezTo>
                      <a:cubicBezTo>
                        <a:pt x="2691" y="1919"/>
                        <a:pt x="2767" y="1919"/>
                        <a:pt x="2855" y="1919"/>
                      </a:cubicBezTo>
                      <a:lnTo>
                        <a:pt x="2898" y="1843"/>
                      </a:lnTo>
                      <a:cubicBezTo>
                        <a:pt x="2877" y="1843"/>
                        <a:pt x="2888" y="1832"/>
                        <a:pt x="2888" y="1821"/>
                      </a:cubicBezTo>
                      <a:lnTo>
                        <a:pt x="2877" y="1821"/>
                      </a:lnTo>
                      <a:cubicBezTo>
                        <a:pt x="2866" y="1810"/>
                        <a:pt x="2855" y="1799"/>
                        <a:pt x="2855" y="1788"/>
                      </a:cubicBezTo>
                      <a:cubicBezTo>
                        <a:pt x="2833" y="1766"/>
                        <a:pt x="2822" y="1744"/>
                        <a:pt x="2811" y="1722"/>
                      </a:cubicBezTo>
                      <a:lnTo>
                        <a:pt x="2767" y="1722"/>
                      </a:lnTo>
                      <a:cubicBezTo>
                        <a:pt x="2727" y="1738"/>
                        <a:pt x="2687" y="1749"/>
                        <a:pt x="2647" y="1749"/>
                      </a:cubicBezTo>
                      <a:cubicBezTo>
                        <a:pt x="2632" y="1749"/>
                        <a:pt x="2618" y="1747"/>
                        <a:pt x="2603" y="1744"/>
                      </a:cubicBezTo>
                      <a:cubicBezTo>
                        <a:pt x="2542" y="1744"/>
                        <a:pt x="2488" y="1758"/>
                        <a:pt x="2435" y="1758"/>
                      </a:cubicBezTo>
                      <a:cubicBezTo>
                        <a:pt x="2422" y="1758"/>
                        <a:pt x="2408" y="1757"/>
                        <a:pt x="2395" y="1755"/>
                      </a:cubicBezTo>
                      <a:cubicBezTo>
                        <a:pt x="2373" y="1755"/>
                        <a:pt x="2352" y="1744"/>
                        <a:pt x="2330" y="1744"/>
                      </a:cubicBezTo>
                      <a:lnTo>
                        <a:pt x="2242" y="1744"/>
                      </a:lnTo>
                      <a:cubicBezTo>
                        <a:pt x="2198" y="1744"/>
                        <a:pt x="2155" y="1733"/>
                        <a:pt x="2122" y="1722"/>
                      </a:cubicBezTo>
                      <a:cubicBezTo>
                        <a:pt x="2111" y="1722"/>
                        <a:pt x="2089" y="1711"/>
                        <a:pt x="2078" y="1711"/>
                      </a:cubicBezTo>
                      <a:lnTo>
                        <a:pt x="2045" y="1711"/>
                      </a:lnTo>
                      <a:cubicBezTo>
                        <a:pt x="1936" y="1701"/>
                        <a:pt x="1827" y="1679"/>
                        <a:pt x="1717" y="1635"/>
                      </a:cubicBezTo>
                      <a:cubicBezTo>
                        <a:pt x="1641" y="1613"/>
                        <a:pt x="1586" y="1558"/>
                        <a:pt x="1509" y="1536"/>
                      </a:cubicBezTo>
                      <a:lnTo>
                        <a:pt x="1422" y="1536"/>
                      </a:lnTo>
                      <a:cubicBezTo>
                        <a:pt x="1400" y="1536"/>
                        <a:pt x="1411" y="1526"/>
                        <a:pt x="1400" y="1526"/>
                      </a:cubicBezTo>
                      <a:lnTo>
                        <a:pt x="1389" y="1526"/>
                      </a:lnTo>
                      <a:cubicBezTo>
                        <a:pt x="1334" y="1504"/>
                        <a:pt x="1280" y="1471"/>
                        <a:pt x="1225" y="1438"/>
                      </a:cubicBezTo>
                      <a:cubicBezTo>
                        <a:pt x="1181" y="1416"/>
                        <a:pt x="1148" y="1394"/>
                        <a:pt x="1105" y="1372"/>
                      </a:cubicBezTo>
                      <a:cubicBezTo>
                        <a:pt x="1094" y="1362"/>
                        <a:pt x="1094" y="1351"/>
                        <a:pt x="1083" y="1329"/>
                      </a:cubicBezTo>
                      <a:lnTo>
                        <a:pt x="995" y="1274"/>
                      </a:lnTo>
                      <a:cubicBezTo>
                        <a:pt x="963" y="1241"/>
                        <a:pt x="908" y="1230"/>
                        <a:pt x="875" y="1208"/>
                      </a:cubicBezTo>
                      <a:cubicBezTo>
                        <a:pt x="799" y="1143"/>
                        <a:pt x="744" y="1077"/>
                        <a:pt x="689" y="1001"/>
                      </a:cubicBezTo>
                      <a:cubicBezTo>
                        <a:pt x="645" y="935"/>
                        <a:pt x="602" y="869"/>
                        <a:pt x="569" y="793"/>
                      </a:cubicBezTo>
                      <a:cubicBezTo>
                        <a:pt x="536" y="738"/>
                        <a:pt x="492" y="683"/>
                        <a:pt x="470" y="618"/>
                      </a:cubicBezTo>
                      <a:cubicBezTo>
                        <a:pt x="459" y="596"/>
                        <a:pt x="449" y="585"/>
                        <a:pt x="427" y="563"/>
                      </a:cubicBezTo>
                      <a:cubicBezTo>
                        <a:pt x="416" y="541"/>
                        <a:pt x="416" y="519"/>
                        <a:pt x="405" y="497"/>
                      </a:cubicBezTo>
                      <a:cubicBezTo>
                        <a:pt x="394" y="476"/>
                        <a:pt x="372" y="465"/>
                        <a:pt x="361" y="443"/>
                      </a:cubicBezTo>
                      <a:cubicBezTo>
                        <a:pt x="339" y="421"/>
                        <a:pt x="317" y="355"/>
                        <a:pt x="295" y="322"/>
                      </a:cubicBezTo>
                      <a:cubicBezTo>
                        <a:pt x="263" y="279"/>
                        <a:pt x="252" y="279"/>
                        <a:pt x="241" y="257"/>
                      </a:cubicBezTo>
                      <a:cubicBezTo>
                        <a:pt x="186" y="180"/>
                        <a:pt x="142" y="104"/>
                        <a:pt x="99" y="38"/>
                      </a:cubicBezTo>
                      <a:cubicBezTo>
                        <a:pt x="71" y="38"/>
                        <a:pt x="51"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13"/>
                <p:cNvSpPr/>
                <p:nvPr/>
              </p:nvSpPr>
              <p:spPr>
                <a:xfrm>
                  <a:off x="4347450" y="5001813"/>
                  <a:ext cx="88625" cy="60775"/>
                </a:xfrm>
                <a:custGeom>
                  <a:avLst/>
                  <a:gdLst/>
                  <a:ahLst/>
                  <a:cxnLst/>
                  <a:rect l="l" t="t" r="r" b="b"/>
                  <a:pathLst>
                    <a:path w="3545" h="2431" extrusionOk="0">
                      <a:moveTo>
                        <a:pt x="238" y="0"/>
                      </a:moveTo>
                      <a:cubicBezTo>
                        <a:pt x="172" y="0"/>
                        <a:pt x="108" y="12"/>
                        <a:pt x="45" y="34"/>
                      </a:cubicBezTo>
                      <a:cubicBezTo>
                        <a:pt x="23" y="55"/>
                        <a:pt x="12" y="77"/>
                        <a:pt x="1" y="110"/>
                      </a:cubicBezTo>
                      <a:cubicBezTo>
                        <a:pt x="6" y="109"/>
                        <a:pt x="9" y="108"/>
                        <a:pt x="13" y="108"/>
                      </a:cubicBezTo>
                      <a:cubicBezTo>
                        <a:pt x="31" y="108"/>
                        <a:pt x="26" y="132"/>
                        <a:pt x="45" y="132"/>
                      </a:cubicBezTo>
                      <a:cubicBezTo>
                        <a:pt x="56" y="132"/>
                        <a:pt x="67" y="143"/>
                        <a:pt x="67" y="165"/>
                      </a:cubicBezTo>
                      <a:cubicBezTo>
                        <a:pt x="88" y="165"/>
                        <a:pt x="110" y="187"/>
                        <a:pt x="132" y="209"/>
                      </a:cubicBezTo>
                      <a:lnTo>
                        <a:pt x="187" y="209"/>
                      </a:lnTo>
                      <a:cubicBezTo>
                        <a:pt x="242" y="176"/>
                        <a:pt x="296" y="165"/>
                        <a:pt x="362" y="165"/>
                      </a:cubicBezTo>
                      <a:lnTo>
                        <a:pt x="603" y="165"/>
                      </a:lnTo>
                      <a:cubicBezTo>
                        <a:pt x="624" y="176"/>
                        <a:pt x="646" y="176"/>
                        <a:pt x="668" y="187"/>
                      </a:cubicBezTo>
                      <a:lnTo>
                        <a:pt x="701" y="187"/>
                      </a:lnTo>
                      <a:cubicBezTo>
                        <a:pt x="723" y="187"/>
                        <a:pt x="756" y="198"/>
                        <a:pt x="778" y="198"/>
                      </a:cubicBezTo>
                      <a:cubicBezTo>
                        <a:pt x="821" y="209"/>
                        <a:pt x="876" y="220"/>
                        <a:pt x="920" y="241"/>
                      </a:cubicBezTo>
                      <a:cubicBezTo>
                        <a:pt x="931" y="252"/>
                        <a:pt x="942" y="263"/>
                        <a:pt x="963" y="274"/>
                      </a:cubicBezTo>
                      <a:cubicBezTo>
                        <a:pt x="967" y="278"/>
                        <a:pt x="970" y="279"/>
                        <a:pt x="971" y="279"/>
                      </a:cubicBezTo>
                      <a:cubicBezTo>
                        <a:pt x="974" y="279"/>
                        <a:pt x="974" y="274"/>
                        <a:pt x="974" y="274"/>
                      </a:cubicBezTo>
                      <a:cubicBezTo>
                        <a:pt x="985" y="274"/>
                        <a:pt x="985" y="285"/>
                        <a:pt x="996" y="285"/>
                      </a:cubicBezTo>
                      <a:cubicBezTo>
                        <a:pt x="1117" y="329"/>
                        <a:pt x="1226" y="405"/>
                        <a:pt x="1313" y="504"/>
                      </a:cubicBezTo>
                      <a:cubicBezTo>
                        <a:pt x="1368" y="569"/>
                        <a:pt x="1390" y="635"/>
                        <a:pt x="1456" y="712"/>
                      </a:cubicBezTo>
                      <a:cubicBezTo>
                        <a:pt x="1477" y="723"/>
                        <a:pt x="1510" y="744"/>
                        <a:pt x="1532" y="766"/>
                      </a:cubicBezTo>
                      <a:cubicBezTo>
                        <a:pt x="1543" y="766"/>
                        <a:pt x="1543" y="777"/>
                        <a:pt x="1554" y="788"/>
                      </a:cubicBezTo>
                      <a:cubicBezTo>
                        <a:pt x="1565" y="788"/>
                        <a:pt x="1565" y="788"/>
                        <a:pt x="1576" y="799"/>
                      </a:cubicBezTo>
                      <a:cubicBezTo>
                        <a:pt x="1620" y="843"/>
                        <a:pt x="1652" y="919"/>
                        <a:pt x="1707" y="974"/>
                      </a:cubicBezTo>
                      <a:cubicBezTo>
                        <a:pt x="1762" y="1029"/>
                        <a:pt x="1795" y="1051"/>
                        <a:pt x="1849" y="1094"/>
                      </a:cubicBezTo>
                      <a:cubicBezTo>
                        <a:pt x="1860" y="1105"/>
                        <a:pt x="1860" y="1116"/>
                        <a:pt x="1882" y="1138"/>
                      </a:cubicBezTo>
                      <a:cubicBezTo>
                        <a:pt x="1915" y="1171"/>
                        <a:pt x="1959" y="1193"/>
                        <a:pt x="2002" y="1215"/>
                      </a:cubicBezTo>
                      <a:cubicBezTo>
                        <a:pt x="2057" y="1248"/>
                        <a:pt x="2123" y="1248"/>
                        <a:pt x="2177" y="1269"/>
                      </a:cubicBezTo>
                      <a:cubicBezTo>
                        <a:pt x="2287" y="1302"/>
                        <a:pt x="2396" y="1357"/>
                        <a:pt x="2506" y="1401"/>
                      </a:cubicBezTo>
                      <a:cubicBezTo>
                        <a:pt x="2593" y="1455"/>
                        <a:pt x="2670" y="1510"/>
                        <a:pt x="2746" y="1576"/>
                      </a:cubicBezTo>
                      <a:cubicBezTo>
                        <a:pt x="2823" y="1619"/>
                        <a:pt x="2888" y="1663"/>
                        <a:pt x="2943" y="1729"/>
                      </a:cubicBezTo>
                      <a:cubicBezTo>
                        <a:pt x="2965" y="1751"/>
                        <a:pt x="2998" y="1762"/>
                        <a:pt x="3020" y="1784"/>
                      </a:cubicBezTo>
                      <a:cubicBezTo>
                        <a:pt x="3042" y="1794"/>
                        <a:pt x="3052" y="1827"/>
                        <a:pt x="3074" y="1838"/>
                      </a:cubicBezTo>
                      <a:cubicBezTo>
                        <a:pt x="3085" y="1860"/>
                        <a:pt x="3118" y="1871"/>
                        <a:pt x="3140" y="1893"/>
                      </a:cubicBezTo>
                      <a:cubicBezTo>
                        <a:pt x="3173" y="1937"/>
                        <a:pt x="3206" y="1980"/>
                        <a:pt x="3238" y="2035"/>
                      </a:cubicBezTo>
                      <a:cubicBezTo>
                        <a:pt x="3260" y="2057"/>
                        <a:pt x="3293" y="2079"/>
                        <a:pt x="3304" y="2101"/>
                      </a:cubicBezTo>
                      <a:cubicBezTo>
                        <a:pt x="3370" y="2188"/>
                        <a:pt x="3413" y="2276"/>
                        <a:pt x="3446" y="2374"/>
                      </a:cubicBezTo>
                      <a:cubicBezTo>
                        <a:pt x="3476" y="2384"/>
                        <a:pt x="3488" y="2430"/>
                        <a:pt x="3514" y="2430"/>
                      </a:cubicBezTo>
                      <a:cubicBezTo>
                        <a:pt x="3517" y="2430"/>
                        <a:pt x="3520" y="2430"/>
                        <a:pt x="3523" y="2429"/>
                      </a:cubicBezTo>
                      <a:cubicBezTo>
                        <a:pt x="3545" y="2407"/>
                        <a:pt x="3501" y="2319"/>
                        <a:pt x="3468" y="2254"/>
                      </a:cubicBezTo>
                      <a:cubicBezTo>
                        <a:pt x="3435" y="2199"/>
                        <a:pt x="3402" y="2144"/>
                        <a:pt x="3370" y="2101"/>
                      </a:cubicBezTo>
                      <a:cubicBezTo>
                        <a:pt x="3370" y="2046"/>
                        <a:pt x="3304" y="1991"/>
                        <a:pt x="3260" y="1937"/>
                      </a:cubicBezTo>
                      <a:cubicBezTo>
                        <a:pt x="3184" y="1849"/>
                        <a:pt x="3107" y="1784"/>
                        <a:pt x="3031" y="1707"/>
                      </a:cubicBezTo>
                      <a:cubicBezTo>
                        <a:pt x="2943" y="1630"/>
                        <a:pt x="2856" y="1565"/>
                        <a:pt x="2768" y="1510"/>
                      </a:cubicBezTo>
                      <a:cubicBezTo>
                        <a:pt x="2746" y="1488"/>
                        <a:pt x="2702" y="1444"/>
                        <a:pt x="2692" y="1434"/>
                      </a:cubicBezTo>
                      <a:cubicBezTo>
                        <a:pt x="2681" y="1434"/>
                        <a:pt x="2670" y="1434"/>
                        <a:pt x="2670" y="1423"/>
                      </a:cubicBezTo>
                      <a:cubicBezTo>
                        <a:pt x="2615" y="1390"/>
                        <a:pt x="2571" y="1346"/>
                        <a:pt x="2538" y="1324"/>
                      </a:cubicBezTo>
                      <a:cubicBezTo>
                        <a:pt x="2506" y="1302"/>
                        <a:pt x="2473" y="1291"/>
                        <a:pt x="2451" y="1269"/>
                      </a:cubicBezTo>
                      <a:cubicBezTo>
                        <a:pt x="2396" y="1248"/>
                        <a:pt x="2331" y="1248"/>
                        <a:pt x="2287" y="1226"/>
                      </a:cubicBezTo>
                      <a:cubicBezTo>
                        <a:pt x="2221" y="1204"/>
                        <a:pt x="2156" y="1171"/>
                        <a:pt x="2101" y="1127"/>
                      </a:cubicBezTo>
                      <a:cubicBezTo>
                        <a:pt x="2035" y="1094"/>
                        <a:pt x="1970" y="1051"/>
                        <a:pt x="1915" y="1007"/>
                      </a:cubicBezTo>
                      <a:cubicBezTo>
                        <a:pt x="1904" y="996"/>
                        <a:pt x="1893" y="974"/>
                        <a:pt x="1882" y="963"/>
                      </a:cubicBezTo>
                      <a:cubicBezTo>
                        <a:pt x="1871" y="952"/>
                        <a:pt x="1849" y="941"/>
                        <a:pt x="1838" y="930"/>
                      </a:cubicBezTo>
                      <a:cubicBezTo>
                        <a:pt x="1817" y="919"/>
                        <a:pt x="1806" y="898"/>
                        <a:pt x="1795" y="876"/>
                      </a:cubicBezTo>
                      <a:cubicBezTo>
                        <a:pt x="1751" y="821"/>
                        <a:pt x="1696" y="755"/>
                        <a:pt x="1652" y="701"/>
                      </a:cubicBezTo>
                      <a:cubicBezTo>
                        <a:pt x="1620" y="657"/>
                        <a:pt x="1620" y="624"/>
                        <a:pt x="1598" y="591"/>
                      </a:cubicBezTo>
                      <a:cubicBezTo>
                        <a:pt x="1576" y="569"/>
                        <a:pt x="1543" y="537"/>
                        <a:pt x="1521" y="504"/>
                      </a:cubicBezTo>
                      <a:cubicBezTo>
                        <a:pt x="1488" y="482"/>
                        <a:pt x="1456" y="449"/>
                        <a:pt x="1423" y="427"/>
                      </a:cubicBezTo>
                      <a:cubicBezTo>
                        <a:pt x="1379" y="394"/>
                        <a:pt x="1335" y="362"/>
                        <a:pt x="1292" y="340"/>
                      </a:cubicBezTo>
                      <a:cubicBezTo>
                        <a:pt x="1259" y="318"/>
                        <a:pt x="1204" y="274"/>
                        <a:pt x="1160" y="252"/>
                      </a:cubicBezTo>
                      <a:cubicBezTo>
                        <a:pt x="1117" y="220"/>
                        <a:pt x="1073" y="198"/>
                        <a:pt x="1029" y="176"/>
                      </a:cubicBezTo>
                      <a:cubicBezTo>
                        <a:pt x="985" y="154"/>
                        <a:pt x="942" y="132"/>
                        <a:pt x="909" y="121"/>
                      </a:cubicBezTo>
                      <a:lnTo>
                        <a:pt x="865" y="110"/>
                      </a:lnTo>
                      <a:cubicBezTo>
                        <a:pt x="843" y="99"/>
                        <a:pt x="821" y="88"/>
                        <a:pt x="799" y="77"/>
                      </a:cubicBezTo>
                      <a:cubicBezTo>
                        <a:pt x="778" y="66"/>
                        <a:pt x="723" y="66"/>
                        <a:pt x="679" y="55"/>
                      </a:cubicBezTo>
                      <a:lnTo>
                        <a:pt x="603" y="34"/>
                      </a:lnTo>
                      <a:cubicBezTo>
                        <a:pt x="515" y="23"/>
                        <a:pt x="428" y="12"/>
                        <a:pt x="351" y="12"/>
                      </a:cubicBezTo>
                      <a:cubicBezTo>
                        <a:pt x="312" y="4"/>
                        <a:pt x="275"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6" name="Google Shape;1806;p13"/>
              <p:cNvGrpSpPr/>
              <p:nvPr/>
            </p:nvGrpSpPr>
            <p:grpSpPr>
              <a:xfrm rot="10800000" flipH="1">
                <a:off x="7932213" y="393038"/>
                <a:ext cx="48150" cy="57350"/>
                <a:chOff x="4803550" y="4379313"/>
                <a:chExt cx="48150" cy="57350"/>
              </a:xfrm>
            </p:grpSpPr>
            <p:sp>
              <p:nvSpPr>
                <p:cNvPr id="1807" name="Google Shape;1807;p13"/>
                <p:cNvSpPr/>
                <p:nvPr/>
              </p:nvSpPr>
              <p:spPr>
                <a:xfrm>
                  <a:off x="4844300" y="4393163"/>
                  <a:ext cx="825" cy="300"/>
                </a:xfrm>
                <a:custGeom>
                  <a:avLst/>
                  <a:gdLst/>
                  <a:ahLst/>
                  <a:cxnLst/>
                  <a:rect l="l" t="t" r="r" b="b"/>
                  <a:pathLst>
                    <a:path w="33" h="12" extrusionOk="0">
                      <a:moveTo>
                        <a:pt x="0" y="0"/>
                      </a:moveTo>
                      <a:lnTo>
                        <a:pt x="28" y="10"/>
                      </a:lnTo>
                      <a:lnTo>
                        <a:pt x="28" y="10"/>
                      </a:lnTo>
                      <a:cubicBezTo>
                        <a:pt x="27" y="7"/>
                        <a:pt x="33" y="0"/>
                        <a:pt x="33" y="0"/>
                      </a:cubicBezTo>
                      <a:close/>
                      <a:moveTo>
                        <a:pt x="28" y="10"/>
                      </a:moveTo>
                      <a:cubicBezTo>
                        <a:pt x="29" y="11"/>
                        <a:pt x="30" y="11"/>
                        <a:pt x="33" y="11"/>
                      </a:cubicBezTo>
                      <a:lnTo>
                        <a:pt x="28" y="1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13"/>
                <p:cNvSpPr/>
                <p:nvPr/>
              </p:nvSpPr>
              <p:spPr>
                <a:xfrm>
                  <a:off x="4847850" y="4390688"/>
                  <a:ext cx="25" cy="25"/>
                </a:xfrm>
                <a:custGeom>
                  <a:avLst/>
                  <a:gdLst/>
                  <a:ahLst/>
                  <a:cxnLst/>
                  <a:rect l="l" t="t" r="r" b="b"/>
                  <a:pathLst>
                    <a:path w="1" h="1" extrusionOk="0">
                      <a:moveTo>
                        <a:pt x="0" y="1"/>
                      </a:move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13"/>
                <p:cNvSpPr/>
                <p:nvPr/>
              </p:nvSpPr>
              <p:spPr>
                <a:xfrm>
                  <a:off x="4803550" y="4379313"/>
                  <a:ext cx="48150" cy="57350"/>
                </a:xfrm>
                <a:custGeom>
                  <a:avLst/>
                  <a:gdLst/>
                  <a:ahLst/>
                  <a:cxnLst/>
                  <a:rect l="l" t="t" r="r" b="b"/>
                  <a:pathLst>
                    <a:path w="1926" h="2294" extrusionOk="0">
                      <a:moveTo>
                        <a:pt x="1138" y="193"/>
                      </a:moveTo>
                      <a:cubicBezTo>
                        <a:pt x="1149" y="193"/>
                        <a:pt x="1171" y="204"/>
                        <a:pt x="1193" y="226"/>
                      </a:cubicBezTo>
                      <a:cubicBezTo>
                        <a:pt x="1215" y="237"/>
                        <a:pt x="1236" y="270"/>
                        <a:pt x="1269" y="303"/>
                      </a:cubicBezTo>
                      <a:cubicBezTo>
                        <a:pt x="1324" y="336"/>
                        <a:pt x="1368" y="401"/>
                        <a:pt x="1433" y="456"/>
                      </a:cubicBezTo>
                      <a:lnTo>
                        <a:pt x="1455" y="467"/>
                      </a:lnTo>
                      <a:cubicBezTo>
                        <a:pt x="1477" y="478"/>
                        <a:pt x="1499" y="489"/>
                        <a:pt x="1521" y="500"/>
                      </a:cubicBezTo>
                      <a:cubicBezTo>
                        <a:pt x="1532" y="500"/>
                        <a:pt x="1554" y="511"/>
                        <a:pt x="1565" y="521"/>
                      </a:cubicBezTo>
                      <a:cubicBezTo>
                        <a:pt x="1575" y="521"/>
                        <a:pt x="1586" y="532"/>
                        <a:pt x="1597" y="543"/>
                      </a:cubicBezTo>
                      <a:lnTo>
                        <a:pt x="1619" y="554"/>
                      </a:lnTo>
                      <a:lnTo>
                        <a:pt x="1652" y="554"/>
                      </a:lnTo>
                      <a:cubicBezTo>
                        <a:pt x="1652" y="554"/>
                        <a:pt x="1652" y="565"/>
                        <a:pt x="1652" y="565"/>
                      </a:cubicBezTo>
                      <a:cubicBezTo>
                        <a:pt x="1674" y="576"/>
                        <a:pt x="1685" y="576"/>
                        <a:pt x="1696" y="587"/>
                      </a:cubicBezTo>
                      <a:cubicBezTo>
                        <a:pt x="1718" y="609"/>
                        <a:pt x="1750" y="631"/>
                        <a:pt x="1772" y="653"/>
                      </a:cubicBezTo>
                      <a:cubicBezTo>
                        <a:pt x="1783" y="664"/>
                        <a:pt x="1772" y="664"/>
                        <a:pt x="1783" y="675"/>
                      </a:cubicBezTo>
                      <a:cubicBezTo>
                        <a:pt x="1783" y="686"/>
                        <a:pt x="1772" y="707"/>
                        <a:pt x="1783" y="718"/>
                      </a:cubicBezTo>
                      <a:cubicBezTo>
                        <a:pt x="1772" y="718"/>
                        <a:pt x="1772" y="729"/>
                        <a:pt x="1761" y="729"/>
                      </a:cubicBezTo>
                      <a:cubicBezTo>
                        <a:pt x="1761" y="740"/>
                        <a:pt x="1750" y="729"/>
                        <a:pt x="1761" y="751"/>
                      </a:cubicBezTo>
                      <a:lnTo>
                        <a:pt x="1718" y="751"/>
                      </a:lnTo>
                      <a:cubicBezTo>
                        <a:pt x="1707" y="729"/>
                        <a:pt x="1685" y="707"/>
                        <a:pt x="1674" y="686"/>
                      </a:cubicBezTo>
                      <a:lnTo>
                        <a:pt x="1674" y="686"/>
                      </a:lnTo>
                      <a:cubicBezTo>
                        <a:pt x="1674" y="707"/>
                        <a:pt x="1685" y="729"/>
                        <a:pt x="1685" y="751"/>
                      </a:cubicBezTo>
                      <a:cubicBezTo>
                        <a:pt x="1685" y="806"/>
                        <a:pt x="1696" y="850"/>
                        <a:pt x="1707" y="904"/>
                      </a:cubicBezTo>
                      <a:cubicBezTo>
                        <a:pt x="1707" y="1036"/>
                        <a:pt x="1696" y="1178"/>
                        <a:pt x="1674" y="1309"/>
                      </a:cubicBezTo>
                      <a:cubicBezTo>
                        <a:pt x="1674" y="1353"/>
                        <a:pt x="1663" y="1396"/>
                        <a:pt x="1652" y="1451"/>
                      </a:cubicBezTo>
                      <a:lnTo>
                        <a:pt x="1652" y="1462"/>
                      </a:lnTo>
                      <a:lnTo>
                        <a:pt x="1608" y="1648"/>
                      </a:lnTo>
                      <a:lnTo>
                        <a:pt x="1597" y="1725"/>
                      </a:lnTo>
                      <a:lnTo>
                        <a:pt x="1597" y="1736"/>
                      </a:lnTo>
                      <a:lnTo>
                        <a:pt x="1597" y="1746"/>
                      </a:lnTo>
                      <a:lnTo>
                        <a:pt x="1586" y="1746"/>
                      </a:lnTo>
                      <a:lnTo>
                        <a:pt x="1532" y="1757"/>
                      </a:lnTo>
                      <a:cubicBezTo>
                        <a:pt x="1510" y="1768"/>
                        <a:pt x="1477" y="1779"/>
                        <a:pt x="1444" y="1790"/>
                      </a:cubicBezTo>
                      <a:lnTo>
                        <a:pt x="1346" y="1823"/>
                      </a:lnTo>
                      <a:cubicBezTo>
                        <a:pt x="1269" y="1845"/>
                        <a:pt x="1193" y="1889"/>
                        <a:pt x="1127" y="1943"/>
                      </a:cubicBezTo>
                      <a:lnTo>
                        <a:pt x="1072" y="1976"/>
                      </a:lnTo>
                      <a:lnTo>
                        <a:pt x="1061" y="1976"/>
                      </a:lnTo>
                      <a:cubicBezTo>
                        <a:pt x="1050" y="1987"/>
                        <a:pt x="1040" y="1998"/>
                        <a:pt x="1029" y="2009"/>
                      </a:cubicBezTo>
                      <a:lnTo>
                        <a:pt x="996" y="2031"/>
                      </a:lnTo>
                      <a:lnTo>
                        <a:pt x="985" y="2031"/>
                      </a:lnTo>
                      <a:cubicBezTo>
                        <a:pt x="941" y="2009"/>
                        <a:pt x="897" y="1998"/>
                        <a:pt x="854" y="1976"/>
                      </a:cubicBezTo>
                      <a:cubicBezTo>
                        <a:pt x="766" y="1943"/>
                        <a:pt x="690" y="1900"/>
                        <a:pt x="613" y="1845"/>
                      </a:cubicBezTo>
                      <a:cubicBezTo>
                        <a:pt x="569" y="1801"/>
                        <a:pt x="515" y="1757"/>
                        <a:pt x="482" y="1703"/>
                      </a:cubicBezTo>
                      <a:cubicBezTo>
                        <a:pt x="416" y="1615"/>
                        <a:pt x="361" y="1506"/>
                        <a:pt x="318" y="1407"/>
                      </a:cubicBezTo>
                      <a:cubicBezTo>
                        <a:pt x="296" y="1353"/>
                        <a:pt x="285" y="1298"/>
                        <a:pt x="274" y="1243"/>
                      </a:cubicBezTo>
                      <a:cubicBezTo>
                        <a:pt x="274" y="1211"/>
                        <a:pt x="263" y="1156"/>
                        <a:pt x="263" y="1123"/>
                      </a:cubicBezTo>
                      <a:cubicBezTo>
                        <a:pt x="252" y="1090"/>
                        <a:pt x="241" y="1046"/>
                        <a:pt x="230" y="992"/>
                      </a:cubicBezTo>
                      <a:cubicBezTo>
                        <a:pt x="230" y="981"/>
                        <a:pt x="230" y="981"/>
                        <a:pt x="252" y="937"/>
                      </a:cubicBezTo>
                      <a:lnTo>
                        <a:pt x="307" y="850"/>
                      </a:lnTo>
                      <a:cubicBezTo>
                        <a:pt x="340" y="795"/>
                        <a:pt x="372" y="729"/>
                        <a:pt x="416" y="675"/>
                      </a:cubicBezTo>
                      <a:cubicBezTo>
                        <a:pt x="438" y="642"/>
                        <a:pt x="460" y="620"/>
                        <a:pt x="482" y="598"/>
                      </a:cubicBezTo>
                      <a:cubicBezTo>
                        <a:pt x="515" y="554"/>
                        <a:pt x="547" y="521"/>
                        <a:pt x="580" y="478"/>
                      </a:cubicBezTo>
                      <a:cubicBezTo>
                        <a:pt x="602" y="434"/>
                        <a:pt x="635" y="401"/>
                        <a:pt x="679" y="368"/>
                      </a:cubicBezTo>
                      <a:cubicBezTo>
                        <a:pt x="744" y="325"/>
                        <a:pt x="810" y="292"/>
                        <a:pt x="886" y="259"/>
                      </a:cubicBezTo>
                      <a:cubicBezTo>
                        <a:pt x="941" y="237"/>
                        <a:pt x="1007" y="215"/>
                        <a:pt x="1072" y="193"/>
                      </a:cubicBezTo>
                      <a:close/>
                      <a:moveTo>
                        <a:pt x="1132" y="0"/>
                      </a:moveTo>
                      <a:cubicBezTo>
                        <a:pt x="1120" y="0"/>
                        <a:pt x="1107" y="2"/>
                        <a:pt x="1094" y="7"/>
                      </a:cubicBezTo>
                      <a:cubicBezTo>
                        <a:pt x="1061" y="18"/>
                        <a:pt x="1029" y="18"/>
                        <a:pt x="996" y="29"/>
                      </a:cubicBezTo>
                      <a:cubicBezTo>
                        <a:pt x="897" y="40"/>
                        <a:pt x="810" y="73"/>
                        <a:pt x="722" y="128"/>
                      </a:cubicBezTo>
                      <a:cubicBezTo>
                        <a:pt x="525" y="226"/>
                        <a:pt x="361" y="379"/>
                        <a:pt x="241" y="565"/>
                      </a:cubicBezTo>
                      <a:cubicBezTo>
                        <a:pt x="165" y="675"/>
                        <a:pt x="99" y="784"/>
                        <a:pt x="44" y="904"/>
                      </a:cubicBezTo>
                      <a:lnTo>
                        <a:pt x="11" y="948"/>
                      </a:lnTo>
                      <a:lnTo>
                        <a:pt x="0" y="981"/>
                      </a:lnTo>
                      <a:lnTo>
                        <a:pt x="0" y="1003"/>
                      </a:lnTo>
                      <a:lnTo>
                        <a:pt x="11" y="1090"/>
                      </a:lnTo>
                      <a:cubicBezTo>
                        <a:pt x="11" y="1134"/>
                        <a:pt x="22" y="1178"/>
                        <a:pt x="33" y="1232"/>
                      </a:cubicBezTo>
                      <a:cubicBezTo>
                        <a:pt x="44" y="1320"/>
                        <a:pt x="66" y="1407"/>
                        <a:pt x="99" y="1506"/>
                      </a:cubicBezTo>
                      <a:cubicBezTo>
                        <a:pt x="165" y="1681"/>
                        <a:pt x="263" y="1845"/>
                        <a:pt x="405" y="1976"/>
                      </a:cubicBezTo>
                      <a:cubicBezTo>
                        <a:pt x="482" y="2042"/>
                        <a:pt x="558" y="2096"/>
                        <a:pt x="635" y="2140"/>
                      </a:cubicBezTo>
                      <a:cubicBezTo>
                        <a:pt x="690" y="2173"/>
                        <a:pt x="744" y="2195"/>
                        <a:pt x="799" y="2217"/>
                      </a:cubicBezTo>
                      <a:cubicBezTo>
                        <a:pt x="854" y="2239"/>
                        <a:pt x="886" y="2250"/>
                        <a:pt x="996" y="2293"/>
                      </a:cubicBezTo>
                      <a:lnTo>
                        <a:pt x="1018" y="2282"/>
                      </a:lnTo>
                      <a:lnTo>
                        <a:pt x="1083" y="2239"/>
                      </a:lnTo>
                      <a:lnTo>
                        <a:pt x="1127" y="2217"/>
                      </a:lnTo>
                      <a:cubicBezTo>
                        <a:pt x="1149" y="2206"/>
                        <a:pt x="1182" y="2184"/>
                        <a:pt x="1204" y="2173"/>
                      </a:cubicBezTo>
                      <a:cubicBezTo>
                        <a:pt x="1280" y="2107"/>
                        <a:pt x="1379" y="2064"/>
                        <a:pt x="1477" y="2031"/>
                      </a:cubicBezTo>
                      <a:cubicBezTo>
                        <a:pt x="1499" y="2020"/>
                        <a:pt x="1532" y="2009"/>
                        <a:pt x="1565" y="2009"/>
                      </a:cubicBezTo>
                      <a:cubicBezTo>
                        <a:pt x="1608" y="2009"/>
                        <a:pt x="1674" y="1998"/>
                        <a:pt x="1750" y="1987"/>
                      </a:cubicBezTo>
                      <a:cubicBezTo>
                        <a:pt x="1761" y="1911"/>
                        <a:pt x="1783" y="1834"/>
                        <a:pt x="1794" y="1757"/>
                      </a:cubicBezTo>
                      <a:cubicBezTo>
                        <a:pt x="1860" y="1517"/>
                        <a:pt x="1893" y="1276"/>
                        <a:pt x="1904" y="1036"/>
                      </a:cubicBezTo>
                      <a:cubicBezTo>
                        <a:pt x="1915" y="893"/>
                        <a:pt x="1925" y="762"/>
                        <a:pt x="1915" y="620"/>
                      </a:cubicBezTo>
                      <a:cubicBezTo>
                        <a:pt x="1925" y="576"/>
                        <a:pt x="1915" y="532"/>
                        <a:pt x="1893" y="500"/>
                      </a:cubicBezTo>
                      <a:cubicBezTo>
                        <a:pt x="1882" y="467"/>
                        <a:pt x="1882" y="456"/>
                        <a:pt x="1871" y="445"/>
                      </a:cubicBezTo>
                      <a:lnTo>
                        <a:pt x="1805" y="445"/>
                      </a:lnTo>
                      <a:cubicBezTo>
                        <a:pt x="1794" y="456"/>
                        <a:pt x="1783" y="456"/>
                        <a:pt x="1772" y="456"/>
                      </a:cubicBezTo>
                      <a:cubicBezTo>
                        <a:pt x="1772" y="401"/>
                        <a:pt x="1740" y="346"/>
                        <a:pt x="1696" y="325"/>
                      </a:cubicBezTo>
                      <a:cubicBezTo>
                        <a:pt x="1641" y="314"/>
                        <a:pt x="1597" y="292"/>
                        <a:pt x="1554" y="259"/>
                      </a:cubicBezTo>
                      <a:cubicBezTo>
                        <a:pt x="1510" y="215"/>
                        <a:pt x="1466" y="161"/>
                        <a:pt x="1411" y="117"/>
                      </a:cubicBezTo>
                      <a:cubicBezTo>
                        <a:pt x="1357" y="84"/>
                        <a:pt x="1291" y="51"/>
                        <a:pt x="1236" y="29"/>
                      </a:cubicBezTo>
                      <a:cubicBezTo>
                        <a:pt x="1203" y="21"/>
                        <a:pt x="1170"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3"/>
                <p:cNvSpPr/>
                <p:nvPr/>
              </p:nvSpPr>
              <p:spPr>
                <a:xfrm>
                  <a:off x="4811750" y="4388513"/>
                  <a:ext cx="36675" cy="24075"/>
                </a:xfrm>
                <a:custGeom>
                  <a:avLst/>
                  <a:gdLst/>
                  <a:ahLst/>
                  <a:cxnLst/>
                  <a:rect l="l" t="t" r="r" b="b"/>
                  <a:pathLst>
                    <a:path w="1467" h="963" extrusionOk="0">
                      <a:moveTo>
                        <a:pt x="777" y="0"/>
                      </a:moveTo>
                      <a:cubicBezTo>
                        <a:pt x="755" y="0"/>
                        <a:pt x="744" y="22"/>
                        <a:pt x="733" y="22"/>
                      </a:cubicBezTo>
                      <a:lnTo>
                        <a:pt x="712" y="22"/>
                      </a:lnTo>
                      <a:cubicBezTo>
                        <a:pt x="679" y="33"/>
                        <a:pt x="635" y="55"/>
                        <a:pt x="613" y="77"/>
                      </a:cubicBezTo>
                      <a:cubicBezTo>
                        <a:pt x="591" y="99"/>
                        <a:pt x="569" y="121"/>
                        <a:pt x="558" y="143"/>
                      </a:cubicBezTo>
                      <a:cubicBezTo>
                        <a:pt x="558" y="153"/>
                        <a:pt x="537" y="153"/>
                        <a:pt x="537" y="164"/>
                      </a:cubicBezTo>
                      <a:cubicBezTo>
                        <a:pt x="526" y="175"/>
                        <a:pt x="515" y="197"/>
                        <a:pt x="504" y="219"/>
                      </a:cubicBezTo>
                      <a:cubicBezTo>
                        <a:pt x="493" y="241"/>
                        <a:pt x="493" y="263"/>
                        <a:pt x="482" y="285"/>
                      </a:cubicBezTo>
                      <a:cubicBezTo>
                        <a:pt x="449" y="328"/>
                        <a:pt x="416" y="372"/>
                        <a:pt x="372" y="394"/>
                      </a:cubicBezTo>
                      <a:lnTo>
                        <a:pt x="252" y="471"/>
                      </a:lnTo>
                      <a:cubicBezTo>
                        <a:pt x="230" y="514"/>
                        <a:pt x="197" y="536"/>
                        <a:pt x="176" y="569"/>
                      </a:cubicBezTo>
                      <a:cubicBezTo>
                        <a:pt x="165" y="580"/>
                        <a:pt x="165" y="591"/>
                        <a:pt x="154" y="602"/>
                      </a:cubicBezTo>
                      <a:cubicBezTo>
                        <a:pt x="143" y="613"/>
                        <a:pt x="132" y="624"/>
                        <a:pt x="132" y="635"/>
                      </a:cubicBezTo>
                      <a:cubicBezTo>
                        <a:pt x="121" y="646"/>
                        <a:pt x="121" y="657"/>
                        <a:pt x="110" y="668"/>
                      </a:cubicBezTo>
                      <a:cubicBezTo>
                        <a:pt x="99" y="700"/>
                        <a:pt x="88" y="722"/>
                        <a:pt x="77" y="744"/>
                      </a:cubicBezTo>
                      <a:cubicBezTo>
                        <a:pt x="77" y="755"/>
                        <a:pt x="66" y="777"/>
                        <a:pt x="55" y="788"/>
                      </a:cubicBezTo>
                      <a:cubicBezTo>
                        <a:pt x="33" y="832"/>
                        <a:pt x="22" y="875"/>
                        <a:pt x="1" y="930"/>
                      </a:cubicBezTo>
                      <a:cubicBezTo>
                        <a:pt x="1" y="941"/>
                        <a:pt x="1" y="963"/>
                        <a:pt x="12" y="963"/>
                      </a:cubicBezTo>
                      <a:cubicBezTo>
                        <a:pt x="22" y="963"/>
                        <a:pt x="33" y="919"/>
                        <a:pt x="44" y="886"/>
                      </a:cubicBezTo>
                      <a:cubicBezTo>
                        <a:pt x="55" y="853"/>
                        <a:pt x="77" y="821"/>
                        <a:pt x="77" y="810"/>
                      </a:cubicBezTo>
                      <a:cubicBezTo>
                        <a:pt x="99" y="788"/>
                        <a:pt x="110" y="755"/>
                        <a:pt x="121" y="733"/>
                      </a:cubicBezTo>
                      <a:cubicBezTo>
                        <a:pt x="143" y="689"/>
                        <a:pt x="165" y="646"/>
                        <a:pt x="197" y="602"/>
                      </a:cubicBezTo>
                      <a:cubicBezTo>
                        <a:pt x="219" y="569"/>
                        <a:pt x="252" y="525"/>
                        <a:pt x="296" y="493"/>
                      </a:cubicBezTo>
                      <a:cubicBezTo>
                        <a:pt x="307" y="493"/>
                        <a:pt x="318" y="482"/>
                        <a:pt x="340" y="471"/>
                      </a:cubicBezTo>
                      <a:cubicBezTo>
                        <a:pt x="362" y="449"/>
                        <a:pt x="394" y="449"/>
                        <a:pt x="405" y="438"/>
                      </a:cubicBezTo>
                      <a:cubicBezTo>
                        <a:pt x="427" y="427"/>
                        <a:pt x="438" y="416"/>
                        <a:pt x="449" y="405"/>
                      </a:cubicBezTo>
                      <a:cubicBezTo>
                        <a:pt x="471" y="394"/>
                        <a:pt x="482" y="372"/>
                        <a:pt x="493" y="339"/>
                      </a:cubicBezTo>
                      <a:cubicBezTo>
                        <a:pt x="515" y="318"/>
                        <a:pt x="537" y="296"/>
                        <a:pt x="558" y="263"/>
                      </a:cubicBezTo>
                      <a:cubicBezTo>
                        <a:pt x="569" y="230"/>
                        <a:pt x="591" y="197"/>
                        <a:pt x="613" y="164"/>
                      </a:cubicBezTo>
                      <a:cubicBezTo>
                        <a:pt x="613" y="164"/>
                        <a:pt x="624" y="164"/>
                        <a:pt x="624" y="153"/>
                      </a:cubicBezTo>
                      <a:cubicBezTo>
                        <a:pt x="635" y="153"/>
                        <a:pt x="635" y="143"/>
                        <a:pt x="635" y="132"/>
                      </a:cubicBezTo>
                      <a:cubicBezTo>
                        <a:pt x="646" y="132"/>
                        <a:pt x="657" y="121"/>
                        <a:pt x="668" y="121"/>
                      </a:cubicBezTo>
                      <a:cubicBezTo>
                        <a:pt x="690" y="99"/>
                        <a:pt x="722" y="88"/>
                        <a:pt x="744" y="88"/>
                      </a:cubicBezTo>
                      <a:lnTo>
                        <a:pt x="897" y="88"/>
                      </a:lnTo>
                      <a:cubicBezTo>
                        <a:pt x="908" y="82"/>
                        <a:pt x="919" y="80"/>
                        <a:pt x="930" y="80"/>
                      </a:cubicBezTo>
                      <a:cubicBezTo>
                        <a:pt x="941" y="80"/>
                        <a:pt x="952" y="82"/>
                        <a:pt x="963" y="88"/>
                      </a:cubicBezTo>
                      <a:cubicBezTo>
                        <a:pt x="985" y="88"/>
                        <a:pt x="1007" y="99"/>
                        <a:pt x="1029" y="99"/>
                      </a:cubicBezTo>
                      <a:lnTo>
                        <a:pt x="1094" y="132"/>
                      </a:lnTo>
                      <a:cubicBezTo>
                        <a:pt x="1116" y="143"/>
                        <a:pt x="1138" y="143"/>
                        <a:pt x="1160" y="153"/>
                      </a:cubicBezTo>
                      <a:cubicBezTo>
                        <a:pt x="1160" y="164"/>
                        <a:pt x="1171" y="164"/>
                        <a:pt x="1182" y="175"/>
                      </a:cubicBezTo>
                      <a:cubicBezTo>
                        <a:pt x="1193" y="175"/>
                        <a:pt x="1215" y="186"/>
                        <a:pt x="1226" y="186"/>
                      </a:cubicBezTo>
                      <a:cubicBezTo>
                        <a:pt x="1237" y="197"/>
                        <a:pt x="1247" y="208"/>
                        <a:pt x="1247" y="208"/>
                      </a:cubicBezTo>
                      <a:cubicBezTo>
                        <a:pt x="1280" y="230"/>
                        <a:pt x="1302" y="241"/>
                        <a:pt x="1324" y="263"/>
                      </a:cubicBezTo>
                      <a:cubicBezTo>
                        <a:pt x="1335" y="274"/>
                        <a:pt x="1335" y="285"/>
                        <a:pt x="1346" y="285"/>
                      </a:cubicBezTo>
                      <a:cubicBezTo>
                        <a:pt x="1357" y="318"/>
                        <a:pt x="1379" y="339"/>
                        <a:pt x="1390" y="350"/>
                      </a:cubicBezTo>
                      <a:lnTo>
                        <a:pt x="1433" y="350"/>
                      </a:lnTo>
                      <a:cubicBezTo>
                        <a:pt x="1433" y="345"/>
                        <a:pt x="1436" y="345"/>
                        <a:pt x="1438" y="345"/>
                      </a:cubicBezTo>
                      <a:cubicBezTo>
                        <a:pt x="1439" y="345"/>
                        <a:pt x="1439" y="345"/>
                        <a:pt x="1433" y="339"/>
                      </a:cubicBezTo>
                      <a:cubicBezTo>
                        <a:pt x="1444" y="328"/>
                        <a:pt x="1444" y="328"/>
                        <a:pt x="1444" y="318"/>
                      </a:cubicBezTo>
                      <a:cubicBezTo>
                        <a:pt x="1455" y="307"/>
                        <a:pt x="1455" y="296"/>
                        <a:pt x="1466" y="285"/>
                      </a:cubicBezTo>
                      <a:cubicBezTo>
                        <a:pt x="1455" y="274"/>
                        <a:pt x="1466" y="263"/>
                        <a:pt x="1444" y="252"/>
                      </a:cubicBezTo>
                      <a:cubicBezTo>
                        <a:pt x="1422" y="252"/>
                        <a:pt x="1401" y="241"/>
                        <a:pt x="1379" y="230"/>
                      </a:cubicBezTo>
                      <a:cubicBezTo>
                        <a:pt x="1357" y="219"/>
                        <a:pt x="1346" y="208"/>
                        <a:pt x="1335" y="197"/>
                      </a:cubicBezTo>
                      <a:lnTo>
                        <a:pt x="1302" y="186"/>
                      </a:lnTo>
                      <a:lnTo>
                        <a:pt x="1269" y="175"/>
                      </a:lnTo>
                      <a:cubicBezTo>
                        <a:pt x="1258" y="175"/>
                        <a:pt x="1258" y="153"/>
                        <a:pt x="1247" y="153"/>
                      </a:cubicBezTo>
                      <a:cubicBezTo>
                        <a:pt x="1226" y="143"/>
                        <a:pt x="1215" y="132"/>
                        <a:pt x="1193" y="132"/>
                      </a:cubicBezTo>
                      <a:cubicBezTo>
                        <a:pt x="1171" y="121"/>
                        <a:pt x="1149" y="110"/>
                        <a:pt x="1138" y="99"/>
                      </a:cubicBezTo>
                      <a:lnTo>
                        <a:pt x="1116" y="88"/>
                      </a:lnTo>
                      <a:lnTo>
                        <a:pt x="1094" y="88"/>
                      </a:lnTo>
                      <a:cubicBezTo>
                        <a:pt x="1029" y="66"/>
                        <a:pt x="974" y="55"/>
                        <a:pt x="919" y="33"/>
                      </a:cubicBezTo>
                      <a:cubicBezTo>
                        <a:pt x="876" y="11"/>
                        <a:pt x="821"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1" name="Google Shape;1811;p13"/>
              <p:cNvGrpSpPr/>
              <p:nvPr/>
            </p:nvGrpSpPr>
            <p:grpSpPr>
              <a:xfrm rot="10800000" flipH="1">
                <a:off x="8764175" y="-53112"/>
                <a:ext cx="71950" cy="81225"/>
                <a:chOff x="8764175" y="4911563"/>
                <a:chExt cx="71950" cy="81225"/>
              </a:xfrm>
            </p:grpSpPr>
            <p:sp>
              <p:nvSpPr>
                <p:cNvPr id="1812" name="Google Shape;1812;p13"/>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3"/>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3"/>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13"/>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13"/>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7" name="Google Shape;1817;p13"/>
              <p:cNvGrpSpPr/>
              <p:nvPr/>
            </p:nvGrpSpPr>
            <p:grpSpPr>
              <a:xfrm rot="10800000" flipH="1">
                <a:off x="7060675" y="1483588"/>
                <a:ext cx="61825" cy="42450"/>
                <a:chOff x="4695825" y="4574513"/>
                <a:chExt cx="61825" cy="42450"/>
              </a:xfrm>
            </p:grpSpPr>
            <p:sp>
              <p:nvSpPr>
                <p:cNvPr id="1818" name="Google Shape;1818;p13"/>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3"/>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13"/>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13"/>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13"/>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3" name="Google Shape;1823;p13"/>
              <p:cNvSpPr/>
              <p:nvPr/>
            </p:nvSpPr>
            <p:spPr>
              <a:xfrm rot="10800000" flipH="1">
                <a:off x="6774638" y="1647188"/>
                <a:ext cx="15325" cy="13150"/>
              </a:xfrm>
              <a:custGeom>
                <a:avLst/>
                <a:gdLst/>
                <a:ahLst/>
                <a:cxnLst/>
                <a:rect l="l" t="t" r="r" b="b"/>
                <a:pathLst>
                  <a:path w="613" h="526" extrusionOk="0">
                    <a:moveTo>
                      <a:pt x="286" y="1"/>
                    </a:moveTo>
                    <a:cubicBezTo>
                      <a:pt x="174" y="1"/>
                      <a:pt x="64" y="71"/>
                      <a:pt x="33" y="200"/>
                    </a:cubicBezTo>
                    <a:cubicBezTo>
                      <a:pt x="0" y="331"/>
                      <a:pt x="77" y="474"/>
                      <a:pt x="219" y="517"/>
                    </a:cubicBezTo>
                    <a:cubicBezTo>
                      <a:pt x="242" y="523"/>
                      <a:pt x="264" y="525"/>
                      <a:pt x="285" y="525"/>
                    </a:cubicBezTo>
                    <a:cubicBezTo>
                      <a:pt x="480" y="525"/>
                      <a:pt x="613" y="312"/>
                      <a:pt x="514" y="135"/>
                    </a:cubicBezTo>
                    <a:cubicBezTo>
                      <a:pt x="462" y="43"/>
                      <a:pt x="373"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3"/>
              <p:cNvSpPr/>
              <p:nvPr/>
            </p:nvSpPr>
            <p:spPr>
              <a:xfrm rot="10800000" flipH="1">
                <a:off x="8531750" y="962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13"/>
              <p:cNvSpPr/>
              <p:nvPr/>
            </p:nvSpPr>
            <p:spPr>
              <a:xfrm rot="10800000" flipH="1">
                <a:off x="8529175" y="-52362"/>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13"/>
              <p:cNvSpPr/>
              <p:nvPr/>
            </p:nvSpPr>
            <p:spPr>
              <a:xfrm rot="10800000" flipH="1">
                <a:off x="7439713" y="678413"/>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7" name="Google Shape;1827;p13"/>
              <p:cNvGrpSpPr/>
              <p:nvPr/>
            </p:nvGrpSpPr>
            <p:grpSpPr>
              <a:xfrm rot="10800000">
                <a:off x="7207363" y="817438"/>
                <a:ext cx="203475" cy="175550"/>
                <a:chOff x="292325" y="4360000"/>
                <a:chExt cx="203475" cy="175550"/>
              </a:xfrm>
            </p:grpSpPr>
            <p:sp>
              <p:nvSpPr>
                <p:cNvPr id="1828" name="Google Shape;1828;p13"/>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3"/>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13"/>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13"/>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2" name="Google Shape;1832;p13"/>
              <p:cNvGrpSpPr/>
              <p:nvPr/>
            </p:nvGrpSpPr>
            <p:grpSpPr>
              <a:xfrm rot="10800000">
                <a:off x="6567713" y="1292888"/>
                <a:ext cx="39675" cy="33500"/>
                <a:chOff x="1171975" y="3874200"/>
                <a:chExt cx="39675" cy="33500"/>
              </a:xfrm>
            </p:grpSpPr>
            <p:sp>
              <p:nvSpPr>
                <p:cNvPr id="1833" name="Google Shape;1833;p13"/>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13"/>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13"/>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13"/>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13"/>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13"/>
              <p:cNvGrpSpPr/>
              <p:nvPr/>
            </p:nvGrpSpPr>
            <p:grpSpPr>
              <a:xfrm rot="10800000">
                <a:off x="7644513" y="919913"/>
                <a:ext cx="45400" cy="562075"/>
                <a:chOff x="89450" y="3718600"/>
                <a:chExt cx="45400" cy="562075"/>
              </a:xfrm>
            </p:grpSpPr>
            <p:sp>
              <p:nvSpPr>
                <p:cNvPr id="1839" name="Google Shape;1839;p13"/>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13"/>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13"/>
                <p:cNvSpPr/>
                <p:nvPr/>
              </p:nvSpPr>
              <p:spPr>
                <a:xfrm flipH="1">
                  <a:off x="99825" y="37186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2" name="Google Shape;1842;p13"/>
              <p:cNvGrpSpPr/>
              <p:nvPr/>
            </p:nvGrpSpPr>
            <p:grpSpPr>
              <a:xfrm rot="10800000">
                <a:off x="7537313" y="692638"/>
                <a:ext cx="47875" cy="30925"/>
                <a:chOff x="194175" y="4477025"/>
                <a:chExt cx="47875" cy="30925"/>
              </a:xfrm>
            </p:grpSpPr>
            <p:sp>
              <p:nvSpPr>
                <p:cNvPr id="1843" name="Google Shape;1843;p13"/>
                <p:cNvSpPr/>
                <p:nvPr/>
              </p:nvSpPr>
              <p:spPr>
                <a:xfrm flipH="1">
                  <a:off x="206750" y="4483600"/>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13"/>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13"/>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13"/>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3"/>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13"/>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9" name="Google Shape;1849;p13"/>
              <p:cNvGrpSpPr/>
              <p:nvPr/>
            </p:nvGrpSpPr>
            <p:grpSpPr>
              <a:xfrm rot="10800000">
                <a:off x="7062638" y="624213"/>
                <a:ext cx="44325" cy="58425"/>
                <a:chOff x="672400" y="4517950"/>
                <a:chExt cx="44325" cy="58425"/>
              </a:xfrm>
            </p:grpSpPr>
            <p:sp>
              <p:nvSpPr>
                <p:cNvPr id="1850" name="Google Shape;1850;p13"/>
                <p:cNvSpPr/>
                <p:nvPr/>
              </p:nvSpPr>
              <p:spPr>
                <a:xfrm flipH="1">
                  <a:off x="710150" y="453992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13"/>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13"/>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13"/>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13"/>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13"/>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6" name="Google Shape;1856;p13"/>
              <p:cNvSpPr/>
              <p:nvPr/>
            </p:nvSpPr>
            <p:spPr>
              <a:xfrm rot="10800000" flipH="1">
                <a:off x="6823388" y="1033113"/>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13"/>
              <p:cNvSpPr/>
              <p:nvPr/>
            </p:nvSpPr>
            <p:spPr>
              <a:xfrm rot="10800000" flipH="1">
                <a:off x="6748463" y="1312113"/>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13"/>
              <p:cNvSpPr/>
              <p:nvPr/>
            </p:nvSpPr>
            <p:spPr>
              <a:xfrm rot="10800000" flipH="1">
                <a:off x="6258838" y="1389613"/>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13"/>
              <p:cNvSpPr/>
              <p:nvPr/>
            </p:nvSpPr>
            <p:spPr>
              <a:xfrm rot="10800000" flipH="1">
                <a:off x="6970538" y="945163"/>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13"/>
              <p:cNvSpPr/>
              <p:nvPr/>
            </p:nvSpPr>
            <p:spPr>
              <a:xfrm rot="10800000" flipH="1">
                <a:off x="6492138" y="273313"/>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1" name="Google Shape;1861;p13"/>
              <p:cNvGrpSpPr/>
              <p:nvPr/>
            </p:nvGrpSpPr>
            <p:grpSpPr>
              <a:xfrm rot="10800000">
                <a:off x="6645938" y="734975"/>
                <a:ext cx="33675" cy="35675"/>
                <a:chOff x="4304250" y="4768863"/>
                <a:chExt cx="33675" cy="35675"/>
              </a:xfrm>
            </p:grpSpPr>
            <p:sp>
              <p:nvSpPr>
                <p:cNvPr id="1862" name="Google Shape;1862;p13"/>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13"/>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13"/>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5" name="Google Shape;1865;p13"/>
              <p:cNvGrpSpPr/>
              <p:nvPr/>
            </p:nvGrpSpPr>
            <p:grpSpPr>
              <a:xfrm rot="10800000">
                <a:off x="6226138" y="1038675"/>
                <a:ext cx="123900" cy="117750"/>
                <a:chOff x="4877375" y="4089763"/>
                <a:chExt cx="123900" cy="117750"/>
              </a:xfrm>
            </p:grpSpPr>
            <p:sp>
              <p:nvSpPr>
                <p:cNvPr id="1866" name="Google Shape;1866;p13"/>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13"/>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13"/>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13"/>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13"/>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1" name="Google Shape;1871;p13"/>
              <p:cNvGrpSpPr/>
              <p:nvPr/>
            </p:nvGrpSpPr>
            <p:grpSpPr>
              <a:xfrm rot="10800000" flipH="1">
                <a:off x="8695963" y="2534800"/>
                <a:ext cx="42425" cy="60175"/>
                <a:chOff x="8695963" y="2344700"/>
                <a:chExt cx="42425" cy="60175"/>
              </a:xfrm>
            </p:grpSpPr>
            <p:sp>
              <p:nvSpPr>
                <p:cNvPr id="1872" name="Google Shape;1872;p13"/>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13"/>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13"/>
              <p:cNvGrpSpPr/>
              <p:nvPr/>
            </p:nvGrpSpPr>
            <p:grpSpPr>
              <a:xfrm rot="10800000">
                <a:off x="7381463" y="488438"/>
                <a:ext cx="78775" cy="92925"/>
                <a:chOff x="319125" y="4619225"/>
                <a:chExt cx="78775" cy="92925"/>
              </a:xfrm>
            </p:grpSpPr>
            <p:sp>
              <p:nvSpPr>
                <p:cNvPr id="1875" name="Google Shape;1875;p13"/>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13"/>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13"/>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13"/>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9" name="Google Shape;1879;p13"/>
              <p:cNvGrpSpPr/>
              <p:nvPr/>
            </p:nvGrpSpPr>
            <p:grpSpPr>
              <a:xfrm rot="10800000">
                <a:off x="7395413" y="105563"/>
                <a:ext cx="56075" cy="56075"/>
                <a:chOff x="327875" y="5038950"/>
                <a:chExt cx="56075" cy="56075"/>
              </a:xfrm>
            </p:grpSpPr>
            <p:sp>
              <p:nvSpPr>
                <p:cNvPr id="1880" name="Google Shape;1880;p13"/>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13"/>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13"/>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13"/>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13"/>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5" name="Google Shape;1885;p13"/>
              <p:cNvSpPr/>
              <p:nvPr/>
            </p:nvSpPr>
            <p:spPr>
              <a:xfrm rot="10800000" flipH="1">
                <a:off x="7024913" y="395388"/>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13"/>
              <p:cNvSpPr/>
              <p:nvPr/>
            </p:nvSpPr>
            <p:spPr>
              <a:xfrm rot="10800000">
                <a:off x="7639063" y="3203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87" name="Google Shape;188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88" name="Google Shape;1888;p13"/>
          <p:cNvSpPr txBox="1">
            <a:spLocks noGrp="1"/>
          </p:cNvSpPr>
          <p:nvPr>
            <p:ph type="subTitle" idx="1"/>
          </p:nvPr>
        </p:nvSpPr>
        <p:spPr>
          <a:xfrm>
            <a:off x="2027850" y="1824225"/>
            <a:ext cx="2434800" cy="399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1pPr>
            <a:lvl2pPr lvl="1"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2pPr>
            <a:lvl3pPr lvl="2"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3pPr>
            <a:lvl4pPr lvl="3"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4pPr>
            <a:lvl5pPr lvl="4"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5pPr>
            <a:lvl6pPr lvl="5"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6pPr>
            <a:lvl7pPr lvl="6"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7pPr>
            <a:lvl8pPr lvl="7"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8pPr>
            <a:lvl9pPr lvl="8"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9pPr>
          </a:lstStyle>
          <a:p>
            <a:endParaRPr/>
          </a:p>
        </p:txBody>
      </p:sp>
      <p:sp>
        <p:nvSpPr>
          <p:cNvPr id="1889" name="Google Shape;1889;p13"/>
          <p:cNvSpPr txBox="1">
            <a:spLocks noGrp="1"/>
          </p:cNvSpPr>
          <p:nvPr>
            <p:ph type="subTitle" idx="2"/>
          </p:nvPr>
        </p:nvSpPr>
        <p:spPr>
          <a:xfrm>
            <a:off x="2027850" y="2146325"/>
            <a:ext cx="2152800" cy="6675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a:lvl1pPr>
            <a:lvl2pPr lvl="1" algn="l" rtl="0">
              <a:lnSpc>
                <a:spcPct val="100000"/>
              </a:lnSpc>
              <a:spcBef>
                <a:spcPts val="0"/>
              </a:spcBef>
              <a:spcAft>
                <a:spcPts val="0"/>
              </a:spcAft>
              <a:buNone/>
              <a:defRPr/>
            </a:lvl2pPr>
            <a:lvl3pPr lvl="2" algn="l" rtl="0">
              <a:lnSpc>
                <a:spcPct val="100000"/>
              </a:lnSpc>
              <a:spcBef>
                <a:spcPts val="0"/>
              </a:spcBef>
              <a:spcAft>
                <a:spcPts val="0"/>
              </a:spcAft>
              <a:buNone/>
              <a:defRPr/>
            </a:lvl3pPr>
            <a:lvl4pPr lvl="3" algn="l" rtl="0">
              <a:lnSpc>
                <a:spcPct val="100000"/>
              </a:lnSpc>
              <a:spcBef>
                <a:spcPts val="0"/>
              </a:spcBef>
              <a:spcAft>
                <a:spcPts val="0"/>
              </a:spcAft>
              <a:buNone/>
              <a:defRPr/>
            </a:lvl4pPr>
            <a:lvl5pPr lvl="4" algn="l" rtl="0">
              <a:lnSpc>
                <a:spcPct val="100000"/>
              </a:lnSpc>
              <a:spcBef>
                <a:spcPts val="0"/>
              </a:spcBef>
              <a:spcAft>
                <a:spcPts val="0"/>
              </a:spcAft>
              <a:buNone/>
              <a:defRPr/>
            </a:lvl5pPr>
            <a:lvl6pPr lvl="5" algn="l" rtl="0">
              <a:lnSpc>
                <a:spcPct val="100000"/>
              </a:lnSpc>
              <a:spcBef>
                <a:spcPts val="0"/>
              </a:spcBef>
              <a:spcAft>
                <a:spcPts val="0"/>
              </a:spcAft>
              <a:buNone/>
              <a:defRPr/>
            </a:lvl6pPr>
            <a:lvl7pPr lvl="6" algn="l" rtl="0">
              <a:lnSpc>
                <a:spcPct val="100000"/>
              </a:lnSpc>
              <a:spcBef>
                <a:spcPts val="0"/>
              </a:spcBef>
              <a:spcAft>
                <a:spcPts val="0"/>
              </a:spcAft>
              <a:buNone/>
              <a:defRPr/>
            </a:lvl7pPr>
            <a:lvl8pPr lvl="7" algn="l" rtl="0">
              <a:lnSpc>
                <a:spcPct val="100000"/>
              </a:lnSpc>
              <a:spcBef>
                <a:spcPts val="0"/>
              </a:spcBef>
              <a:spcAft>
                <a:spcPts val="0"/>
              </a:spcAft>
              <a:buNone/>
              <a:defRPr/>
            </a:lvl8pPr>
            <a:lvl9pPr lvl="8" algn="l" rtl="0">
              <a:lnSpc>
                <a:spcPct val="100000"/>
              </a:lnSpc>
              <a:spcBef>
                <a:spcPts val="0"/>
              </a:spcBef>
              <a:spcAft>
                <a:spcPts val="0"/>
              </a:spcAft>
              <a:buNone/>
              <a:defRPr/>
            </a:lvl9pPr>
          </a:lstStyle>
          <a:p>
            <a:endParaRPr/>
          </a:p>
        </p:txBody>
      </p:sp>
      <p:sp>
        <p:nvSpPr>
          <p:cNvPr id="1890" name="Google Shape;1890;p13"/>
          <p:cNvSpPr txBox="1">
            <a:spLocks noGrp="1"/>
          </p:cNvSpPr>
          <p:nvPr>
            <p:ph type="subTitle" idx="3"/>
          </p:nvPr>
        </p:nvSpPr>
        <p:spPr>
          <a:xfrm>
            <a:off x="6207300" y="1824225"/>
            <a:ext cx="2434800" cy="399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1pPr>
            <a:lvl2pPr lvl="1"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2pPr>
            <a:lvl3pPr lvl="2"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3pPr>
            <a:lvl4pPr lvl="3"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4pPr>
            <a:lvl5pPr lvl="4"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5pPr>
            <a:lvl6pPr lvl="5"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6pPr>
            <a:lvl7pPr lvl="6"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7pPr>
            <a:lvl8pPr lvl="7"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8pPr>
            <a:lvl9pPr lvl="8"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9pPr>
          </a:lstStyle>
          <a:p>
            <a:endParaRPr/>
          </a:p>
        </p:txBody>
      </p:sp>
      <p:sp>
        <p:nvSpPr>
          <p:cNvPr id="1891" name="Google Shape;1891;p13"/>
          <p:cNvSpPr txBox="1">
            <a:spLocks noGrp="1"/>
          </p:cNvSpPr>
          <p:nvPr>
            <p:ph type="subTitle" idx="4"/>
          </p:nvPr>
        </p:nvSpPr>
        <p:spPr>
          <a:xfrm>
            <a:off x="6207324" y="2146325"/>
            <a:ext cx="2152800" cy="6675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a:lvl1pPr>
            <a:lvl2pPr lvl="1" algn="l" rtl="0">
              <a:lnSpc>
                <a:spcPct val="100000"/>
              </a:lnSpc>
              <a:spcBef>
                <a:spcPts val="0"/>
              </a:spcBef>
              <a:spcAft>
                <a:spcPts val="0"/>
              </a:spcAft>
              <a:buNone/>
              <a:defRPr/>
            </a:lvl2pPr>
            <a:lvl3pPr lvl="2" algn="l" rtl="0">
              <a:lnSpc>
                <a:spcPct val="100000"/>
              </a:lnSpc>
              <a:spcBef>
                <a:spcPts val="0"/>
              </a:spcBef>
              <a:spcAft>
                <a:spcPts val="0"/>
              </a:spcAft>
              <a:buNone/>
              <a:defRPr/>
            </a:lvl3pPr>
            <a:lvl4pPr lvl="3" algn="l" rtl="0">
              <a:lnSpc>
                <a:spcPct val="100000"/>
              </a:lnSpc>
              <a:spcBef>
                <a:spcPts val="0"/>
              </a:spcBef>
              <a:spcAft>
                <a:spcPts val="0"/>
              </a:spcAft>
              <a:buNone/>
              <a:defRPr/>
            </a:lvl4pPr>
            <a:lvl5pPr lvl="4" algn="l" rtl="0">
              <a:lnSpc>
                <a:spcPct val="100000"/>
              </a:lnSpc>
              <a:spcBef>
                <a:spcPts val="0"/>
              </a:spcBef>
              <a:spcAft>
                <a:spcPts val="0"/>
              </a:spcAft>
              <a:buNone/>
              <a:defRPr/>
            </a:lvl5pPr>
            <a:lvl6pPr lvl="5" algn="l" rtl="0">
              <a:lnSpc>
                <a:spcPct val="100000"/>
              </a:lnSpc>
              <a:spcBef>
                <a:spcPts val="0"/>
              </a:spcBef>
              <a:spcAft>
                <a:spcPts val="0"/>
              </a:spcAft>
              <a:buNone/>
              <a:defRPr/>
            </a:lvl6pPr>
            <a:lvl7pPr lvl="6" algn="l" rtl="0">
              <a:lnSpc>
                <a:spcPct val="100000"/>
              </a:lnSpc>
              <a:spcBef>
                <a:spcPts val="0"/>
              </a:spcBef>
              <a:spcAft>
                <a:spcPts val="0"/>
              </a:spcAft>
              <a:buNone/>
              <a:defRPr/>
            </a:lvl7pPr>
            <a:lvl8pPr lvl="7" algn="l" rtl="0">
              <a:lnSpc>
                <a:spcPct val="100000"/>
              </a:lnSpc>
              <a:spcBef>
                <a:spcPts val="0"/>
              </a:spcBef>
              <a:spcAft>
                <a:spcPts val="0"/>
              </a:spcAft>
              <a:buNone/>
              <a:defRPr/>
            </a:lvl8pPr>
            <a:lvl9pPr lvl="8" algn="l" rtl="0">
              <a:lnSpc>
                <a:spcPct val="100000"/>
              </a:lnSpc>
              <a:spcBef>
                <a:spcPts val="0"/>
              </a:spcBef>
              <a:spcAft>
                <a:spcPts val="0"/>
              </a:spcAft>
              <a:buNone/>
              <a:defRPr/>
            </a:lvl9pPr>
          </a:lstStyle>
          <a:p>
            <a:endParaRPr/>
          </a:p>
        </p:txBody>
      </p:sp>
      <p:sp>
        <p:nvSpPr>
          <p:cNvPr id="1892" name="Google Shape;1892;p13"/>
          <p:cNvSpPr txBox="1">
            <a:spLocks noGrp="1"/>
          </p:cNvSpPr>
          <p:nvPr>
            <p:ph type="subTitle" idx="5"/>
          </p:nvPr>
        </p:nvSpPr>
        <p:spPr>
          <a:xfrm>
            <a:off x="2027850" y="3182825"/>
            <a:ext cx="2434800" cy="399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1pPr>
            <a:lvl2pPr lvl="1"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2pPr>
            <a:lvl3pPr lvl="2"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3pPr>
            <a:lvl4pPr lvl="3"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4pPr>
            <a:lvl5pPr lvl="4"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5pPr>
            <a:lvl6pPr lvl="5"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6pPr>
            <a:lvl7pPr lvl="6"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7pPr>
            <a:lvl8pPr lvl="7"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8pPr>
            <a:lvl9pPr lvl="8"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9pPr>
          </a:lstStyle>
          <a:p>
            <a:endParaRPr/>
          </a:p>
        </p:txBody>
      </p:sp>
      <p:sp>
        <p:nvSpPr>
          <p:cNvPr id="1893" name="Google Shape;1893;p13"/>
          <p:cNvSpPr txBox="1">
            <a:spLocks noGrp="1"/>
          </p:cNvSpPr>
          <p:nvPr>
            <p:ph type="subTitle" idx="6"/>
          </p:nvPr>
        </p:nvSpPr>
        <p:spPr>
          <a:xfrm>
            <a:off x="2027850" y="3504375"/>
            <a:ext cx="2152800" cy="6675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a:lvl1pPr>
            <a:lvl2pPr lvl="1" algn="l" rtl="0">
              <a:lnSpc>
                <a:spcPct val="100000"/>
              </a:lnSpc>
              <a:spcBef>
                <a:spcPts val="0"/>
              </a:spcBef>
              <a:spcAft>
                <a:spcPts val="0"/>
              </a:spcAft>
              <a:buNone/>
              <a:defRPr/>
            </a:lvl2pPr>
            <a:lvl3pPr lvl="2" algn="l" rtl="0">
              <a:lnSpc>
                <a:spcPct val="100000"/>
              </a:lnSpc>
              <a:spcBef>
                <a:spcPts val="0"/>
              </a:spcBef>
              <a:spcAft>
                <a:spcPts val="0"/>
              </a:spcAft>
              <a:buNone/>
              <a:defRPr/>
            </a:lvl3pPr>
            <a:lvl4pPr lvl="3" algn="l" rtl="0">
              <a:lnSpc>
                <a:spcPct val="100000"/>
              </a:lnSpc>
              <a:spcBef>
                <a:spcPts val="0"/>
              </a:spcBef>
              <a:spcAft>
                <a:spcPts val="0"/>
              </a:spcAft>
              <a:buNone/>
              <a:defRPr/>
            </a:lvl4pPr>
            <a:lvl5pPr lvl="4" algn="l" rtl="0">
              <a:lnSpc>
                <a:spcPct val="100000"/>
              </a:lnSpc>
              <a:spcBef>
                <a:spcPts val="0"/>
              </a:spcBef>
              <a:spcAft>
                <a:spcPts val="0"/>
              </a:spcAft>
              <a:buNone/>
              <a:defRPr/>
            </a:lvl5pPr>
            <a:lvl6pPr lvl="5" algn="l" rtl="0">
              <a:lnSpc>
                <a:spcPct val="100000"/>
              </a:lnSpc>
              <a:spcBef>
                <a:spcPts val="0"/>
              </a:spcBef>
              <a:spcAft>
                <a:spcPts val="0"/>
              </a:spcAft>
              <a:buNone/>
              <a:defRPr/>
            </a:lvl6pPr>
            <a:lvl7pPr lvl="6" algn="l" rtl="0">
              <a:lnSpc>
                <a:spcPct val="100000"/>
              </a:lnSpc>
              <a:spcBef>
                <a:spcPts val="0"/>
              </a:spcBef>
              <a:spcAft>
                <a:spcPts val="0"/>
              </a:spcAft>
              <a:buNone/>
              <a:defRPr/>
            </a:lvl7pPr>
            <a:lvl8pPr lvl="7" algn="l" rtl="0">
              <a:lnSpc>
                <a:spcPct val="100000"/>
              </a:lnSpc>
              <a:spcBef>
                <a:spcPts val="0"/>
              </a:spcBef>
              <a:spcAft>
                <a:spcPts val="0"/>
              </a:spcAft>
              <a:buNone/>
              <a:defRPr/>
            </a:lvl8pPr>
            <a:lvl9pPr lvl="8" algn="l" rtl="0">
              <a:lnSpc>
                <a:spcPct val="100000"/>
              </a:lnSpc>
              <a:spcBef>
                <a:spcPts val="0"/>
              </a:spcBef>
              <a:spcAft>
                <a:spcPts val="0"/>
              </a:spcAft>
              <a:buNone/>
              <a:defRPr/>
            </a:lvl9pPr>
          </a:lstStyle>
          <a:p>
            <a:endParaRPr/>
          </a:p>
        </p:txBody>
      </p:sp>
      <p:sp>
        <p:nvSpPr>
          <p:cNvPr id="1894" name="Google Shape;1894;p13"/>
          <p:cNvSpPr txBox="1">
            <a:spLocks noGrp="1"/>
          </p:cNvSpPr>
          <p:nvPr>
            <p:ph type="subTitle" idx="7"/>
          </p:nvPr>
        </p:nvSpPr>
        <p:spPr>
          <a:xfrm>
            <a:off x="6207300" y="3182825"/>
            <a:ext cx="2434800" cy="399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1pPr>
            <a:lvl2pPr lvl="1"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2pPr>
            <a:lvl3pPr lvl="2"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3pPr>
            <a:lvl4pPr lvl="3"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4pPr>
            <a:lvl5pPr lvl="4"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5pPr>
            <a:lvl6pPr lvl="5"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6pPr>
            <a:lvl7pPr lvl="6"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7pPr>
            <a:lvl8pPr lvl="7"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8pPr>
            <a:lvl9pPr lvl="8" algn="l" rtl="0">
              <a:lnSpc>
                <a:spcPct val="100000"/>
              </a:lnSpc>
              <a:spcBef>
                <a:spcPts val="0"/>
              </a:spcBef>
              <a:spcAft>
                <a:spcPts val="0"/>
              </a:spcAft>
              <a:buNone/>
              <a:defRPr sz="1600" b="1">
                <a:solidFill>
                  <a:schemeClr val="accent1"/>
                </a:solidFill>
                <a:latin typeface="Chelsea Market"/>
                <a:ea typeface="Chelsea Market"/>
                <a:cs typeface="Chelsea Market"/>
                <a:sym typeface="Chelsea Market"/>
              </a:defRPr>
            </a:lvl9pPr>
          </a:lstStyle>
          <a:p>
            <a:endParaRPr/>
          </a:p>
        </p:txBody>
      </p:sp>
      <p:sp>
        <p:nvSpPr>
          <p:cNvPr id="1895" name="Google Shape;1895;p13"/>
          <p:cNvSpPr txBox="1">
            <a:spLocks noGrp="1"/>
          </p:cNvSpPr>
          <p:nvPr>
            <p:ph type="subTitle" idx="8"/>
          </p:nvPr>
        </p:nvSpPr>
        <p:spPr>
          <a:xfrm>
            <a:off x="6207324" y="3504375"/>
            <a:ext cx="2152800" cy="6675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None/>
              <a:defRPr/>
            </a:lvl1pPr>
            <a:lvl2pPr lvl="1" algn="l" rtl="0">
              <a:lnSpc>
                <a:spcPct val="100000"/>
              </a:lnSpc>
              <a:spcBef>
                <a:spcPts val="0"/>
              </a:spcBef>
              <a:spcAft>
                <a:spcPts val="0"/>
              </a:spcAft>
              <a:buNone/>
              <a:defRPr/>
            </a:lvl2pPr>
            <a:lvl3pPr lvl="2" algn="l" rtl="0">
              <a:lnSpc>
                <a:spcPct val="100000"/>
              </a:lnSpc>
              <a:spcBef>
                <a:spcPts val="0"/>
              </a:spcBef>
              <a:spcAft>
                <a:spcPts val="0"/>
              </a:spcAft>
              <a:buNone/>
              <a:defRPr/>
            </a:lvl3pPr>
            <a:lvl4pPr lvl="3" algn="l" rtl="0">
              <a:lnSpc>
                <a:spcPct val="100000"/>
              </a:lnSpc>
              <a:spcBef>
                <a:spcPts val="0"/>
              </a:spcBef>
              <a:spcAft>
                <a:spcPts val="0"/>
              </a:spcAft>
              <a:buNone/>
              <a:defRPr/>
            </a:lvl4pPr>
            <a:lvl5pPr lvl="4" algn="l" rtl="0">
              <a:lnSpc>
                <a:spcPct val="100000"/>
              </a:lnSpc>
              <a:spcBef>
                <a:spcPts val="0"/>
              </a:spcBef>
              <a:spcAft>
                <a:spcPts val="0"/>
              </a:spcAft>
              <a:buNone/>
              <a:defRPr/>
            </a:lvl5pPr>
            <a:lvl6pPr lvl="5" algn="l" rtl="0">
              <a:lnSpc>
                <a:spcPct val="100000"/>
              </a:lnSpc>
              <a:spcBef>
                <a:spcPts val="0"/>
              </a:spcBef>
              <a:spcAft>
                <a:spcPts val="0"/>
              </a:spcAft>
              <a:buNone/>
              <a:defRPr/>
            </a:lvl6pPr>
            <a:lvl7pPr lvl="6" algn="l" rtl="0">
              <a:lnSpc>
                <a:spcPct val="100000"/>
              </a:lnSpc>
              <a:spcBef>
                <a:spcPts val="0"/>
              </a:spcBef>
              <a:spcAft>
                <a:spcPts val="0"/>
              </a:spcAft>
              <a:buNone/>
              <a:defRPr/>
            </a:lvl7pPr>
            <a:lvl8pPr lvl="7" algn="l" rtl="0">
              <a:lnSpc>
                <a:spcPct val="100000"/>
              </a:lnSpc>
              <a:spcBef>
                <a:spcPts val="0"/>
              </a:spcBef>
              <a:spcAft>
                <a:spcPts val="0"/>
              </a:spcAft>
              <a:buNone/>
              <a:defRPr/>
            </a:lvl8pPr>
            <a:lvl9pPr lvl="8" algn="l" rtl="0">
              <a:lnSpc>
                <a:spcPct val="100000"/>
              </a:lnSpc>
              <a:spcBef>
                <a:spcPts val="0"/>
              </a:spcBef>
              <a:spcAft>
                <a:spcPts val="0"/>
              </a:spcAft>
              <a:buNone/>
              <a:defRPr/>
            </a:lvl9pPr>
          </a:lstStyle>
          <a:p>
            <a:endParaRPr/>
          </a:p>
        </p:txBody>
      </p:sp>
      <p:sp>
        <p:nvSpPr>
          <p:cNvPr id="1896" name="Google Shape;1896;p13"/>
          <p:cNvSpPr txBox="1">
            <a:spLocks noGrp="1"/>
          </p:cNvSpPr>
          <p:nvPr>
            <p:ph type="title" idx="9" hasCustomPrompt="1"/>
          </p:nvPr>
        </p:nvSpPr>
        <p:spPr>
          <a:xfrm>
            <a:off x="720000" y="1852800"/>
            <a:ext cx="1231800" cy="919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5500"/>
              <a:buNone/>
              <a:defRPr sz="6900">
                <a:solidFill>
                  <a:schemeClr val="accent2"/>
                </a:solidFill>
              </a:defRPr>
            </a:lvl1pPr>
            <a:lvl2pPr lvl="1" algn="l" rtl="0">
              <a:spcBef>
                <a:spcPts val="0"/>
              </a:spcBef>
              <a:spcAft>
                <a:spcPts val="0"/>
              </a:spcAft>
              <a:buClr>
                <a:schemeClr val="accent1"/>
              </a:buClr>
              <a:buSzPts val="5500"/>
              <a:buNone/>
              <a:defRPr sz="5500">
                <a:solidFill>
                  <a:schemeClr val="accent1"/>
                </a:solidFill>
              </a:defRPr>
            </a:lvl2pPr>
            <a:lvl3pPr lvl="2" algn="l" rtl="0">
              <a:spcBef>
                <a:spcPts val="0"/>
              </a:spcBef>
              <a:spcAft>
                <a:spcPts val="0"/>
              </a:spcAft>
              <a:buClr>
                <a:schemeClr val="accent1"/>
              </a:buClr>
              <a:buSzPts val="5500"/>
              <a:buNone/>
              <a:defRPr sz="5500">
                <a:solidFill>
                  <a:schemeClr val="accent1"/>
                </a:solidFill>
              </a:defRPr>
            </a:lvl3pPr>
            <a:lvl4pPr lvl="3" algn="l" rtl="0">
              <a:spcBef>
                <a:spcPts val="0"/>
              </a:spcBef>
              <a:spcAft>
                <a:spcPts val="0"/>
              </a:spcAft>
              <a:buClr>
                <a:schemeClr val="accent1"/>
              </a:buClr>
              <a:buSzPts val="5500"/>
              <a:buNone/>
              <a:defRPr sz="5500">
                <a:solidFill>
                  <a:schemeClr val="accent1"/>
                </a:solidFill>
              </a:defRPr>
            </a:lvl4pPr>
            <a:lvl5pPr lvl="4" algn="l" rtl="0">
              <a:spcBef>
                <a:spcPts val="0"/>
              </a:spcBef>
              <a:spcAft>
                <a:spcPts val="0"/>
              </a:spcAft>
              <a:buClr>
                <a:schemeClr val="accent1"/>
              </a:buClr>
              <a:buSzPts val="5500"/>
              <a:buNone/>
              <a:defRPr sz="5500">
                <a:solidFill>
                  <a:schemeClr val="accent1"/>
                </a:solidFill>
              </a:defRPr>
            </a:lvl5pPr>
            <a:lvl6pPr lvl="5" algn="l" rtl="0">
              <a:spcBef>
                <a:spcPts val="0"/>
              </a:spcBef>
              <a:spcAft>
                <a:spcPts val="0"/>
              </a:spcAft>
              <a:buClr>
                <a:schemeClr val="accent1"/>
              </a:buClr>
              <a:buSzPts val="5500"/>
              <a:buNone/>
              <a:defRPr sz="5500">
                <a:solidFill>
                  <a:schemeClr val="accent1"/>
                </a:solidFill>
              </a:defRPr>
            </a:lvl6pPr>
            <a:lvl7pPr lvl="6" algn="l" rtl="0">
              <a:spcBef>
                <a:spcPts val="0"/>
              </a:spcBef>
              <a:spcAft>
                <a:spcPts val="0"/>
              </a:spcAft>
              <a:buClr>
                <a:schemeClr val="accent1"/>
              </a:buClr>
              <a:buSzPts val="5500"/>
              <a:buNone/>
              <a:defRPr sz="5500">
                <a:solidFill>
                  <a:schemeClr val="accent1"/>
                </a:solidFill>
              </a:defRPr>
            </a:lvl7pPr>
            <a:lvl8pPr lvl="7" algn="l" rtl="0">
              <a:spcBef>
                <a:spcPts val="0"/>
              </a:spcBef>
              <a:spcAft>
                <a:spcPts val="0"/>
              </a:spcAft>
              <a:buClr>
                <a:schemeClr val="accent1"/>
              </a:buClr>
              <a:buSzPts val="5500"/>
              <a:buNone/>
              <a:defRPr sz="5500">
                <a:solidFill>
                  <a:schemeClr val="accent1"/>
                </a:solidFill>
              </a:defRPr>
            </a:lvl8pPr>
            <a:lvl9pPr lvl="8" algn="l" rtl="0">
              <a:spcBef>
                <a:spcPts val="0"/>
              </a:spcBef>
              <a:spcAft>
                <a:spcPts val="0"/>
              </a:spcAft>
              <a:buClr>
                <a:schemeClr val="accent1"/>
              </a:buClr>
              <a:buSzPts val="5500"/>
              <a:buNone/>
              <a:defRPr sz="5500">
                <a:solidFill>
                  <a:schemeClr val="accent1"/>
                </a:solidFill>
              </a:defRPr>
            </a:lvl9pPr>
          </a:lstStyle>
          <a:p>
            <a:r>
              <a:t>xx%</a:t>
            </a:r>
          </a:p>
        </p:txBody>
      </p:sp>
      <p:sp>
        <p:nvSpPr>
          <p:cNvPr id="1897" name="Google Shape;1897;p13"/>
          <p:cNvSpPr txBox="1">
            <a:spLocks noGrp="1"/>
          </p:cNvSpPr>
          <p:nvPr>
            <p:ph type="title" idx="13" hasCustomPrompt="1"/>
          </p:nvPr>
        </p:nvSpPr>
        <p:spPr>
          <a:xfrm>
            <a:off x="720000" y="3211400"/>
            <a:ext cx="1231800" cy="919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5500"/>
              <a:buNone/>
              <a:defRPr sz="6900">
                <a:solidFill>
                  <a:schemeClr val="accent2"/>
                </a:solidFill>
              </a:defRPr>
            </a:lvl1pPr>
            <a:lvl2pPr lvl="1" algn="l" rtl="0">
              <a:spcBef>
                <a:spcPts val="0"/>
              </a:spcBef>
              <a:spcAft>
                <a:spcPts val="0"/>
              </a:spcAft>
              <a:buClr>
                <a:schemeClr val="accent1"/>
              </a:buClr>
              <a:buSzPts val="5500"/>
              <a:buNone/>
              <a:defRPr sz="5500">
                <a:solidFill>
                  <a:schemeClr val="accent1"/>
                </a:solidFill>
              </a:defRPr>
            </a:lvl2pPr>
            <a:lvl3pPr lvl="2" algn="l" rtl="0">
              <a:spcBef>
                <a:spcPts val="0"/>
              </a:spcBef>
              <a:spcAft>
                <a:spcPts val="0"/>
              </a:spcAft>
              <a:buClr>
                <a:schemeClr val="accent1"/>
              </a:buClr>
              <a:buSzPts val="5500"/>
              <a:buNone/>
              <a:defRPr sz="5500">
                <a:solidFill>
                  <a:schemeClr val="accent1"/>
                </a:solidFill>
              </a:defRPr>
            </a:lvl3pPr>
            <a:lvl4pPr lvl="3" algn="l" rtl="0">
              <a:spcBef>
                <a:spcPts val="0"/>
              </a:spcBef>
              <a:spcAft>
                <a:spcPts val="0"/>
              </a:spcAft>
              <a:buClr>
                <a:schemeClr val="accent1"/>
              </a:buClr>
              <a:buSzPts val="5500"/>
              <a:buNone/>
              <a:defRPr sz="5500">
                <a:solidFill>
                  <a:schemeClr val="accent1"/>
                </a:solidFill>
              </a:defRPr>
            </a:lvl4pPr>
            <a:lvl5pPr lvl="4" algn="l" rtl="0">
              <a:spcBef>
                <a:spcPts val="0"/>
              </a:spcBef>
              <a:spcAft>
                <a:spcPts val="0"/>
              </a:spcAft>
              <a:buClr>
                <a:schemeClr val="accent1"/>
              </a:buClr>
              <a:buSzPts val="5500"/>
              <a:buNone/>
              <a:defRPr sz="5500">
                <a:solidFill>
                  <a:schemeClr val="accent1"/>
                </a:solidFill>
              </a:defRPr>
            </a:lvl5pPr>
            <a:lvl6pPr lvl="5" algn="l" rtl="0">
              <a:spcBef>
                <a:spcPts val="0"/>
              </a:spcBef>
              <a:spcAft>
                <a:spcPts val="0"/>
              </a:spcAft>
              <a:buClr>
                <a:schemeClr val="accent1"/>
              </a:buClr>
              <a:buSzPts val="5500"/>
              <a:buNone/>
              <a:defRPr sz="5500">
                <a:solidFill>
                  <a:schemeClr val="accent1"/>
                </a:solidFill>
              </a:defRPr>
            </a:lvl6pPr>
            <a:lvl7pPr lvl="6" algn="l" rtl="0">
              <a:spcBef>
                <a:spcPts val="0"/>
              </a:spcBef>
              <a:spcAft>
                <a:spcPts val="0"/>
              </a:spcAft>
              <a:buClr>
                <a:schemeClr val="accent1"/>
              </a:buClr>
              <a:buSzPts val="5500"/>
              <a:buNone/>
              <a:defRPr sz="5500">
                <a:solidFill>
                  <a:schemeClr val="accent1"/>
                </a:solidFill>
              </a:defRPr>
            </a:lvl7pPr>
            <a:lvl8pPr lvl="7" algn="l" rtl="0">
              <a:spcBef>
                <a:spcPts val="0"/>
              </a:spcBef>
              <a:spcAft>
                <a:spcPts val="0"/>
              </a:spcAft>
              <a:buClr>
                <a:schemeClr val="accent1"/>
              </a:buClr>
              <a:buSzPts val="5500"/>
              <a:buNone/>
              <a:defRPr sz="5500">
                <a:solidFill>
                  <a:schemeClr val="accent1"/>
                </a:solidFill>
              </a:defRPr>
            </a:lvl8pPr>
            <a:lvl9pPr lvl="8" algn="l" rtl="0">
              <a:spcBef>
                <a:spcPts val="0"/>
              </a:spcBef>
              <a:spcAft>
                <a:spcPts val="0"/>
              </a:spcAft>
              <a:buClr>
                <a:schemeClr val="accent1"/>
              </a:buClr>
              <a:buSzPts val="5500"/>
              <a:buNone/>
              <a:defRPr sz="5500">
                <a:solidFill>
                  <a:schemeClr val="accent1"/>
                </a:solidFill>
              </a:defRPr>
            </a:lvl9pPr>
          </a:lstStyle>
          <a:p>
            <a:r>
              <a:t>xx%</a:t>
            </a:r>
          </a:p>
        </p:txBody>
      </p:sp>
      <p:sp>
        <p:nvSpPr>
          <p:cNvPr id="1898" name="Google Shape;1898;p13"/>
          <p:cNvSpPr txBox="1">
            <a:spLocks noGrp="1"/>
          </p:cNvSpPr>
          <p:nvPr>
            <p:ph type="title" idx="14" hasCustomPrompt="1"/>
          </p:nvPr>
        </p:nvSpPr>
        <p:spPr>
          <a:xfrm>
            <a:off x="4899300" y="1852800"/>
            <a:ext cx="1231800" cy="919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5500"/>
              <a:buNone/>
              <a:defRPr sz="6900">
                <a:solidFill>
                  <a:schemeClr val="accent2"/>
                </a:solidFill>
              </a:defRPr>
            </a:lvl1pPr>
            <a:lvl2pPr lvl="1" algn="l" rtl="0">
              <a:spcBef>
                <a:spcPts val="0"/>
              </a:spcBef>
              <a:spcAft>
                <a:spcPts val="0"/>
              </a:spcAft>
              <a:buClr>
                <a:schemeClr val="accent1"/>
              </a:buClr>
              <a:buSzPts val="5500"/>
              <a:buNone/>
              <a:defRPr sz="5500">
                <a:solidFill>
                  <a:schemeClr val="accent1"/>
                </a:solidFill>
              </a:defRPr>
            </a:lvl2pPr>
            <a:lvl3pPr lvl="2" algn="l" rtl="0">
              <a:spcBef>
                <a:spcPts val="0"/>
              </a:spcBef>
              <a:spcAft>
                <a:spcPts val="0"/>
              </a:spcAft>
              <a:buClr>
                <a:schemeClr val="accent1"/>
              </a:buClr>
              <a:buSzPts val="5500"/>
              <a:buNone/>
              <a:defRPr sz="5500">
                <a:solidFill>
                  <a:schemeClr val="accent1"/>
                </a:solidFill>
              </a:defRPr>
            </a:lvl3pPr>
            <a:lvl4pPr lvl="3" algn="l" rtl="0">
              <a:spcBef>
                <a:spcPts val="0"/>
              </a:spcBef>
              <a:spcAft>
                <a:spcPts val="0"/>
              </a:spcAft>
              <a:buClr>
                <a:schemeClr val="accent1"/>
              </a:buClr>
              <a:buSzPts val="5500"/>
              <a:buNone/>
              <a:defRPr sz="5500">
                <a:solidFill>
                  <a:schemeClr val="accent1"/>
                </a:solidFill>
              </a:defRPr>
            </a:lvl4pPr>
            <a:lvl5pPr lvl="4" algn="l" rtl="0">
              <a:spcBef>
                <a:spcPts val="0"/>
              </a:spcBef>
              <a:spcAft>
                <a:spcPts val="0"/>
              </a:spcAft>
              <a:buClr>
                <a:schemeClr val="accent1"/>
              </a:buClr>
              <a:buSzPts val="5500"/>
              <a:buNone/>
              <a:defRPr sz="5500">
                <a:solidFill>
                  <a:schemeClr val="accent1"/>
                </a:solidFill>
              </a:defRPr>
            </a:lvl5pPr>
            <a:lvl6pPr lvl="5" algn="l" rtl="0">
              <a:spcBef>
                <a:spcPts val="0"/>
              </a:spcBef>
              <a:spcAft>
                <a:spcPts val="0"/>
              </a:spcAft>
              <a:buClr>
                <a:schemeClr val="accent1"/>
              </a:buClr>
              <a:buSzPts val="5500"/>
              <a:buNone/>
              <a:defRPr sz="5500">
                <a:solidFill>
                  <a:schemeClr val="accent1"/>
                </a:solidFill>
              </a:defRPr>
            </a:lvl6pPr>
            <a:lvl7pPr lvl="6" algn="l" rtl="0">
              <a:spcBef>
                <a:spcPts val="0"/>
              </a:spcBef>
              <a:spcAft>
                <a:spcPts val="0"/>
              </a:spcAft>
              <a:buClr>
                <a:schemeClr val="accent1"/>
              </a:buClr>
              <a:buSzPts val="5500"/>
              <a:buNone/>
              <a:defRPr sz="5500">
                <a:solidFill>
                  <a:schemeClr val="accent1"/>
                </a:solidFill>
              </a:defRPr>
            </a:lvl7pPr>
            <a:lvl8pPr lvl="7" algn="l" rtl="0">
              <a:spcBef>
                <a:spcPts val="0"/>
              </a:spcBef>
              <a:spcAft>
                <a:spcPts val="0"/>
              </a:spcAft>
              <a:buClr>
                <a:schemeClr val="accent1"/>
              </a:buClr>
              <a:buSzPts val="5500"/>
              <a:buNone/>
              <a:defRPr sz="5500">
                <a:solidFill>
                  <a:schemeClr val="accent1"/>
                </a:solidFill>
              </a:defRPr>
            </a:lvl8pPr>
            <a:lvl9pPr lvl="8" algn="l" rtl="0">
              <a:spcBef>
                <a:spcPts val="0"/>
              </a:spcBef>
              <a:spcAft>
                <a:spcPts val="0"/>
              </a:spcAft>
              <a:buClr>
                <a:schemeClr val="accent1"/>
              </a:buClr>
              <a:buSzPts val="5500"/>
              <a:buNone/>
              <a:defRPr sz="5500">
                <a:solidFill>
                  <a:schemeClr val="accent1"/>
                </a:solidFill>
              </a:defRPr>
            </a:lvl9pPr>
          </a:lstStyle>
          <a:p>
            <a:r>
              <a:t>xx%</a:t>
            </a:r>
          </a:p>
        </p:txBody>
      </p:sp>
      <p:sp>
        <p:nvSpPr>
          <p:cNvPr id="1899" name="Google Shape;1899;p13"/>
          <p:cNvSpPr txBox="1">
            <a:spLocks noGrp="1"/>
          </p:cNvSpPr>
          <p:nvPr>
            <p:ph type="title" idx="15" hasCustomPrompt="1"/>
          </p:nvPr>
        </p:nvSpPr>
        <p:spPr>
          <a:xfrm>
            <a:off x="4899300" y="3211400"/>
            <a:ext cx="1231800" cy="919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5500"/>
              <a:buNone/>
              <a:defRPr sz="6900">
                <a:solidFill>
                  <a:schemeClr val="accent2"/>
                </a:solidFill>
              </a:defRPr>
            </a:lvl1pPr>
            <a:lvl2pPr lvl="1" algn="l" rtl="0">
              <a:spcBef>
                <a:spcPts val="0"/>
              </a:spcBef>
              <a:spcAft>
                <a:spcPts val="0"/>
              </a:spcAft>
              <a:buClr>
                <a:schemeClr val="accent1"/>
              </a:buClr>
              <a:buSzPts val="5500"/>
              <a:buNone/>
              <a:defRPr sz="5500">
                <a:solidFill>
                  <a:schemeClr val="accent1"/>
                </a:solidFill>
              </a:defRPr>
            </a:lvl2pPr>
            <a:lvl3pPr lvl="2" algn="l" rtl="0">
              <a:spcBef>
                <a:spcPts val="0"/>
              </a:spcBef>
              <a:spcAft>
                <a:spcPts val="0"/>
              </a:spcAft>
              <a:buClr>
                <a:schemeClr val="accent1"/>
              </a:buClr>
              <a:buSzPts val="5500"/>
              <a:buNone/>
              <a:defRPr sz="5500">
                <a:solidFill>
                  <a:schemeClr val="accent1"/>
                </a:solidFill>
              </a:defRPr>
            </a:lvl3pPr>
            <a:lvl4pPr lvl="3" algn="l" rtl="0">
              <a:spcBef>
                <a:spcPts val="0"/>
              </a:spcBef>
              <a:spcAft>
                <a:spcPts val="0"/>
              </a:spcAft>
              <a:buClr>
                <a:schemeClr val="accent1"/>
              </a:buClr>
              <a:buSzPts val="5500"/>
              <a:buNone/>
              <a:defRPr sz="5500">
                <a:solidFill>
                  <a:schemeClr val="accent1"/>
                </a:solidFill>
              </a:defRPr>
            </a:lvl4pPr>
            <a:lvl5pPr lvl="4" algn="l" rtl="0">
              <a:spcBef>
                <a:spcPts val="0"/>
              </a:spcBef>
              <a:spcAft>
                <a:spcPts val="0"/>
              </a:spcAft>
              <a:buClr>
                <a:schemeClr val="accent1"/>
              </a:buClr>
              <a:buSzPts val="5500"/>
              <a:buNone/>
              <a:defRPr sz="5500">
                <a:solidFill>
                  <a:schemeClr val="accent1"/>
                </a:solidFill>
              </a:defRPr>
            </a:lvl5pPr>
            <a:lvl6pPr lvl="5" algn="l" rtl="0">
              <a:spcBef>
                <a:spcPts val="0"/>
              </a:spcBef>
              <a:spcAft>
                <a:spcPts val="0"/>
              </a:spcAft>
              <a:buClr>
                <a:schemeClr val="accent1"/>
              </a:buClr>
              <a:buSzPts val="5500"/>
              <a:buNone/>
              <a:defRPr sz="5500">
                <a:solidFill>
                  <a:schemeClr val="accent1"/>
                </a:solidFill>
              </a:defRPr>
            </a:lvl6pPr>
            <a:lvl7pPr lvl="6" algn="l" rtl="0">
              <a:spcBef>
                <a:spcPts val="0"/>
              </a:spcBef>
              <a:spcAft>
                <a:spcPts val="0"/>
              </a:spcAft>
              <a:buClr>
                <a:schemeClr val="accent1"/>
              </a:buClr>
              <a:buSzPts val="5500"/>
              <a:buNone/>
              <a:defRPr sz="5500">
                <a:solidFill>
                  <a:schemeClr val="accent1"/>
                </a:solidFill>
              </a:defRPr>
            </a:lvl7pPr>
            <a:lvl8pPr lvl="7" algn="l" rtl="0">
              <a:spcBef>
                <a:spcPts val="0"/>
              </a:spcBef>
              <a:spcAft>
                <a:spcPts val="0"/>
              </a:spcAft>
              <a:buClr>
                <a:schemeClr val="accent1"/>
              </a:buClr>
              <a:buSzPts val="5500"/>
              <a:buNone/>
              <a:defRPr sz="5500">
                <a:solidFill>
                  <a:schemeClr val="accent1"/>
                </a:solidFill>
              </a:defRPr>
            </a:lvl8pPr>
            <a:lvl9pPr lvl="8" algn="l" rtl="0">
              <a:spcBef>
                <a:spcPts val="0"/>
              </a:spcBef>
              <a:spcAft>
                <a:spcPts val="0"/>
              </a:spcAft>
              <a:buClr>
                <a:schemeClr val="accent1"/>
              </a:buClr>
              <a:buSzPts val="5500"/>
              <a:buNone/>
              <a:defRPr sz="5500">
                <a:solidFill>
                  <a:schemeClr val="accent1"/>
                </a:solidFill>
              </a:defRPr>
            </a:lvl9pPr>
          </a:lstStyle>
          <a:p>
            <a:r>
              <a:t>xx%</a:t>
            </a:r>
          </a:p>
        </p:txBody>
      </p:sp>
      <p:sp>
        <p:nvSpPr>
          <p:cNvPr id="1900" name="Google Shape;1900;p13"/>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524"/>
        <p:cNvGrpSpPr/>
        <p:nvPr/>
      </p:nvGrpSpPr>
      <p:grpSpPr>
        <a:xfrm>
          <a:off x="0" y="0"/>
          <a:ext cx="0" cy="0"/>
          <a:chOff x="0" y="0"/>
          <a:chExt cx="0" cy="0"/>
        </a:xfrm>
      </p:grpSpPr>
      <p:sp>
        <p:nvSpPr>
          <p:cNvPr id="2525" name="Google Shape;252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26" name="Google Shape;2526;p17"/>
          <p:cNvSpPr txBox="1">
            <a:spLocks noGrp="1"/>
          </p:cNvSpPr>
          <p:nvPr>
            <p:ph type="subTitle" idx="1"/>
          </p:nvPr>
        </p:nvSpPr>
        <p:spPr>
          <a:xfrm>
            <a:off x="720000"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27" name="Google Shape;2527;p17"/>
          <p:cNvSpPr txBox="1">
            <a:spLocks noGrp="1"/>
          </p:cNvSpPr>
          <p:nvPr>
            <p:ph type="subTitle" idx="2"/>
          </p:nvPr>
        </p:nvSpPr>
        <p:spPr>
          <a:xfrm>
            <a:off x="720012"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28" name="Google Shape;2528;p17"/>
          <p:cNvSpPr txBox="1">
            <a:spLocks noGrp="1"/>
          </p:cNvSpPr>
          <p:nvPr>
            <p:ph type="subTitle" idx="3"/>
          </p:nvPr>
        </p:nvSpPr>
        <p:spPr>
          <a:xfrm>
            <a:off x="3467825"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29" name="Google Shape;2529;p17"/>
          <p:cNvSpPr txBox="1">
            <a:spLocks noGrp="1"/>
          </p:cNvSpPr>
          <p:nvPr>
            <p:ph type="subTitle" idx="4"/>
          </p:nvPr>
        </p:nvSpPr>
        <p:spPr>
          <a:xfrm>
            <a:off x="3467837"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30" name="Google Shape;2530;p17"/>
          <p:cNvSpPr txBox="1">
            <a:spLocks noGrp="1"/>
          </p:cNvSpPr>
          <p:nvPr>
            <p:ph type="subTitle" idx="5"/>
          </p:nvPr>
        </p:nvSpPr>
        <p:spPr>
          <a:xfrm>
            <a:off x="6215662"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31" name="Google Shape;2531;p17"/>
          <p:cNvSpPr txBox="1">
            <a:spLocks noGrp="1"/>
          </p:cNvSpPr>
          <p:nvPr>
            <p:ph type="subTitle" idx="6"/>
          </p:nvPr>
        </p:nvSpPr>
        <p:spPr>
          <a:xfrm>
            <a:off x="6215675"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32" name="Google Shape;2532;p17"/>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3" name="Google Shape;2533;p17"/>
          <p:cNvGrpSpPr/>
          <p:nvPr/>
        </p:nvGrpSpPr>
        <p:grpSpPr>
          <a:xfrm>
            <a:off x="5681263" y="-51500"/>
            <a:ext cx="3369425" cy="2307475"/>
            <a:chOff x="5681263" y="-51500"/>
            <a:chExt cx="3369425" cy="2307475"/>
          </a:xfrm>
        </p:grpSpPr>
        <p:grpSp>
          <p:nvGrpSpPr>
            <p:cNvPr id="2534" name="Google Shape;2534;p17"/>
            <p:cNvGrpSpPr/>
            <p:nvPr/>
          </p:nvGrpSpPr>
          <p:grpSpPr>
            <a:xfrm flipH="1">
              <a:off x="8858075" y="2234000"/>
              <a:ext cx="27650" cy="21975"/>
              <a:chOff x="8820375" y="1023600"/>
              <a:chExt cx="27650" cy="21975"/>
            </a:xfrm>
          </p:grpSpPr>
          <p:sp>
            <p:nvSpPr>
              <p:cNvPr id="2535" name="Google Shape;2535;p17"/>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7"/>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7"/>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8" name="Google Shape;2538;p17"/>
            <p:cNvGrpSpPr/>
            <p:nvPr/>
          </p:nvGrpSpPr>
          <p:grpSpPr>
            <a:xfrm flipH="1">
              <a:off x="8487700" y="1028150"/>
              <a:ext cx="55825" cy="44400"/>
              <a:chOff x="8347600" y="1441475"/>
              <a:chExt cx="55825" cy="44400"/>
            </a:xfrm>
          </p:grpSpPr>
          <p:sp>
            <p:nvSpPr>
              <p:cNvPr id="2539" name="Google Shape;2539;p1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2" name="Google Shape;2542;p17"/>
            <p:cNvGrpSpPr/>
            <p:nvPr/>
          </p:nvGrpSpPr>
          <p:grpSpPr>
            <a:xfrm flipH="1">
              <a:off x="8493038" y="206875"/>
              <a:ext cx="80675" cy="73725"/>
              <a:chOff x="7502975" y="324575"/>
              <a:chExt cx="80675" cy="73725"/>
            </a:xfrm>
          </p:grpSpPr>
          <p:sp>
            <p:nvSpPr>
              <p:cNvPr id="2543" name="Google Shape;2543;p17"/>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7"/>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7"/>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7"/>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7"/>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8" name="Google Shape;2548;p17"/>
            <p:cNvSpPr/>
            <p:nvPr/>
          </p:nvSpPr>
          <p:spPr>
            <a:xfrm flipH="1">
              <a:off x="7744550" y="12039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17"/>
            <p:cNvSpPr/>
            <p:nvPr/>
          </p:nvSpPr>
          <p:spPr>
            <a:xfrm flipH="1">
              <a:off x="8089213" y="937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0" name="Google Shape;2550;p17"/>
            <p:cNvGrpSpPr/>
            <p:nvPr/>
          </p:nvGrpSpPr>
          <p:grpSpPr>
            <a:xfrm flipH="1">
              <a:off x="7995013" y="1158475"/>
              <a:ext cx="162450" cy="154525"/>
              <a:chOff x="8676550" y="247000"/>
              <a:chExt cx="162450" cy="154525"/>
            </a:xfrm>
          </p:grpSpPr>
          <p:sp>
            <p:nvSpPr>
              <p:cNvPr id="2551" name="Google Shape;2551;p1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5" name="Google Shape;2555;p17"/>
            <p:cNvGrpSpPr/>
            <p:nvPr/>
          </p:nvGrpSpPr>
          <p:grpSpPr>
            <a:xfrm flipH="1">
              <a:off x="8317375" y="809400"/>
              <a:ext cx="71100" cy="74200"/>
              <a:chOff x="8502650" y="1222725"/>
              <a:chExt cx="71100" cy="74200"/>
            </a:xfrm>
          </p:grpSpPr>
          <p:sp>
            <p:nvSpPr>
              <p:cNvPr id="2556" name="Google Shape;2556;p1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1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1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1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2560;p17"/>
            <p:cNvGrpSpPr/>
            <p:nvPr/>
          </p:nvGrpSpPr>
          <p:grpSpPr>
            <a:xfrm flipH="1">
              <a:off x="8760475" y="124813"/>
              <a:ext cx="157250" cy="160550"/>
              <a:chOff x="7568050" y="747400"/>
              <a:chExt cx="157250" cy="160550"/>
            </a:xfrm>
          </p:grpSpPr>
          <p:sp>
            <p:nvSpPr>
              <p:cNvPr id="2561" name="Google Shape;2561;p17"/>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17"/>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17"/>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17"/>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5" name="Google Shape;2565;p17"/>
            <p:cNvGrpSpPr/>
            <p:nvPr/>
          </p:nvGrpSpPr>
          <p:grpSpPr>
            <a:xfrm flipH="1">
              <a:off x="8889413" y="1009038"/>
              <a:ext cx="32825" cy="22950"/>
              <a:chOff x="8097425" y="1383825"/>
              <a:chExt cx="32825" cy="22950"/>
            </a:xfrm>
          </p:grpSpPr>
          <p:sp>
            <p:nvSpPr>
              <p:cNvPr id="2566" name="Google Shape;2566;p17"/>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17"/>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17"/>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17"/>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0" name="Google Shape;2570;p17"/>
            <p:cNvGrpSpPr/>
            <p:nvPr/>
          </p:nvGrpSpPr>
          <p:grpSpPr>
            <a:xfrm flipH="1">
              <a:off x="7723638" y="922900"/>
              <a:ext cx="115950" cy="86125"/>
              <a:chOff x="8839525" y="1569650"/>
              <a:chExt cx="115950" cy="86125"/>
            </a:xfrm>
          </p:grpSpPr>
          <p:sp>
            <p:nvSpPr>
              <p:cNvPr id="2571" name="Google Shape;2571;p17"/>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17"/>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3" name="Google Shape;2573;p17"/>
            <p:cNvGrpSpPr/>
            <p:nvPr/>
          </p:nvGrpSpPr>
          <p:grpSpPr>
            <a:xfrm flipH="1">
              <a:off x="7003263" y="814888"/>
              <a:ext cx="48150" cy="36350"/>
              <a:chOff x="8512150" y="4124863"/>
              <a:chExt cx="48150" cy="36350"/>
            </a:xfrm>
          </p:grpSpPr>
          <p:sp>
            <p:nvSpPr>
              <p:cNvPr id="2574" name="Google Shape;2574;p17"/>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7"/>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17"/>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17"/>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8" name="Google Shape;2578;p17"/>
            <p:cNvSpPr/>
            <p:nvPr/>
          </p:nvSpPr>
          <p:spPr>
            <a:xfrm flipH="1">
              <a:off x="7362663" y="7748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7"/>
            <p:cNvSpPr/>
            <p:nvPr/>
          </p:nvSpPr>
          <p:spPr>
            <a:xfrm flipH="1">
              <a:off x="8776375" y="5913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7"/>
            <p:cNvSpPr/>
            <p:nvPr/>
          </p:nvSpPr>
          <p:spPr>
            <a:xfrm flipH="1">
              <a:off x="8053825" y="8499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17"/>
            <p:cNvSpPr/>
            <p:nvPr/>
          </p:nvSpPr>
          <p:spPr>
            <a:xfrm flipH="1">
              <a:off x="8309125" y="13037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17"/>
            <p:cNvSpPr/>
            <p:nvPr/>
          </p:nvSpPr>
          <p:spPr>
            <a:xfrm flipH="1">
              <a:off x="8703450" y="11584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17"/>
            <p:cNvSpPr/>
            <p:nvPr/>
          </p:nvSpPr>
          <p:spPr>
            <a:xfrm flipH="1">
              <a:off x="8594838" y="5056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17"/>
            <p:cNvSpPr/>
            <p:nvPr/>
          </p:nvSpPr>
          <p:spPr>
            <a:xfrm flipH="1">
              <a:off x="7534800" y="6292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17"/>
            <p:cNvSpPr/>
            <p:nvPr/>
          </p:nvSpPr>
          <p:spPr>
            <a:xfrm flipH="1">
              <a:off x="8188038" y="2806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17"/>
            <p:cNvSpPr/>
            <p:nvPr/>
          </p:nvSpPr>
          <p:spPr>
            <a:xfrm flipH="1">
              <a:off x="8180388" y="2708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17"/>
            <p:cNvSpPr/>
            <p:nvPr/>
          </p:nvSpPr>
          <p:spPr>
            <a:xfrm flipH="1">
              <a:off x="7869388" y="5923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17"/>
            <p:cNvSpPr/>
            <p:nvPr/>
          </p:nvSpPr>
          <p:spPr>
            <a:xfrm flipH="1">
              <a:off x="8187488" y="2033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17"/>
            <p:cNvSpPr/>
            <p:nvPr/>
          </p:nvSpPr>
          <p:spPr>
            <a:xfrm flipH="1">
              <a:off x="8130613" y="4722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17"/>
            <p:cNvSpPr/>
            <p:nvPr/>
          </p:nvSpPr>
          <p:spPr>
            <a:xfrm>
              <a:off x="8665413" y="8015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17"/>
            <p:cNvSpPr/>
            <p:nvPr/>
          </p:nvSpPr>
          <p:spPr>
            <a:xfrm>
              <a:off x="9008513" y="1916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7"/>
            <p:cNvSpPr/>
            <p:nvPr/>
          </p:nvSpPr>
          <p:spPr>
            <a:xfrm>
              <a:off x="8929738" y="4319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7"/>
            <p:cNvSpPr/>
            <p:nvPr/>
          </p:nvSpPr>
          <p:spPr>
            <a:xfrm>
              <a:off x="7171888" y="8677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7"/>
            <p:cNvSpPr/>
            <p:nvPr/>
          </p:nvSpPr>
          <p:spPr>
            <a:xfrm flipH="1">
              <a:off x="7158700" y="6649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7"/>
            <p:cNvSpPr/>
            <p:nvPr/>
          </p:nvSpPr>
          <p:spPr>
            <a:xfrm flipH="1">
              <a:off x="8067363" y="305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7"/>
            <p:cNvSpPr/>
            <p:nvPr/>
          </p:nvSpPr>
          <p:spPr>
            <a:xfrm rot="10800000" flipH="1">
              <a:off x="8875150" y="14058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7" name="Google Shape;2597;p17"/>
            <p:cNvGrpSpPr/>
            <p:nvPr/>
          </p:nvGrpSpPr>
          <p:grpSpPr>
            <a:xfrm rot="10800000" flipH="1">
              <a:off x="7720588" y="193063"/>
              <a:ext cx="76300" cy="134575"/>
              <a:chOff x="8292650" y="153875"/>
              <a:chExt cx="76300" cy="134575"/>
            </a:xfrm>
          </p:grpSpPr>
          <p:sp>
            <p:nvSpPr>
              <p:cNvPr id="2598" name="Google Shape;2598;p17"/>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17"/>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17"/>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1" name="Google Shape;2601;p17"/>
            <p:cNvSpPr/>
            <p:nvPr/>
          </p:nvSpPr>
          <p:spPr>
            <a:xfrm rot="10800000" flipH="1">
              <a:off x="8229813" y="17703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17"/>
            <p:cNvSpPr/>
            <p:nvPr/>
          </p:nvSpPr>
          <p:spPr>
            <a:xfrm rot="10800000" flipH="1">
              <a:off x="8289888" y="17259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3" name="Google Shape;2603;p17"/>
            <p:cNvGrpSpPr/>
            <p:nvPr/>
          </p:nvGrpSpPr>
          <p:grpSpPr>
            <a:xfrm rot="10800000">
              <a:off x="8938788" y="1694650"/>
              <a:ext cx="39675" cy="33500"/>
              <a:chOff x="1171975" y="3874200"/>
              <a:chExt cx="39675" cy="33500"/>
            </a:xfrm>
          </p:grpSpPr>
          <p:sp>
            <p:nvSpPr>
              <p:cNvPr id="2604" name="Google Shape;2604;p17"/>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17"/>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17"/>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17"/>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17"/>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9" name="Google Shape;2609;p17"/>
            <p:cNvSpPr/>
            <p:nvPr/>
          </p:nvSpPr>
          <p:spPr>
            <a:xfrm rot="10800000" flipH="1">
              <a:off x="8629913" y="17913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7"/>
            <p:cNvSpPr/>
            <p:nvPr/>
          </p:nvSpPr>
          <p:spPr>
            <a:xfrm rot="10800000" flipH="1">
              <a:off x="8863213" y="6750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1" name="Google Shape;2611;p17"/>
            <p:cNvGrpSpPr/>
            <p:nvPr/>
          </p:nvGrpSpPr>
          <p:grpSpPr>
            <a:xfrm rot="10800000">
              <a:off x="9017013" y="1136738"/>
              <a:ext cx="33675" cy="35675"/>
              <a:chOff x="4304250" y="4768863"/>
              <a:chExt cx="33675" cy="35675"/>
            </a:xfrm>
          </p:grpSpPr>
          <p:sp>
            <p:nvSpPr>
              <p:cNvPr id="2612" name="Google Shape;2612;p17"/>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7"/>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7"/>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5" name="Google Shape;2615;p17"/>
            <p:cNvGrpSpPr/>
            <p:nvPr/>
          </p:nvGrpSpPr>
          <p:grpSpPr>
            <a:xfrm rot="10800000">
              <a:off x="8597213" y="1440438"/>
              <a:ext cx="123900" cy="117750"/>
              <a:chOff x="4877375" y="4089763"/>
              <a:chExt cx="123900" cy="117750"/>
            </a:xfrm>
          </p:grpSpPr>
          <p:sp>
            <p:nvSpPr>
              <p:cNvPr id="2616" name="Google Shape;2616;p17"/>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7"/>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7"/>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7"/>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7"/>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17"/>
            <p:cNvGrpSpPr/>
            <p:nvPr/>
          </p:nvGrpSpPr>
          <p:grpSpPr>
            <a:xfrm rot="10800000">
              <a:off x="7394300" y="188950"/>
              <a:ext cx="55825" cy="44400"/>
              <a:chOff x="8347600" y="1441475"/>
              <a:chExt cx="55825" cy="44400"/>
            </a:xfrm>
          </p:grpSpPr>
          <p:sp>
            <p:nvSpPr>
              <p:cNvPr id="2622" name="Google Shape;2622;p1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5" name="Google Shape;2625;p17"/>
            <p:cNvSpPr/>
            <p:nvPr/>
          </p:nvSpPr>
          <p:spPr>
            <a:xfrm rot="10800000">
              <a:off x="6651150" y="-5987"/>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6" name="Google Shape;2626;p17"/>
            <p:cNvGrpSpPr/>
            <p:nvPr/>
          </p:nvGrpSpPr>
          <p:grpSpPr>
            <a:xfrm rot="10800000">
              <a:off x="6901613" y="-51500"/>
              <a:ext cx="162450" cy="154525"/>
              <a:chOff x="8676550" y="247000"/>
              <a:chExt cx="162450" cy="154525"/>
            </a:xfrm>
          </p:grpSpPr>
          <p:sp>
            <p:nvSpPr>
              <p:cNvPr id="2627" name="Google Shape;2627;p1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1" name="Google Shape;2631;p17"/>
            <p:cNvGrpSpPr/>
            <p:nvPr/>
          </p:nvGrpSpPr>
          <p:grpSpPr>
            <a:xfrm rot="10800000">
              <a:off x="7223975" y="377900"/>
              <a:ext cx="71100" cy="74200"/>
              <a:chOff x="8502650" y="1222725"/>
              <a:chExt cx="71100" cy="74200"/>
            </a:xfrm>
          </p:grpSpPr>
          <p:sp>
            <p:nvSpPr>
              <p:cNvPr id="2632" name="Google Shape;2632;p1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6" name="Google Shape;2636;p17"/>
            <p:cNvGrpSpPr/>
            <p:nvPr/>
          </p:nvGrpSpPr>
          <p:grpSpPr>
            <a:xfrm rot="10800000">
              <a:off x="6630238" y="252475"/>
              <a:ext cx="115950" cy="86125"/>
              <a:chOff x="8839525" y="1569650"/>
              <a:chExt cx="115950" cy="86125"/>
            </a:xfrm>
          </p:grpSpPr>
          <p:sp>
            <p:nvSpPr>
              <p:cNvPr id="2637" name="Google Shape;2637;p17"/>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7"/>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9" name="Google Shape;2639;p17"/>
            <p:cNvGrpSpPr/>
            <p:nvPr/>
          </p:nvGrpSpPr>
          <p:grpSpPr>
            <a:xfrm rot="10800000">
              <a:off x="5681263" y="113788"/>
              <a:ext cx="48150" cy="36350"/>
              <a:chOff x="8512150" y="4124863"/>
              <a:chExt cx="48150" cy="36350"/>
            </a:xfrm>
          </p:grpSpPr>
          <p:sp>
            <p:nvSpPr>
              <p:cNvPr id="2640" name="Google Shape;2640;p17"/>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17"/>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7"/>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7"/>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4" name="Google Shape;2644;p17"/>
            <p:cNvSpPr/>
            <p:nvPr/>
          </p:nvSpPr>
          <p:spPr>
            <a:xfrm rot="10800000">
              <a:off x="6193063" y="1702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7"/>
            <p:cNvSpPr/>
            <p:nvPr/>
          </p:nvSpPr>
          <p:spPr>
            <a:xfrm rot="10800000">
              <a:off x="6960425" y="3779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17"/>
            <p:cNvSpPr/>
            <p:nvPr/>
          </p:nvSpPr>
          <p:spPr>
            <a:xfrm rot="10800000">
              <a:off x="6725275" y="847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17"/>
            <p:cNvSpPr/>
            <p:nvPr/>
          </p:nvSpPr>
          <p:spPr>
            <a:xfrm rot="10800000">
              <a:off x="6365200" y="235963"/>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17"/>
            <p:cNvSpPr/>
            <p:nvPr/>
          </p:nvSpPr>
          <p:spPr>
            <a:xfrm rot="10800000" flipH="1">
              <a:off x="6002288" y="7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17"/>
            <p:cNvSpPr/>
            <p:nvPr/>
          </p:nvSpPr>
          <p:spPr>
            <a:xfrm rot="10800000">
              <a:off x="5989100" y="271625"/>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17"/>
            <p:cNvSpPr/>
            <p:nvPr/>
          </p:nvSpPr>
          <p:spPr>
            <a:xfrm rot="10800000">
              <a:off x="6556325" y="44096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3055"/>
        <p:cNvGrpSpPr/>
        <p:nvPr/>
      </p:nvGrpSpPr>
      <p:grpSpPr>
        <a:xfrm>
          <a:off x="0" y="0"/>
          <a:ext cx="0" cy="0"/>
          <a:chOff x="0" y="0"/>
          <a:chExt cx="0" cy="0"/>
        </a:xfrm>
      </p:grpSpPr>
      <p:sp>
        <p:nvSpPr>
          <p:cNvPr id="3056" name="Google Shape;305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57" name="Google Shape;3057;p21"/>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8" name="Google Shape;3058;p21"/>
          <p:cNvGrpSpPr/>
          <p:nvPr/>
        </p:nvGrpSpPr>
        <p:grpSpPr>
          <a:xfrm>
            <a:off x="88792" y="22515"/>
            <a:ext cx="631196" cy="878807"/>
            <a:chOff x="88792" y="22515"/>
            <a:chExt cx="631196" cy="878807"/>
          </a:xfrm>
        </p:grpSpPr>
        <p:sp>
          <p:nvSpPr>
            <p:cNvPr id="3059" name="Google Shape;3059;p21"/>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0" name="Google Shape;3060;p21"/>
            <p:cNvGrpSpPr/>
            <p:nvPr/>
          </p:nvGrpSpPr>
          <p:grpSpPr>
            <a:xfrm>
              <a:off x="175149" y="495436"/>
              <a:ext cx="69586" cy="73623"/>
              <a:chOff x="175149" y="495436"/>
              <a:chExt cx="69586" cy="73623"/>
            </a:xfrm>
          </p:grpSpPr>
          <p:sp>
            <p:nvSpPr>
              <p:cNvPr id="3061" name="Google Shape;3061;p21"/>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21"/>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3" name="Google Shape;3063;p21"/>
            <p:cNvGrpSpPr/>
            <p:nvPr/>
          </p:nvGrpSpPr>
          <p:grpSpPr>
            <a:xfrm>
              <a:off x="88792" y="761095"/>
              <a:ext cx="35279" cy="33988"/>
              <a:chOff x="88792" y="761095"/>
              <a:chExt cx="35279" cy="33988"/>
            </a:xfrm>
          </p:grpSpPr>
          <p:sp>
            <p:nvSpPr>
              <p:cNvPr id="3064" name="Google Shape;3064;p21"/>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21"/>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21"/>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7" name="Google Shape;3067;p21"/>
            <p:cNvGrpSpPr/>
            <p:nvPr/>
          </p:nvGrpSpPr>
          <p:grpSpPr>
            <a:xfrm rot="2144809">
              <a:off x="120150" y="257259"/>
              <a:ext cx="55825" cy="44400"/>
              <a:chOff x="8347600" y="1441475"/>
              <a:chExt cx="55825" cy="44400"/>
            </a:xfrm>
          </p:grpSpPr>
          <p:sp>
            <p:nvSpPr>
              <p:cNvPr id="3068" name="Google Shape;3068;p21"/>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21"/>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21"/>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1" name="Google Shape;3071;p21"/>
            <p:cNvGrpSpPr/>
            <p:nvPr/>
          </p:nvGrpSpPr>
          <p:grpSpPr>
            <a:xfrm rot="2144809">
              <a:off x="481539" y="813344"/>
              <a:ext cx="71099" cy="74199"/>
              <a:chOff x="8502650" y="1222725"/>
              <a:chExt cx="71100" cy="74200"/>
            </a:xfrm>
          </p:grpSpPr>
          <p:sp>
            <p:nvSpPr>
              <p:cNvPr id="3072" name="Google Shape;3072;p21"/>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21"/>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21"/>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21"/>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6" name="Google Shape;3076;p21"/>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21"/>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21"/>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21"/>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21"/>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21"/>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2" name="Google Shape;3082;p21"/>
          <p:cNvGrpSpPr/>
          <p:nvPr/>
        </p:nvGrpSpPr>
        <p:grpSpPr>
          <a:xfrm flipH="1">
            <a:off x="8404117" y="22515"/>
            <a:ext cx="631196" cy="878807"/>
            <a:chOff x="88792" y="22515"/>
            <a:chExt cx="631196" cy="878807"/>
          </a:xfrm>
        </p:grpSpPr>
        <p:sp>
          <p:nvSpPr>
            <p:cNvPr id="3083" name="Google Shape;3083;p21"/>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4" name="Google Shape;3084;p21"/>
            <p:cNvGrpSpPr/>
            <p:nvPr/>
          </p:nvGrpSpPr>
          <p:grpSpPr>
            <a:xfrm>
              <a:off x="175149" y="495436"/>
              <a:ext cx="69586" cy="73623"/>
              <a:chOff x="175149" y="495436"/>
              <a:chExt cx="69586" cy="73623"/>
            </a:xfrm>
          </p:grpSpPr>
          <p:sp>
            <p:nvSpPr>
              <p:cNvPr id="3085" name="Google Shape;3085;p21"/>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21"/>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7" name="Google Shape;3087;p21"/>
            <p:cNvGrpSpPr/>
            <p:nvPr/>
          </p:nvGrpSpPr>
          <p:grpSpPr>
            <a:xfrm>
              <a:off x="88792" y="761095"/>
              <a:ext cx="35279" cy="33988"/>
              <a:chOff x="88792" y="761095"/>
              <a:chExt cx="35279" cy="33988"/>
            </a:xfrm>
          </p:grpSpPr>
          <p:sp>
            <p:nvSpPr>
              <p:cNvPr id="3088" name="Google Shape;3088;p21"/>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21"/>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21"/>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1" name="Google Shape;3091;p21"/>
            <p:cNvGrpSpPr/>
            <p:nvPr/>
          </p:nvGrpSpPr>
          <p:grpSpPr>
            <a:xfrm rot="2144809">
              <a:off x="120150" y="257259"/>
              <a:ext cx="55825" cy="44400"/>
              <a:chOff x="8347600" y="1441475"/>
              <a:chExt cx="55825" cy="44400"/>
            </a:xfrm>
          </p:grpSpPr>
          <p:sp>
            <p:nvSpPr>
              <p:cNvPr id="3092" name="Google Shape;3092;p21"/>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21"/>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21"/>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5" name="Google Shape;3095;p21"/>
            <p:cNvGrpSpPr/>
            <p:nvPr/>
          </p:nvGrpSpPr>
          <p:grpSpPr>
            <a:xfrm rot="2144809">
              <a:off x="481539" y="813344"/>
              <a:ext cx="71099" cy="74199"/>
              <a:chOff x="8502650" y="1222725"/>
              <a:chExt cx="71100" cy="74200"/>
            </a:xfrm>
          </p:grpSpPr>
          <p:sp>
            <p:nvSpPr>
              <p:cNvPr id="3096" name="Google Shape;3096;p21"/>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21"/>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21"/>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21"/>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0" name="Google Shape;3100;p21"/>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21"/>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21"/>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21"/>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21"/>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21"/>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3106"/>
        <p:cNvGrpSpPr/>
        <p:nvPr/>
      </p:nvGrpSpPr>
      <p:grpSpPr>
        <a:xfrm>
          <a:off x="0" y="0"/>
          <a:ext cx="0" cy="0"/>
          <a:chOff x="0" y="0"/>
          <a:chExt cx="0" cy="0"/>
        </a:xfrm>
      </p:grpSpPr>
      <p:sp>
        <p:nvSpPr>
          <p:cNvPr id="3107" name="Google Shape;3107;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08" name="Google Shape;3108;p22"/>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09" name="Google Shape;3109;p22"/>
          <p:cNvGrpSpPr/>
          <p:nvPr/>
        </p:nvGrpSpPr>
        <p:grpSpPr>
          <a:xfrm>
            <a:off x="7903925" y="616300"/>
            <a:ext cx="27650" cy="21975"/>
            <a:chOff x="8820375" y="1023600"/>
            <a:chExt cx="27650" cy="21975"/>
          </a:xfrm>
        </p:grpSpPr>
        <p:sp>
          <p:nvSpPr>
            <p:cNvPr id="3110" name="Google Shape;3110;p22"/>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22"/>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22"/>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3" name="Google Shape;3113;p22"/>
          <p:cNvGrpSpPr/>
          <p:nvPr/>
        </p:nvGrpSpPr>
        <p:grpSpPr>
          <a:xfrm>
            <a:off x="8550925" y="934450"/>
            <a:ext cx="55825" cy="44400"/>
            <a:chOff x="8347600" y="1441475"/>
            <a:chExt cx="55825" cy="44400"/>
          </a:xfrm>
        </p:grpSpPr>
        <p:sp>
          <p:nvSpPr>
            <p:cNvPr id="3114" name="Google Shape;3114;p22"/>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22"/>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22"/>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7" name="Google Shape;3117;p22"/>
          <p:cNvGrpSpPr/>
          <p:nvPr/>
        </p:nvGrpSpPr>
        <p:grpSpPr>
          <a:xfrm>
            <a:off x="8520738" y="113175"/>
            <a:ext cx="80675" cy="73725"/>
            <a:chOff x="7502975" y="324575"/>
            <a:chExt cx="80675" cy="73725"/>
          </a:xfrm>
        </p:grpSpPr>
        <p:sp>
          <p:nvSpPr>
            <p:cNvPr id="3118" name="Google Shape;3118;p22"/>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22"/>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22"/>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22"/>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22"/>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23" name="Google Shape;3123;p22"/>
          <p:cNvSpPr/>
          <p:nvPr/>
        </p:nvSpPr>
        <p:spPr>
          <a:xfrm>
            <a:off x="5728025" y="6693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22"/>
          <p:cNvSpPr/>
          <p:nvPr/>
        </p:nvSpPr>
        <p:spPr>
          <a:xfrm>
            <a:off x="8967213" y="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5" name="Google Shape;3125;p22"/>
          <p:cNvGrpSpPr/>
          <p:nvPr/>
        </p:nvGrpSpPr>
        <p:grpSpPr>
          <a:xfrm>
            <a:off x="8936988" y="1064775"/>
            <a:ext cx="162450" cy="154525"/>
            <a:chOff x="8676550" y="247000"/>
            <a:chExt cx="162450" cy="154525"/>
          </a:xfrm>
        </p:grpSpPr>
        <p:sp>
          <p:nvSpPr>
            <p:cNvPr id="3126" name="Google Shape;3126;p22"/>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22"/>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22"/>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22"/>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0" name="Google Shape;3130;p22"/>
          <p:cNvGrpSpPr/>
          <p:nvPr/>
        </p:nvGrpSpPr>
        <p:grpSpPr>
          <a:xfrm>
            <a:off x="8705975" y="715700"/>
            <a:ext cx="71100" cy="74200"/>
            <a:chOff x="8502650" y="1222725"/>
            <a:chExt cx="71100" cy="74200"/>
          </a:xfrm>
        </p:grpSpPr>
        <p:sp>
          <p:nvSpPr>
            <p:cNvPr id="3131" name="Google Shape;3131;p22"/>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22"/>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22"/>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22"/>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5" name="Google Shape;3135;p22"/>
          <p:cNvGrpSpPr/>
          <p:nvPr/>
        </p:nvGrpSpPr>
        <p:grpSpPr>
          <a:xfrm>
            <a:off x="8176725" y="31113"/>
            <a:ext cx="157250" cy="160550"/>
            <a:chOff x="7568050" y="747400"/>
            <a:chExt cx="157250" cy="160550"/>
          </a:xfrm>
        </p:grpSpPr>
        <p:sp>
          <p:nvSpPr>
            <p:cNvPr id="3136" name="Google Shape;3136;p22"/>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22"/>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22"/>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22"/>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0" name="Google Shape;3140;p22"/>
          <p:cNvGrpSpPr/>
          <p:nvPr/>
        </p:nvGrpSpPr>
        <p:grpSpPr>
          <a:xfrm>
            <a:off x="8172213" y="915338"/>
            <a:ext cx="32825" cy="22950"/>
            <a:chOff x="8097425" y="1383825"/>
            <a:chExt cx="32825" cy="22950"/>
          </a:xfrm>
        </p:grpSpPr>
        <p:sp>
          <p:nvSpPr>
            <p:cNvPr id="3141" name="Google Shape;3141;p22"/>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22"/>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22"/>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22"/>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5" name="Google Shape;3145;p22"/>
          <p:cNvGrpSpPr/>
          <p:nvPr/>
        </p:nvGrpSpPr>
        <p:grpSpPr>
          <a:xfrm>
            <a:off x="6516125" y="19850"/>
            <a:ext cx="115950" cy="86125"/>
            <a:chOff x="8839525" y="1569650"/>
            <a:chExt cx="115950" cy="86125"/>
          </a:xfrm>
        </p:grpSpPr>
        <p:sp>
          <p:nvSpPr>
            <p:cNvPr id="3146" name="Google Shape;3146;p22"/>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22"/>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8" name="Google Shape;3148;p22"/>
          <p:cNvSpPr/>
          <p:nvPr/>
        </p:nvSpPr>
        <p:spPr>
          <a:xfrm>
            <a:off x="5854863" y="10022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22"/>
          <p:cNvSpPr/>
          <p:nvPr/>
        </p:nvSpPr>
        <p:spPr>
          <a:xfrm>
            <a:off x="8266175" y="4976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22"/>
          <p:cNvSpPr/>
          <p:nvPr/>
        </p:nvSpPr>
        <p:spPr>
          <a:xfrm>
            <a:off x="8995775" y="7562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22"/>
          <p:cNvSpPr/>
          <p:nvPr/>
        </p:nvSpPr>
        <p:spPr>
          <a:xfrm>
            <a:off x="8739850" y="1210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22"/>
          <p:cNvSpPr/>
          <p:nvPr/>
        </p:nvSpPr>
        <p:spPr>
          <a:xfrm>
            <a:off x="8323400" y="10647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22"/>
          <p:cNvSpPr/>
          <p:nvPr/>
        </p:nvSpPr>
        <p:spPr>
          <a:xfrm>
            <a:off x="8464863" y="4119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22"/>
          <p:cNvSpPr/>
          <p:nvPr/>
        </p:nvSpPr>
        <p:spPr>
          <a:xfrm>
            <a:off x="5491775" y="846500"/>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22"/>
          <p:cNvSpPr/>
          <p:nvPr/>
        </p:nvSpPr>
        <p:spPr>
          <a:xfrm>
            <a:off x="8906388" y="1869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22"/>
          <p:cNvSpPr/>
          <p:nvPr/>
        </p:nvSpPr>
        <p:spPr>
          <a:xfrm>
            <a:off x="8912663" y="1771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22"/>
          <p:cNvSpPr/>
          <p:nvPr/>
        </p:nvSpPr>
        <p:spPr>
          <a:xfrm>
            <a:off x="6151800" y="398113"/>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22"/>
          <p:cNvSpPr/>
          <p:nvPr/>
        </p:nvSpPr>
        <p:spPr>
          <a:xfrm>
            <a:off x="8906388" y="1096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22"/>
          <p:cNvSpPr/>
          <p:nvPr/>
        </p:nvSpPr>
        <p:spPr>
          <a:xfrm>
            <a:off x="8849513" y="3785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22"/>
          <p:cNvSpPr/>
          <p:nvPr/>
        </p:nvSpPr>
        <p:spPr>
          <a:xfrm flipH="1">
            <a:off x="8391013" y="7078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22"/>
          <p:cNvSpPr/>
          <p:nvPr/>
        </p:nvSpPr>
        <p:spPr>
          <a:xfrm flipH="1">
            <a:off x="8051888" y="979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22"/>
          <p:cNvSpPr/>
          <p:nvPr/>
        </p:nvSpPr>
        <p:spPr>
          <a:xfrm flipH="1">
            <a:off x="8150613" y="3382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22"/>
          <p:cNvSpPr/>
          <p:nvPr/>
        </p:nvSpPr>
        <p:spPr>
          <a:xfrm flipH="1">
            <a:off x="5325363" y="695288"/>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22"/>
          <p:cNvSpPr/>
          <p:nvPr/>
        </p:nvSpPr>
        <p:spPr>
          <a:xfrm>
            <a:off x="6049150" y="8923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22"/>
          <p:cNvSpPr/>
          <p:nvPr/>
        </p:nvSpPr>
        <p:spPr>
          <a:xfrm>
            <a:off x="9012988" y="2114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22"/>
          <p:cNvSpPr/>
          <p:nvPr/>
        </p:nvSpPr>
        <p:spPr>
          <a:xfrm rot="10800000">
            <a:off x="8167575" y="13121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7" name="Google Shape;3167;p22"/>
          <p:cNvGrpSpPr/>
          <p:nvPr/>
        </p:nvGrpSpPr>
        <p:grpSpPr>
          <a:xfrm rot="10800000">
            <a:off x="8611763" y="1928163"/>
            <a:ext cx="76300" cy="134575"/>
            <a:chOff x="8292650" y="153875"/>
            <a:chExt cx="76300" cy="134575"/>
          </a:xfrm>
        </p:grpSpPr>
        <p:sp>
          <p:nvSpPr>
            <p:cNvPr id="3168" name="Google Shape;3168;p22"/>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22"/>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22"/>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1" name="Google Shape;3171;p22"/>
          <p:cNvSpPr/>
          <p:nvPr/>
        </p:nvSpPr>
        <p:spPr>
          <a:xfrm rot="10800000">
            <a:off x="8840263" y="17528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22"/>
          <p:cNvSpPr/>
          <p:nvPr/>
        </p:nvSpPr>
        <p:spPr>
          <a:xfrm rot="10800000">
            <a:off x="8744688" y="14798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3" name="Google Shape;3173;p22"/>
          <p:cNvGrpSpPr/>
          <p:nvPr/>
        </p:nvGrpSpPr>
        <p:grpSpPr>
          <a:xfrm rot="10800000" flipH="1">
            <a:off x="9000200" y="2050825"/>
            <a:ext cx="39675" cy="33500"/>
            <a:chOff x="1171975" y="3874200"/>
            <a:chExt cx="39675" cy="33500"/>
          </a:xfrm>
        </p:grpSpPr>
        <p:sp>
          <p:nvSpPr>
            <p:cNvPr id="3174" name="Google Shape;3174;p22"/>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22"/>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22"/>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22"/>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22"/>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9" name="Google Shape;3179;p22"/>
          <p:cNvSpPr/>
          <p:nvPr/>
        </p:nvSpPr>
        <p:spPr>
          <a:xfrm rot="10800000">
            <a:off x="8444713" y="16976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22"/>
          <p:cNvSpPr/>
          <p:nvPr/>
        </p:nvSpPr>
        <p:spPr>
          <a:xfrm rot="10800000">
            <a:off x="8155663" y="5813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1" name="Google Shape;3181;p22"/>
          <p:cNvGrpSpPr/>
          <p:nvPr/>
        </p:nvGrpSpPr>
        <p:grpSpPr>
          <a:xfrm rot="10800000" flipH="1">
            <a:off x="8043763" y="1043038"/>
            <a:ext cx="33675" cy="35675"/>
            <a:chOff x="4304250" y="4768863"/>
            <a:chExt cx="33675" cy="35675"/>
          </a:xfrm>
        </p:grpSpPr>
        <p:sp>
          <p:nvSpPr>
            <p:cNvPr id="3182" name="Google Shape;3182;p22"/>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22"/>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22"/>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5" name="Google Shape;3185;p22"/>
          <p:cNvGrpSpPr/>
          <p:nvPr/>
        </p:nvGrpSpPr>
        <p:grpSpPr>
          <a:xfrm rot="10800000" flipH="1">
            <a:off x="8373338" y="1346738"/>
            <a:ext cx="123900" cy="117750"/>
            <a:chOff x="4877375" y="4089763"/>
            <a:chExt cx="123900" cy="117750"/>
          </a:xfrm>
        </p:grpSpPr>
        <p:sp>
          <p:nvSpPr>
            <p:cNvPr id="3186" name="Google Shape;3186;p22"/>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22"/>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22"/>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22"/>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22"/>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1" name="Google Shape;3191;p22"/>
          <p:cNvSpPr/>
          <p:nvPr/>
        </p:nvSpPr>
        <p:spPr>
          <a:xfrm rot="10800000">
            <a:off x="9046625" y="1572875"/>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92" name="Google Shape;3192;p22"/>
          <p:cNvGrpSpPr/>
          <p:nvPr/>
        </p:nvGrpSpPr>
        <p:grpSpPr>
          <a:xfrm rot="-9237154">
            <a:off x="7872009" y="144778"/>
            <a:ext cx="28474" cy="22299"/>
            <a:chOff x="117600" y="5032275"/>
            <a:chExt cx="28475" cy="22300"/>
          </a:xfrm>
        </p:grpSpPr>
        <p:sp>
          <p:nvSpPr>
            <p:cNvPr id="3193" name="Google Shape;3193;p22"/>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22"/>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22"/>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22"/>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7" name="Google Shape;3197;p22"/>
          <p:cNvGrpSpPr/>
          <p:nvPr/>
        </p:nvGrpSpPr>
        <p:grpSpPr>
          <a:xfrm rot="-9237154">
            <a:off x="6890806" y="45004"/>
            <a:ext cx="29274" cy="35824"/>
            <a:chOff x="7298175" y="170300"/>
            <a:chExt cx="29275" cy="35825"/>
          </a:xfrm>
        </p:grpSpPr>
        <p:sp>
          <p:nvSpPr>
            <p:cNvPr id="3198" name="Google Shape;3198;p22"/>
            <p:cNvSpPr/>
            <p:nvPr/>
          </p:nvSpPr>
          <p:spPr>
            <a:xfrm>
              <a:off x="7301450" y="173100"/>
              <a:ext cx="16975" cy="8150"/>
            </a:xfrm>
            <a:custGeom>
              <a:avLst/>
              <a:gdLst/>
              <a:ahLst/>
              <a:cxnLst/>
              <a:rect l="l" t="t" r="r" b="b"/>
              <a:pathLst>
                <a:path w="679" h="326" extrusionOk="0">
                  <a:moveTo>
                    <a:pt x="217" y="0"/>
                  </a:moveTo>
                  <a:cubicBezTo>
                    <a:pt x="164" y="0"/>
                    <a:pt x="118" y="23"/>
                    <a:pt x="77" y="63"/>
                  </a:cubicBezTo>
                  <a:cubicBezTo>
                    <a:pt x="44" y="107"/>
                    <a:pt x="22" y="151"/>
                    <a:pt x="11" y="205"/>
                  </a:cubicBezTo>
                  <a:cubicBezTo>
                    <a:pt x="0" y="227"/>
                    <a:pt x="0" y="260"/>
                    <a:pt x="0" y="293"/>
                  </a:cubicBezTo>
                  <a:cubicBezTo>
                    <a:pt x="0" y="304"/>
                    <a:pt x="0" y="315"/>
                    <a:pt x="0" y="326"/>
                  </a:cubicBezTo>
                  <a:cubicBezTo>
                    <a:pt x="11" y="326"/>
                    <a:pt x="11" y="315"/>
                    <a:pt x="11" y="315"/>
                  </a:cubicBezTo>
                  <a:cubicBezTo>
                    <a:pt x="22" y="304"/>
                    <a:pt x="33" y="293"/>
                    <a:pt x="55" y="282"/>
                  </a:cubicBezTo>
                  <a:cubicBezTo>
                    <a:pt x="66" y="271"/>
                    <a:pt x="77" y="260"/>
                    <a:pt x="88" y="260"/>
                  </a:cubicBezTo>
                  <a:cubicBezTo>
                    <a:pt x="99" y="249"/>
                    <a:pt x="121" y="238"/>
                    <a:pt x="132" y="238"/>
                  </a:cubicBezTo>
                  <a:lnTo>
                    <a:pt x="208" y="238"/>
                  </a:lnTo>
                  <a:cubicBezTo>
                    <a:pt x="219" y="238"/>
                    <a:pt x="230" y="249"/>
                    <a:pt x="241" y="260"/>
                  </a:cubicBezTo>
                  <a:cubicBezTo>
                    <a:pt x="263" y="260"/>
                    <a:pt x="285" y="271"/>
                    <a:pt x="307" y="271"/>
                  </a:cubicBezTo>
                  <a:lnTo>
                    <a:pt x="350" y="271"/>
                  </a:lnTo>
                  <a:cubicBezTo>
                    <a:pt x="372" y="260"/>
                    <a:pt x="383" y="249"/>
                    <a:pt x="394" y="238"/>
                  </a:cubicBezTo>
                  <a:cubicBezTo>
                    <a:pt x="405" y="216"/>
                    <a:pt x="416" y="205"/>
                    <a:pt x="438" y="194"/>
                  </a:cubicBezTo>
                  <a:cubicBezTo>
                    <a:pt x="449" y="173"/>
                    <a:pt x="460" y="162"/>
                    <a:pt x="471" y="151"/>
                  </a:cubicBezTo>
                  <a:cubicBezTo>
                    <a:pt x="482" y="140"/>
                    <a:pt x="493" y="140"/>
                    <a:pt x="504" y="140"/>
                  </a:cubicBezTo>
                  <a:lnTo>
                    <a:pt x="569" y="140"/>
                  </a:lnTo>
                  <a:lnTo>
                    <a:pt x="591" y="151"/>
                  </a:lnTo>
                  <a:cubicBezTo>
                    <a:pt x="624" y="162"/>
                    <a:pt x="657" y="173"/>
                    <a:pt x="679" y="183"/>
                  </a:cubicBezTo>
                  <a:cubicBezTo>
                    <a:pt x="679" y="173"/>
                    <a:pt x="668" y="173"/>
                    <a:pt x="657" y="162"/>
                  </a:cubicBezTo>
                  <a:cubicBezTo>
                    <a:pt x="657" y="140"/>
                    <a:pt x="646" y="129"/>
                    <a:pt x="635" y="118"/>
                  </a:cubicBezTo>
                  <a:cubicBezTo>
                    <a:pt x="624" y="107"/>
                    <a:pt x="624" y="96"/>
                    <a:pt x="624" y="85"/>
                  </a:cubicBezTo>
                  <a:cubicBezTo>
                    <a:pt x="602" y="96"/>
                    <a:pt x="569" y="107"/>
                    <a:pt x="536" y="107"/>
                  </a:cubicBezTo>
                  <a:cubicBezTo>
                    <a:pt x="493" y="96"/>
                    <a:pt x="449" y="85"/>
                    <a:pt x="405" y="52"/>
                  </a:cubicBezTo>
                  <a:cubicBezTo>
                    <a:pt x="372" y="30"/>
                    <a:pt x="372" y="30"/>
                    <a:pt x="339" y="30"/>
                  </a:cubicBezTo>
                  <a:cubicBezTo>
                    <a:pt x="318" y="19"/>
                    <a:pt x="296" y="8"/>
                    <a:pt x="274" y="8"/>
                  </a:cubicBezTo>
                  <a:cubicBezTo>
                    <a:pt x="254" y="3"/>
                    <a:pt x="235" y="0"/>
                    <a:pt x="2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22"/>
            <p:cNvSpPr/>
            <p:nvPr/>
          </p:nvSpPr>
          <p:spPr>
            <a:xfrm>
              <a:off x="7317850" y="173850"/>
              <a:ext cx="25" cy="25"/>
            </a:xfrm>
            <a:custGeom>
              <a:avLst/>
              <a:gdLst/>
              <a:ahLst/>
              <a:cxnLst/>
              <a:rect l="l" t="t" r="r" b="b"/>
              <a:pathLst>
                <a:path w="1" h="1" extrusionOk="0">
                  <a:moveTo>
                    <a:pt x="1" y="0"/>
                  </a:moveTo>
                  <a:lnTo>
                    <a:pt x="1" y="0"/>
                  </a:lnTo>
                  <a:lnTo>
                    <a:pt x="1" y="0"/>
                  </a:lnTo>
                  <a:cubicBezTo>
                    <a:pt x="1" y="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22"/>
            <p:cNvSpPr/>
            <p:nvPr/>
          </p:nvSpPr>
          <p:spPr>
            <a:xfrm>
              <a:off x="7298175" y="170300"/>
              <a:ext cx="29275" cy="35825"/>
            </a:xfrm>
            <a:custGeom>
              <a:avLst/>
              <a:gdLst/>
              <a:ahLst/>
              <a:cxnLst/>
              <a:rect l="l" t="t" r="r" b="b"/>
              <a:pathLst>
                <a:path w="1171" h="1433" extrusionOk="0">
                  <a:moveTo>
                    <a:pt x="853" y="350"/>
                  </a:moveTo>
                  <a:lnTo>
                    <a:pt x="853" y="350"/>
                  </a:lnTo>
                  <a:cubicBezTo>
                    <a:pt x="864" y="372"/>
                    <a:pt x="875" y="383"/>
                    <a:pt x="886" y="394"/>
                  </a:cubicBezTo>
                  <a:cubicBezTo>
                    <a:pt x="875" y="372"/>
                    <a:pt x="864" y="361"/>
                    <a:pt x="853" y="350"/>
                  </a:cubicBezTo>
                  <a:close/>
                  <a:moveTo>
                    <a:pt x="352" y="123"/>
                  </a:moveTo>
                  <a:cubicBezTo>
                    <a:pt x="370" y="123"/>
                    <a:pt x="388" y="126"/>
                    <a:pt x="405" y="131"/>
                  </a:cubicBezTo>
                  <a:cubicBezTo>
                    <a:pt x="427" y="131"/>
                    <a:pt x="449" y="142"/>
                    <a:pt x="481" y="142"/>
                  </a:cubicBezTo>
                  <a:cubicBezTo>
                    <a:pt x="503" y="153"/>
                    <a:pt x="514" y="153"/>
                    <a:pt x="547" y="175"/>
                  </a:cubicBezTo>
                  <a:cubicBezTo>
                    <a:pt x="580" y="208"/>
                    <a:pt x="624" y="219"/>
                    <a:pt x="667" y="230"/>
                  </a:cubicBezTo>
                  <a:cubicBezTo>
                    <a:pt x="700" y="230"/>
                    <a:pt x="733" y="219"/>
                    <a:pt x="766" y="208"/>
                  </a:cubicBezTo>
                  <a:lnTo>
                    <a:pt x="766" y="208"/>
                  </a:lnTo>
                  <a:cubicBezTo>
                    <a:pt x="755" y="219"/>
                    <a:pt x="766" y="230"/>
                    <a:pt x="766" y="241"/>
                  </a:cubicBezTo>
                  <a:cubicBezTo>
                    <a:pt x="777" y="252"/>
                    <a:pt x="788" y="263"/>
                    <a:pt x="799" y="274"/>
                  </a:cubicBezTo>
                  <a:cubicBezTo>
                    <a:pt x="799" y="285"/>
                    <a:pt x="810" y="295"/>
                    <a:pt x="820" y="306"/>
                  </a:cubicBezTo>
                  <a:cubicBezTo>
                    <a:pt x="842" y="317"/>
                    <a:pt x="864" y="339"/>
                    <a:pt x="886" y="361"/>
                  </a:cubicBezTo>
                  <a:cubicBezTo>
                    <a:pt x="908" y="372"/>
                    <a:pt x="930" y="383"/>
                    <a:pt x="930" y="405"/>
                  </a:cubicBezTo>
                  <a:cubicBezTo>
                    <a:pt x="941" y="416"/>
                    <a:pt x="952" y="438"/>
                    <a:pt x="963" y="449"/>
                  </a:cubicBezTo>
                  <a:cubicBezTo>
                    <a:pt x="974" y="470"/>
                    <a:pt x="985" y="503"/>
                    <a:pt x="974" y="503"/>
                  </a:cubicBezTo>
                  <a:cubicBezTo>
                    <a:pt x="971" y="505"/>
                    <a:pt x="970" y="506"/>
                    <a:pt x="968" y="506"/>
                  </a:cubicBezTo>
                  <a:cubicBezTo>
                    <a:pt x="962" y="506"/>
                    <a:pt x="960" y="492"/>
                    <a:pt x="952" y="492"/>
                  </a:cubicBezTo>
                  <a:cubicBezTo>
                    <a:pt x="941" y="460"/>
                    <a:pt x="930" y="427"/>
                    <a:pt x="908" y="405"/>
                  </a:cubicBezTo>
                  <a:cubicBezTo>
                    <a:pt x="908" y="405"/>
                    <a:pt x="897" y="394"/>
                    <a:pt x="886" y="394"/>
                  </a:cubicBezTo>
                  <a:lnTo>
                    <a:pt x="886" y="394"/>
                  </a:lnTo>
                  <a:cubicBezTo>
                    <a:pt x="919" y="470"/>
                    <a:pt x="963" y="558"/>
                    <a:pt x="985" y="635"/>
                  </a:cubicBezTo>
                  <a:cubicBezTo>
                    <a:pt x="995" y="667"/>
                    <a:pt x="1006" y="689"/>
                    <a:pt x="1017" y="722"/>
                  </a:cubicBezTo>
                  <a:cubicBezTo>
                    <a:pt x="1017" y="755"/>
                    <a:pt x="1028" y="788"/>
                    <a:pt x="1028" y="820"/>
                  </a:cubicBezTo>
                  <a:cubicBezTo>
                    <a:pt x="1028" y="842"/>
                    <a:pt x="1028" y="875"/>
                    <a:pt x="1028" y="897"/>
                  </a:cubicBezTo>
                  <a:cubicBezTo>
                    <a:pt x="1028" y="897"/>
                    <a:pt x="1017" y="952"/>
                    <a:pt x="1017" y="952"/>
                  </a:cubicBezTo>
                  <a:cubicBezTo>
                    <a:pt x="1006" y="985"/>
                    <a:pt x="1006" y="1006"/>
                    <a:pt x="995" y="1028"/>
                  </a:cubicBezTo>
                  <a:cubicBezTo>
                    <a:pt x="985" y="1050"/>
                    <a:pt x="974" y="1061"/>
                    <a:pt x="963" y="1083"/>
                  </a:cubicBezTo>
                  <a:cubicBezTo>
                    <a:pt x="941" y="1105"/>
                    <a:pt x="908" y="1160"/>
                    <a:pt x="886" y="1192"/>
                  </a:cubicBezTo>
                  <a:lnTo>
                    <a:pt x="864" y="1225"/>
                  </a:lnTo>
                  <a:lnTo>
                    <a:pt x="842" y="1247"/>
                  </a:lnTo>
                  <a:cubicBezTo>
                    <a:pt x="803" y="1286"/>
                    <a:pt x="807" y="1294"/>
                    <a:pt x="797" y="1294"/>
                  </a:cubicBezTo>
                  <a:cubicBezTo>
                    <a:pt x="791" y="1294"/>
                    <a:pt x="779" y="1291"/>
                    <a:pt x="744" y="1291"/>
                  </a:cubicBezTo>
                  <a:cubicBezTo>
                    <a:pt x="689" y="1280"/>
                    <a:pt x="635" y="1269"/>
                    <a:pt x="580" y="1247"/>
                  </a:cubicBezTo>
                  <a:cubicBezTo>
                    <a:pt x="547" y="1236"/>
                    <a:pt x="514" y="1214"/>
                    <a:pt x="481" y="1192"/>
                  </a:cubicBezTo>
                  <a:cubicBezTo>
                    <a:pt x="416" y="1149"/>
                    <a:pt x="372" y="1094"/>
                    <a:pt x="328" y="1039"/>
                  </a:cubicBezTo>
                  <a:cubicBezTo>
                    <a:pt x="306" y="1006"/>
                    <a:pt x="285" y="985"/>
                    <a:pt x="263" y="952"/>
                  </a:cubicBezTo>
                  <a:lnTo>
                    <a:pt x="241" y="886"/>
                  </a:lnTo>
                  <a:cubicBezTo>
                    <a:pt x="219" y="853"/>
                    <a:pt x="208" y="831"/>
                    <a:pt x="197" y="799"/>
                  </a:cubicBezTo>
                  <a:cubicBezTo>
                    <a:pt x="175" y="755"/>
                    <a:pt x="164" y="711"/>
                    <a:pt x="153" y="667"/>
                  </a:cubicBezTo>
                  <a:cubicBezTo>
                    <a:pt x="153" y="645"/>
                    <a:pt x="142" y="635"/>
                    <a:pt x="131" y="613"/>
                  </a:cubicBezTo>
                  <a:cubicBezTo>
                    <a:pt x="131" y="591"/>
                    <a:pt x="120" y="569"/>
                    <a:pt x="120" y="547"/>
                  </a:cubicBezTo>
                  <a:cubicBezTo>
                    <a:pt x="120" y="536"/>
                    <a:pt x="120" y="536"/>
                    <a:pt x="120" y="536"/>
                  </a:cubicBezTo>
                  <a:cubicBezTo>
                    <a:pt x="120" y="525"/>
                    <a:pt x="120" y="503"/>
                    <a:pt x="120" y="492"/>
                  </a:cubicBezTo>
                  <a:cubicBezTo>
                    <a:pt x="120" y="492"/>
                    <a:pt x="120" y="481"/>
                    <a:pt x="120" y="481"/>
                  </a:cubicBezTo>
                  <a:cubicBezTo>
                    <a:pt x="120" y="470"/>
                    <a:pt x="131" y="460"/>
                    <a:pt x="131" y="449"/>
                  </a:cubicBezTo>
                  <a:cubicBezTo>
                    <a:pt x="142" y="438"/>
                    <a:pt x="142" y="427"/>
                    <a:pt x="131" y="416"/>
                  </a:cubicBezTo>
                  <a:cubicBezTo>
                    <a:pt x="131" y="383"/>
                    <a:pt x="131" y="350"/>
                    <a:pt x="142" y="317"/>
                  </a:cubicBezTo>
                  <a:cubicBezTo>
                    <a:pt x="164" y="274"/>
                    <a:pt x="175" y="230"/>
                    <a:pt x="208" y="186"/>
                  </a:cubicBezTo>
                  <a:cubicBezTo>
                    <a:pt x="249" y="146"/>
                    <a:pt x="301" y="123"/>
                    <a:pt x="352" y="123"/>
                  </a:cubicBezTo>
                  <a:close/>
                  <a:moveTo>
                    <a:pt x="383" y="0"/>
                  </a:moveTo>
                  <a:cubicBezTo>
                    <a:pt x="339" y="0"/>
                    <a:pt x="295" y="11"/>
                    <a:pt x="252" y="22"/>
                  </a:cubicBezTo>
                  <a:cubicBezTo>
                    <a:pt x="186" y="44"/>
                    <a:pt x="120" y="88"/>
                    <a:pt x="88" y="153"/>
                  </a:cubicBezTo>
                  <a:cubicBezTo>
                    <a:pt x="22" y="285"/>
                    <a:pt x="0" y="427"/>
                    <a:pt x="11" y="569"/>
                  </a:cubicBezTo>
                  <a:cubicBezTo>
                    <a:pt x="11" y="656"/>
                    <a:pt x="33" y="744"/>
                    <a:pt x="55" y="820"/>
                  </a:cubicBezTo>
                  <a:cubicBezTo>
                    <a:pt x="120" y="1050"/>
                    <a:pt x="274" y="1236"/>
                    <a:pt x="481" y="1356"/>
                  </a:cubicBezTo>
                  <a:cubicBezTo>
                    <a:pt x="525" y="1378"/>
                    <a:pt x="591" y="1400"/>
                    <a:pt x="645" y="1411"/>
                  </a:cubicBezTo>
                  <a:cubicBezTo>
                    <a:pt x="678" y="1422"/>
                    <a:pt x="711" y="1433"/>
                    <a:pt x="755" y="1433"/>
                  </a:cubicBezTo>
                  <a:lnTo>
                    <a:pt x="842" y="1433"/>
                  </a:lnTo>
                  <a:lnTo>
                    <a:pt x="864" y="1422"/>
                  </a:lnTo>
                  <a:lnTo>
                    <a:pt x="897" y="1389"/>
                  </a:lnTo>
                  <a:lnTo>
                    <a:pt x="897" y="1378"/>
                  </a:lnTo>
                  <a:cubicBezTo>
                    <a:pt x="930" y="1356"/>
                    <a:pt x="952" y="1324"/>
                    <a:pt x="974" y="1291"/>
                  </a:cubicBezTo>
                  <a:cubicBezTo>
                    <a:pt x="1028" y="1236"/>
                    <a:pt x="1072" y="1170"/>
                    <a:pt x="1105" y="1105"/>
                  </a:cubicBezTo>
                  <a:cubicBezTo>
                    <a:pt x="1138" y="1028"/>
                    <a:pt x="1160" y="941"/>
                    <a:pt x="1160" y="842"/>
                  </a:cubicBezTo>
                  <a:cubicBezTo>
                    <a:pt x="1170" y="810"/>
                    <a:pt x="1160" y="766"/>
                    <a:pt x="1149" y="722"/>
                  </a:cubicBezTo>
                  <a:cubicBezTo>
                    <a:pt x="1138" y="678"/>
                    <a:pt x="1127" y="645"/>
                    <a:pt x="1116" y="602"/>
                  </a:cubicBezTo>
                  <a:cubicBezTo>
                    <a:pt x="1094" y="536"/>
                    <a:pt x="1061" y="460"/>
                    <a:pt x="1028" y="394"/>
                  </a:cubicBezTo>
                  <a:cubicBezTo>
                    <a:pt x="1006" y="306"/>
                    <a:pt x="963" y="230"/>
                    <a:pt x="919" y="153"/>
                  </a:cubicBezTo>
                  <a:cubicBezTo>
                    <a:pt x="908" y="142"/>
                    <a:pt x="886" y="120"/>
                    <a:pt x="864" y="110"/>
                  </a:cubicBezTo>
                  <a:cubicBezTo>
                    <a:pt x="842" y="99"/>
                    <a:pt x="842" y="99"/>
                    <a:pt x="831" y="99"/>
                  </a:cubicBezTo>
                  <a:cubicBezTo>
                    <a:pt x="820" y="99"/>
                    <a:pt x="810" y="99"/>
                    <a:pt x="799" y="120"/>
                  </a:cubicBezTo>
                  <a:cubicBezTo>
                    <a:pt x="788" y="131"/>
                    <a:pt x="799" y="131"/>
                    <a:pt x="788" y="131"/>
                  </a:cubicBezTo>
                  <a:cubicBezTo>
                    <a:pt x="777" y="99"/>
                    <a:pt x="777" y="110"/>
                    <a:pt x="766" y="99"/>
                  </a:cubicBezTo>
                  <a:cubicBezTo>
                    <a:pt x="755" y="88"/>
                    <a:pt x="733" y="77"/>
                    <a:pt x="722" y="77"/>
                  </a:cubicBezTo>
                  <a:lnTo>
                    <a:pt x="678" y="77"/>
                  </a:lnTo>
                  <a:cubicBezTo>
                    <a:pt x="667" y="66"/>
                    <a:pt x="645" y="66"/>
                    <a:pt x="635" y="55"/>
                  </a:cubicBezTo>
                  <a:lnTo>
                    <a:pt x="580" y="22"/>
                  </a:lnTo>
                  <a:cubicBezTo>
                    <a:pt x="547" y="11"/>
                    <a:pt x="525" y="0"/>
                    <a:pt x="4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22"/>
            <p:cNvSpPr/>
            <p:nvPr/>
          </p:nvSpPr>
          <p:spPr>
            <a:xfrm>
              <a:off x="7300900" y="177125"/>
              <a:ext cx="21625" cy="10975"/>
            </a:xfrm>
            <a:custGeom>
              <a:avLst/>
              <a:gdLst/>
              <a:ahLst/>
              <a:cxnLst/>
              <a:rect l="l" t="t" r="r" b="b"/>
              <a:pathLst>
                <a:path w="865" h="439" extrusionOk="0">
                  <a:moveTo>
                    <a:pt x="526" y="1"/>
                  </a:moveTo>
                  <a:cubicBezTo>
                    <a:pt x="515" y="1"/>
                    <a:pt x="493" y="12"/>
                    <a:pt x="493" y="12"/>
                  </a:cubicBezTo>
                  <a:cubicBezTo>
                    <a:pt x="471" y="22"/>
                    <a:pt x="460" y="44"/>
                    <a:pt x="449" y="55"/>
                  </a:cubicBezTo>
                  <a:cubicBezTo>
                    <a:pt x="438" y="77"/>
                    <a:pt x="427" y="88"/>
                    <a:pt x="416" y="99"/>
                  </a:cubicBezTo>
                  <a:cubicBezTo>
                    <a:pt x="405" y="121"/>
                    <a:pt x="383" y="132"/>
                    <a:pt x="361" y="132"/>
                  </a:cubicBezTo>
                  <a:lnTo>
                    <a:pt x="318" y="132"/>
                  </a:lnTo>
                  <a:cubicBezTo>
                    <a:pt x="296" y="132"/>
                    <a:pt x="285" y="132"/>
                    <a:pt x="263" y="121"/>
                  </a:cubicBezTo>
                  <a:cubicBezTo>
                    <a:pt x="252" y="121"/>
                    <a:pt x="241" y="110"/>
                    <a:pt x="230" y="99"/>
                  </a:cubicBezTo>
                  <a:lnTo>
                    <a:pt x="154" y="99"/>
                  </a:lnTo>
                  <a:cubicBezTo>
                    <a:pt x="132" y="110"/>
                    <a:pt x="121" y="110"/>
                    <a:pt x="110" y="121"/>
                  </a:cubicBezTo>
                  <a:cubicBezTo>
                    <a:pt x="88" y="132"/>
                    <a:pt x="77" y="143"/>
                    <a:pt x="66" y="154"/>
                  </a:cubicBezTo>
                  <a:cubicBezTo>
                    <a:pt x="55" y="154"/>
                    <a:pt x="44" y="176"/>
                    <a:pt x="33" y="187"/>
                  </a:cubicBezTo>
                  <a:cubicBezTo>
                    <a:pt x="33" y="187"/>
                    <a:pt x="22" y="197"/>
                    <a:pt x="22" y="208"/>
                  </a:cubicBezTo>
                  <a:cubicBezTo>
                    <a:pt x="22" y="219"/>
                    <a:pt x="11" y="219"/>
                    <a:pt x="11" y="230"/>
                  </a:cubicBezTo>
                  <a:cubicBezTo>
                    <a:pt x="11" y="241"/>
                    <a:pt x="1" y="241"/>
                    <a:pt x="1" y="252"/>
                  </a:cubicBezTo>
                  <a:cubicBezTo>
                    <a:pt x="1" y="263"/>
                    <a:pt x="1" y="274"/>
                    <a:pt x="1" y="285"/>
                  </a:cubicBezTo>
                  <a:cubicBezTo>
                    <a:pt x="1" y="296"/>
                    <a:pt x="1" y="307"/>
                    <a:pt x="1" y="318"/>
                  </a:cubicBezTo>
                  <a:cubicBezTo>
                    <a:pt x="1" y="340"/>
                    <a:pt x="11" y="362"/>
                    <a:pt x="11" y="383"/>
                  </a:cubicBezTo>
                  <a:cubicBezTo>
                    <a:pt x="22" y="394"/>
                    <a:pt x="33" y="405"/>
                    <a:pt x="44" y="416"/>
                  </a:cubicBezTo>
                  <a:cubicBezTo>
                    <a:pt x="44" y="416"/>
                    <a:pt x="44" y="427"/>
                    <a:pt x="55" y="438"/>
                  </a:cubicBezTo>
                  <a:lnTo>
                    <a:pt x="77" y="438"/>
                  </a:lnTo>
                  <a:lnTo>
                    <a:pt x="77" y="427"/>
                  </a:lnTo>
                  <a:cubicBezTo>
                    <a:pt x="88" y="416"/>
                    <a:pt x="88" y="416"/>
                    <a:pt x="88" y="416"/>
                  </a:cubicBezTo>
                  <a:cubicBezTo>
                    <a:pt x="88" y="405"/>
                    <a:pt x="88" y="394"/>
                    <a:pt x="99" y="394"/>
                  </a:cubicBezTo>
                  <a:lnTo>
                    <a:pt x="99" y="372"/>
                  </a:lnTo>
                  <a:cubicBezTo>
                    <a:pt x="88" y="362"/>
                    <a:pt x="77" y="351"/>
                    <a:pt x="66" y="340"/>
                  </a:cubicBezTo>
                  <a:cubicBezTo>
                    <a:pt x="55" y="318"/>
                    <a:pt x="55" y="296"/>
                    <a:pt x="44" y="274"/>
                  </a:cubicBezTo>
                  <a:cubicBezTo>
                    <a:pt x="44" y="263"/>
                    <a:pt x="44" y="263"/>
                    <a:pt x="44" y="252"/>
                  </a:cubicBezTo>
                  <a:cubicBezTo>
                    <a:pt x="44" y="241"/>
                    <a:pt x="44" y="241"/>
                    <a:pt x="44" y="230"/>
                  </a:cubicBezTo>
                  <a:cubicBezTo>
                    <a:pt x="55" y="219"/>
                    <a:pt x="55" y="197"/>
                    <a:pt x="66" y="187"/>
                  </a:cubicBezTo>
                  <a:lnTo>
                    <a:pt x="77" y="187"/>
                  </a:lnTo>
                  <a:cubicBezTo>
                    <a:pt x="88" y="154"/>
                    <a:pt x="121" y="132"/>
                    <a:pt x="154" y="132"/>
                  </a:cubicBezTo>
                  <a:cubicBezTo>
                    <a:pt x="176" y="132"/>
                    <a:pt x="197" y="143"/>
                    <a:pt x="219" y="154"/>
                  </a:cubicBezTo>
                  <a:lnTo>
                    <a:pt x="252" y="154"/>
                  </a:lnTo>
                  <a:cubicBezTo>
                    <a:pt x="274" y="154"/>
                    <a:pt x="296" y="165"/>
                    <a:pt x="318" y="165"/>
                  </a:cubicBezTo>
                  <a:cubicBezTo>
                    <a:pt x="340" y="165"/>
                    <a:pt x="361" y="165"/>
                    <a:pt x="383" y="154"/>
                  </a:cubicBezTo>
                  <a:lnTo>
                    <a:pt x="405" y="154"/>
                  </a:lnTo>
                  <a:cubicBezTo>
                    <a:pt x="416" y="154"/>
                    <a:pt x="427" y="143"/>
                    <a:pt x="438" y="132"/>
                  </a:cubicBezTo>
                  <a:cubicBezTo>
                    <a:pt x="449" y="110"/>
                    <a:pt x="449" y="99"/>
                    <a:pt x="460" y="88"/>
                  </a:cubicBezTo>
                  <a:cubicBezTo>
                    <a:pt x="471" y="55"/>
                    <a:pt x="493" y="33"/>
                    <a:pt x="526" y="22"/>
                  </a:cubicBezTo>
                  <a:cubicBezTo>
                    <a:pt x="558" y="22"/>
                    <a:pt x="580" y="22"/>
                    <a:pt x="602" y="44"/>
                  </a:cubicBezTo>
                  <a:cubicBezTo>
                    <a:pt x="635" y="44"/>
                    <a:pt x="657" y="55"/>
                    <a:pt x="668" y="66"/>
                  </a:cubicBezTo>
                  <a:cubicBezTo>
                    <a:pt x="679" y="66"/>
                    <a:pt x="690" y="66"/>
                    <a:pt x="690" y="77"/>
                  </a:cubicBezTo>
                  <a:lnTo>
                    <a:pt x="711" y="88"/>
                  </a:lnTo>
                  <a:cubicBezTo>
                    <a:pt x="722" y="88"/>
                    <a:pt x="722" y="99"/>
                    <a:pt x="733" y="99"/>
                  </a:cubicBezTo>
                  <a:cubicBezTo>
                    <a:pt x="744" y="110"/>
                    <a:pt x="755" y="121"/>
                    <a:pt x="766" y="132"/>
                  </a:cubicBezTo>
                  <a:cubicBezTo>
                    <a:pt x="766" y="143"/>
                    <a:pt x="788" y="143"/>
                    <a:pt x="788" y="154"/>
                  </a:cubicBezTo>
                  <a:cubicBezTo>
                    <a:pt x="810" y="176"/>
                    <a:pt x="821" y="208"/>
                    <a:pt x="832" y="230"/>
                  </a:cubicBezTo>
                  <a:cubicBezTo>
                    <a:pt x="843" y="230"/>
                    <a:pt x="843" y="252"/>
                    <a:pt x="854" y="252"/>
                  </a:cubicBezTo>
                  <a:cubicBezTo>
                    <a:pt x="865" y="241"/>
                    <a:pt x="854" y="219"/>
                    <a:pt x="843" y="197"/>
                  </a:cubicBezTo>
                  <a:cubicBezTo>
                    <a:pt x="832" y="176"/>
                    <a:pt x="821" y="165"/>
                    <a:pt x="810" y="154"/>
                  </a:cubicBezTo>
                  <a:cubicBezTo>
                    <a:pt x="810" y="132"/>
                    <a:pt x="788" y="121"/>
                    <a:pt x="766" y="99"/>
                  </a:cubicBezTo>
                  <a:cubicBezTo>
                    <a:pt x="744" y="88"/>
                    <a:pt x="722" y="66"/>
                    <a:pt x="701" y="55"/>
                  </a:cubicBezTo>
                  <a:cubicBezTo>
                    <a:pt x="668" y="33"/>
                    <a:pt x="646" y="22"/>
                    <a:pt x="613" y="12"/>
                  </a:cubicBezTo>
                  <a:lnTo>
                    <a:pt x="58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02" name="Google Shape;3202;p22"/>
          <p:cNvSpPr/>
          <p:nvPr/>
        </p:nvSpPr>
        <p:spPr>
          <a:xfrm rot="-9237154" flipH="1">
            <a:off x="7361094" y="243086"/>
            <a:ext cx="25" cy="25"/>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22"/>
          <p:cNvSpPr/>
          <p:nvPr/>
        </p:nvSpPr>
        <p:spPr>
          <a:xfrm rot="-9237154" flipH="1">
            <a:off x="7356364" y="227240"/>
            <a:ext cx="30124" cy="21824"/>
          </a:xfrm>
          <a:custGeom>
            <a:avLst/>
            <a:gdLst/>
            <a:ahLst/>
            <a:cxnLst/>
            <a:rect l="l" t="t" r="r" b="b"/>
            <a:pathLst>
              <a:path w="1205" h="873" extrusionOk="0">
                <a:moveTo>
                  <a:pt x="592" y="99"/>
                </a:moveTo>
                <a:cubicBezTo>
                  <a:pt x="613" y="99"/>
                  <a:pt x="635" y="99"/>
                  <a:pt x="635" y="121"/>
                </a:cubicBezTo>
                <a:cubicBezTo>
                  <a:pt x="635" y="125"/>
                  <a:pt x="634" y="126"/>
                  <a:pt x="632" y="126"/>
                </a:cubicBezTo>
                <a:cubicBezTo>
                  <a:pt x="628" y="126"/>
                  <a:pt x="621" y="121"/>
                  <a:pt x="613" y="121"/>
                </a:cubicBezTo>
                <a:cubicBezTo>
                  <a:pt x="602" y="116"/>
                  <a:pt x="592" y="113"/>
                  <a:pt x="581" y="113"/>
                </a:cubicBezTo>
                <a:cubicBezTo>
                  <a:pt x="570" y="113"/>
                  <a:pt x="559" y="116"/>
                  <a:pt x="548" y="121"/>
                </a:cubicBezTo>
                <a:lnTo>
                  <a:pt x="526" y="121"/>
                </a:lnTo>
                <a:cubicBezTo>
                  <a:pt x="592" y="132"/>
                  <a:pt x="657" y="143"/>
                  <a:pt x="723" y="154"/>
                </a:cubicBezTo>
                <a:lnTo>
                  <a:pt x="788" y="176"/>
                </a:lnTo>
                <a:cubicBezTo>
                  <a:pt x="821" y="187"/>
                  <a:pt x="843" y="198"/>
                  <a:pt x="865" y="209"/>
                </a:cubicBezTo>
                <a:cubicBezTo>
                  <a:pt x="887" y="220"/>
                  <a:pt x="898" y="231"/>
                  <a:pt x="909" y="252"/>
                </a:cubicBezTo>
                <a:cubicBezTo>
                  <a:pt x="909" y="252"/>
                  <a:pt x="942" y="274"/>
                  <a:pt x="942" y="274"/>
                </a:cubicBezTo>
                <a:cubicBezTo>
                  <a:pt x="963" y="296"/>
                  <a:pt x="974" y="307"/>
                  <a:pt x="985" y="329"/>
                </a:cubicBezTo>
                <a:cubicBezTo>
                  <a:pt x="996" y="340"/>
                  <a:pt x="996" y="351"/>
                  <a:pt x="1007" y="362"/>
                </a:cubicBezTo>
                <a:cubicBezTo>
                  <a:pt x="1018" y="395"/>
                  <a:pt x="1029" y="438"/>
                  <a:pt x="1040" y="460"/>
                </a:cubicBezTo>
                <a:lnTo>
                  <a:pt x="1051" y="493"/>
                </a:lnTo>
                <a:cubicBezTo>
                  <a:pt x="1051" y="504"/>
                  <a:pt x="1051" y="515"/>
                  <a:pt x="1051" y="515"/>
                </a:cubicBezTo>
                <a:cubicBezTo>
                  <a:pt x="1084" y="592"/>
                  <a:pt x="1095" y="559"/>
                  <a:pt x="1051" y="602"/>
                </a:cubicBezTo>
                <a:cubicBezTo>
                  <a:pt x="1029" y="635"/>
                  <a:pt x="996" y="668"/>
                  <a:pt x="952" y="701"/>
                </a:cubicBezTo>
                <a:cubicBezTo>
                  <a:pt x="931" y="712"/>
                  <a:pt x="909" y="734"/>
                  <a:pt x="876" y="745"/>
                </a:cubicBezTo>
                <a:cubicBezTo>
                  <a:pt x="821" y="756"/>
                  <a:pt x="767" y="767"/>
                  <a:pt x="712" y="777"/>
                </a:cubicBezTo>
                <a:lnTo>
                  <a:pt x="624" y="777"/>
                </a:lnTo>
                <a:lnTo>
                  <a:pt x="570" y="767"/>
                </a:lnTo>
                <a:cubicBezTo>
                  <a:pt x="548" y="767"/>
                  <a:pt x="526" y="756"/>
                  <a:pt x="493" y="756"/>
                </a:cubicBezTo>
                <a:cubicBezTo>
                  <a:pt x="460" y="745"/>
                  <a:pt x="427" y="734"/>
                  <a:pt x="395" y="723"/>
                </a:cubicBezTo>
                <a:cubicBezTo>
                  <a:pt x="384" y="723"/>
                  <a:pt x="362" y="723"/>
                  <a:pt x="351" y="712"/>
                </a:cubicBezTo>
                <a:cubicBezTo>
                  <a:pt x="329" y="712"/>
                  <a:pt x="318" y="701"/>
                  <a:pt x="296" y="690"/>
                </a:cubicBezTo>
                <a:lnTo>
                  <a:pt x="285" y="679"/>
                </a:lnTo>
                <a:cubicBezTo>
                  <a:pt x="274" y="679"/>
                  <a:pt x="263" y="668"/>
                  <a:pt x="263" y="668"/>
                </a:cubicBezTo>
                <a:cubicBezTo>
                  <a:pt x="263" y="668"/>
                  <a:pt x="263" y="657"/>
                  <a:pt x="252" y="646"/>
                </a:cubicBezTo>
                <a:lnTo>
                  <a:pt x="242" y="635"/>
                </a:lnTo>
                <a:cubicBezTo>
                  <a:pt x="231" y="624"/>
                  <a:pt x="220" y="613"/>
                  <a:pt x="220" y="613"/>
                </a:cubicBezTo>
                <a:cubicBezTo>
                  <a:pt x="198" y="602"/>
                  <a:pt x="176" y="592"/>
                  <a:pt x="165" y="570"/>
                </a:cubicBezTo>
                <a:cubicBezTo>
                  <a:pt x="132" y="537"/>
                  <a:pt x="110" y="504"/>
                  <a:pt x="99" y="471"/>
                </a:cubicBezTo>
                <a:cubicBezTo>
                  <a:pt x="88" y="417"/>
                  <a:pt x="110" y="362"/>
                  <a:pt x="143" y="318"/>
                </a:cubicBezTo>
                <a:cubicBezTo>
                  <a:pt x="154" y="307"/>
                  <a:pt x="176" y="296"/>
                  <a:pt x="187" y="274"/>
                </a:cubicBezTo>
                <a:cubicBezTo>
                  <a:pt x="198" y="263"/>
                  <a:pt x="209" y="263"/>
                  <a:pt x="242" y="242"/>
                </a:cubicBezTo>
                <a:cubicBezTo>
                  <a:pt x="274" y="231"/>
                  <a:pt x="307" y="220"/>
                  <a:pt x="329" y="187"/>
                </a:cubicBezTo>
                <a:cubicBezTo>
                  <a:pt x="340" y="165"/>
                  <a:pt x="351" y="143"/>
                  <a:pt x="351" y="121"/>
                </a:cubicBezTo>
                <a:cubicBezTo>
                  <a:pt x="362" y="121"/>
                  <a:pt x="362" y="132"/>
                  <a:pt x="373" y="132"/>
                </a:cubicBezTo>
                <a:cubicBezTo>
                  <a:pt x="378" y="127"/>
                  <a:pt x="386" y="124"/>
                  <a:pt x="395" y="124"/>
                </a:cubicBezTo>
                <a:cubicBezTo>
                  <a:pt x="403" y="124"/>
                  <a:pt x="411" y="127"/>
                  <a:pt x="417" y="132"/>
                </a:cubicBezTo>
                <a:lnTo>
                  <a:pt x="438" y="132"/>
                </a:lnTo>
                <a:cubicBezTo>
                  <a:pt x="460" y="121"/>
                  <a:pt x="482" y="110"/>
                  <a:pt x="504" y="99"/>
                </a:cubicBezTo>
                <a:close/>
                <a:moveTo>
                  <a:pt x="395" y="1"/>
                </a:moveTo>
                <a:cubicBezTo>
                  <a:pt x="373" y="1"/>
                  <a:pt x="362" y="1"/>
                  <a:pt x="340" y="12"/>
                </a:cubicBezTo>
                <a:cubicBezTo>
                  <a:pt x="329" y="23"/>
                  <a:pt x="318" y="23"/>
                  <a:pt x="318" y="34"/>
                </a:cubicBezTo>
                <a:cubicBezTo>
                  <a:pt x="307" y="45"/>
                  <a:pt x="307" y="56"/>
                  <a:pt x="318" y="67"/>
                </a:cubicBezTo>
                <a:lnTo>
                  <a:pt x="318" y="77"/>
                </a:lnTo>
                <a:lnTo>
                  <a:pt x="285" y="77"/>
                </a:lnTo>
                <a:cubicBezTo>
                  <a:pt x="274" y="77"/>
                  <a:pt x="263" y="88"/>
                  <a:pt x="252" y="99"/>
                </a:cubicBezTo>
                <a:lnTo>
                  <a:pt x="242" y="121"/>
                </a:lnTo>
                <a:lnTo>
                  <a:pt x="209" y="143"/>
                </a:lnTo>
                <a:lnTo>
                  <a:pt x="165" y="165"/>
                </a:lnTo>
                <a:cubicBezTo>
                  <a:pt x="143" y="176"/>
                  <a:pt x="132" y="187"/>
                  <a:pt x="110" y="209"/>
                </a:cubicBezTo>
                <a:cubicBezTo>
                  <a:pt x="88" y="231"/>
                  <a:pt x="77" y="263"/>
                  <a:pt x="67" y="285"/>
                </a:cubicBezTo>
                <a:cubicBezTo>
                  <a:pt x="45" y="307"/>
                  <a:pt x="34" y="340"/>
                  <a:pt x="23" y="373"/>
                </a:cubicBezTo>
                <a:cubicBezTo>
                  <a:pt x="1" y="427"/>
                  <a:pt x="12" y="493"/>
                  <a:pt x="45" y="537"/>
                </a:cubicBezTo>
                <a:cubicBezTo>
                  <a:pt x="99" y="635"/>
                  <a:pt x="176" y="712"/>
                  <a:pt x="274" y="767"/>
                </a:cubicBezTo>
                <a:cubicBezTo>
                  <a:pt x="329" y="799"/>
                  <a:pt x="395" y="821"/>
                  <a:pt x="460" y="843"/>
                </a:cubicBezTo>
                <a:cubicBezTo>
                  <a:pt x="524" y="863"/>
                  <a:pt x="592" y="873"/>
                  <a:pt x="659" y="873"/>
                </a:cubicBezTo>
                <a:cubicBezTo>
                  <a:pt x="775" y="873"/>
                  <a:pt x="892" y="844"/>
                  <a:pt x="996" y="788"/>
                </a:cubicBezTo>
                <a:cubicBezTo>
                  <a:pt x="1029" y="767"/>
                  <a:pt x="1073" y="745"/>
                  <a:pt x="1106" y="712"/>
                </a:cubicBezTo>
                <a:cubicBezTo>
                  <a:pt x="1127" y="690"/>
                  <a:pt x="1149" y="668"/>
                  <a:pt x="1160" y="646"/>
                </a:cubicBezTo>
                <a:lnTo>
                  <a:pt x="1193" y="602"/>
                </a:lnTo>
                <a:lnTo>
                  <a:pt x="1204" y="592"/>
                </a:lnTo>
                <a:lnTo>
                  <a:pt x="1204" y="570"/>
                </a:lnTo>
                <a:cubicBezTo>
                  <a:pt x="1182" y="570"/>
                  <a:pt x="1182" y="559"/>
                  <a:pt x="1182" y="548"/>
                </a:cubicBezTo>
                <a:lnTo>
                  <a:pt x="1182" y="537"/>
                </a:lnTo>
                <a:cubicBezTo>
                  <a:pt x="1171" y="504"/>
                  <a:pt x="1171" y="482"/>
                  <a:pt x="1160" y="449"/>
                </a:cubicBezTo>
                <a:cubicBezTo>
                  <a:pt x="1138" y="395"/>
                  <a:pt x="1117" y="340"/>
                  <a:pt x="1084" y="285"/>
                </a:cubicBezTo>
                <a:cubicBezTo>
                  <a:pt x="1051" y="231"/>
                  <a:pt x="1007" y="176"/>
                  <a:pt x="952" y="132"/>
                </a:cubicBezTo>
                <a:cubicBezTo>
                  <a:pt x="843" y="77"/>
                  <a:pt x="723" y="34"/>
                  <a:pt x="602" y="23"/>
                </a:cubicBezTo>
                <a:cubicBezTo>
                  <a:pt x="526" y="12"/>
                  <a:pt x="460" y="1"/>
                  <a:pt x="3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22"/>
          <p:cNvSpPr/>
          <p:nvPr/>
        </p:nvSpPr>
        <p:spPr>
          <a:xfrm rot="-9237154" flipH="1">
            <a:off x="7439057" y="152316"/>
            <a:ext cx="10150" cy="15524"/>
          </a:xfrm>
          <a:custGeom>
            <a:avLst/>
            <a:gdLst/>
            <a:ahLst/>
            <a:cxnLst/>
            <a:rect l="l" t="t" r="r" b="b"/>
            <a:pathLst>
              <a:path w="406" h="621" extrusionOk="0">
                <a:moveTo>
                  <a:pt x="274" y="0"/>
                </a:moveTo>
                <a:cubicBezTo>
                  <a:pt x="252" y="11"/>
                  <a:pt x="230" y="11"/>
                  <a:pt x="208" y="22"/>
                </a:cubicBezTo>
                <a:cubicBezTo>
                  <a:pt x="186" y="33"/>
                  <a:pt x="165" y="55"/>
                  <a:pt x="143" y="66"/>
                </a:cubicBezTo>
                <a:lnTo>
                  <a:pt x="132" y="88"/>
                </a:lnTo>
                <a:cubicBezTo>
                  <a:pt x="121" y="88"/>
                  <a:pt x="110" y="99"/>
                  <a:pt x="99" y="110"/>
                </a:cubicBezTo>
                <a:cubicBezTo>
                  <a:pt x="99" y="120"/>
                  <a:pt x="88" y="131"/>
                  <a:pt x="88" y="142"/>
                </a:cubicBezTo>
                <a:cubicBezTo>
                  <a:pt x="88" y="153"/>
                  <a:pt x="99" y="164"/>
                  <a:pt x="99" y="186"/>
                </a:cubicBezTo>
                <a:lnTo>
                  <a:pt x="121" y="230"/>
                </a:lnTo>
                <a:cubicBezTo>
                  <a:pt x="121" y="241"/>
                  <a:pt x="121" y="263"/>
                  <a:pt x="121" y="274"/>
                </a:cubicBezTo>
                <a:lnTo>
                  <a:pt x="121" y="285"/>
                </a:lnTo>
                <a:lnTo>
                  <a:pt x="121" y="295"/>
                </a:lnTo>
                <a:cubicBezTo>
                  <a:pt x="110" y="295"/>
                  <a:pt x="110" y="295"/>
                  <a:pt x="110" y="306"/>
                </a:cubicBezTo>
                <a:cubicBezTo>
                  <a:pt x="99" y="317"/>
                  <a:pt x="77" y="328"/>
                  <a:pt x="66" y="339"/>
                </a:cubicBezTo>
                <a:cubicBezTo>
                  <a:pt x="55" y="339"/>
                  <a:pt x="55" y="339"/>
                  <a:pt x="44" y="350"/>
                </a:cubicBezTo>
                <a:cubicBezTo>
                  <a:pt x="33" y="350"/>
                  <a:pt x="33" y="361"/>
                  <a:pt x="22" y="372"/>
                </a:cubicBezTo>
                <a:cubicBezTo>
                  <a:pt x="11" y="372"/>
                  <a:pt x="11" y="383"/>
                  <a:pt x="11" y="394"/>
                </a:cubicBezTo>
                <a:cubicBezTo>
                  <a:pt x="1" y="405"/>
                  <a:pt x="1" y="427"/>
                  <a:pt x="1" y="438"/>
                </a:cubicBezTo>
                <a:cubicBezTo>
                  <a:pt x="1" y="449"/>
                  <a:pt x="1" y="460"/>
                  <a:pt x="1" y="470"/>
                </a:cubicBezTo>
                <a:cubicBezTo>
                  <a:pt x="1" y="481"/>
                  <a:pt x="1" y="492"/>
                  <a:pt x="11" y="514"/>
                </a:cubicBezTo>
                <a:cubicBezTo>
                  <a:pt x="11" y="514"/>
                  <a:pt x="11" y="514"/>
                  <a:pt x="22" y="525"/>
                </a:cubicBezTo>
                <a:lnTo>
                  <a:pt x="33" y="547"/>
                </a:lnTo>
                <a:cubicBezTo>
                  <a:pt x="33" y="547"/>
                  <a:pt x="33" y="558"/>
                  <a:pt x="44" y="558"/>
                </a:cubicBezTo>
                <a:cubicBezTo>
                  <a:pt x="44" y="569"/>
                  <a:pt x="55" y="569"/>
                  <a:pt x="66" y="580"/>
                </a:cubicBezTo>
                <a:lnTo>
                  <a:pt x="77" y="591"/>
                </a:lnTo>
                <a:cubicBezTo>
                  <a:pt x="99" y="591"/>
                  <a:pt x="110" y="602"/>
                  <a:pt x="132" y="613"/>
                </a:cubicBezTo>
                <a:lnTo>
                  <a:pt x="176" y="613"/>
                </a:lnTo>
                <a:cubicBezTo>
                  <a:pt x="181" y="618"/>
                  <a:pt x="184" y="621"/>
                  <a:pt x="186" y="621"/>
                </a:cubicBezTo>
                <a:cubicBezTo>
                  <a:pt x="189" y="621"/>
                  <a:pt x="192" y="618"/>
                  <a:pt x="197" y="613"/>
                </a:cubicBezTo>
                <a:lnTo>
                  <a:pt x="186" y="580"/>
                </a:lnTo>
                <a:cubicBezTo>
                  <a:pt x="176" y="580"/>
                  <a:pt x="186" y="569"/>
                  <a:pt x="186" y="569"/>
                </a:cubicBezTo>
                <a:cubicBezTo>
                  <a:pt x="186" y="558"/>
                  <a:pt x="186" y="558"/>
                  <a:pt x="176" y="547"/>
                </a:cubicBezTo>
                <a:lnTo>
                  <a:pt x="165" y="547"/>
                </a:lnTo>
                <a:cubicBezTo>
                  <a:pt x="154" y="553"/>
                  <a:pt x="145" y="555"/>
                  <a:pt x="139" y="555"/>
                </a:cubicBezTo>
                <a:cubicBezTo>
                  <a:pt x="132" y="555"/>
                  <a:pt x="126" y="553"/>
                  <a:pt x="121" y="547"/>
                </a:cubicBezTo>
                <a:cubicBezTo>
                  <a:pt x="110" y="547"/>
                  <a:pt x="88" y="547"/>
                  <a:pt x="77" y="536"/>
                </a:cubicBezTo>
                <a:cubicBezTo>
                  <a:pt x="66" y="536"/>
                  <a:pt x="66" y="536"/>
                  <a:pt x="66" y="525"/>
                </a:cubicBezTo>
                <a:lnTo>
                  <a:pt x="44" y="514"/>
                </a:lnTo>
                <a:cubicBezTo>
                  <a:pt x="33" y="514"/>
                  <a:pt x="33" y="503"/>
                  <a:pt x="22" y="492"/>
                </a:cubicBezTo>
                <a:lnTo>
                  <a:pt x="22" y="481"/>
                </a:lnTo>
                <a:cubicBezTo>
                  <a:pt x="11" y="460"/>
                  <a:pt x="11" y="427"/>
                  <a:pt x="22" y="405"/>
                </a:cubicBezTo>
                <a:cubicBezTo>
                  <a:pt x="33" y="394"/>
                  <a:pt x="55" y="383"/>
                  <a:pt x="66" y="372"/>
                </a:cubicBezTo>
                <a:cubicBezTo>
                  <a:pt x="66" y="361"/>
                  <a:pt x="77" y="361"/>
                  <a:pt x="77" y="350"/>
                </a:cubicBezTo>
                <a:cubicBezTo>
                  <a:pt x="88" y="339"/>
                  <a:pt x="110" y="328"/>
                  <a:pt x="121" y="317"/>
                </a:cubicBezTo>
                <a:cubicBezTo>
                  <a:pt x="132" y="306"/>
                  <a:pt x="132" y="285"/>
                  <a:pt x="143" y="274"/>
                </a:cubicBezTo>
                <a:cubicBezTo>
                  <a:pt x="143" y="274"/>
                  <a:pt x="143" y="263"/>
                  <a:pt x="143" y="263"/>
                </a:cubicBezTo>
                <a:cubicBezTo>
                  <a:pt x="143" y="252"/>
                  <a:pt x="143" y="241"/>
                  <a:pt x="143" y="230"/>
                </a:cubicBezTo>
                <a:cubicBezTo>
                  <a:pt x="132" y="208"/>
                  <a:pt x="121" y="197"/>
                  <a:pt x="121" y="186"/>
                </a:cubicBezTo>
                <a:cubicBezTo>
                  <a:pt x="110" y="164"/>
                  <a:pt x="110" y="142"/>
                  <a:pt x="121" y="120"/>
                </a:cubicBezTo>
                <a:cubicBezTo>
                  <a:pt x="121" y="99"/>
                  <a:pt x="143" y="88"/>
                  <a:pt x="165" y="77"/>
                </a:cubicBezTo>
                <a:cubicBezTo>
                  <a:pt x="176" y="55"/>
                  <a:pt x="186" y="44"/>
                  <a:pt x="208" y="44"/>
                </a:cubicBezTo>
                <a:lnTo>
                  <a:pt x="219" y="33"/>
                </a:lnTo>
                <a:lnTo>
                  <a:pt x="241" y="33"/>
                </a:lnTo>
                <a:lnTo>
                  <a:pt x="252" y="22"/>
                </a:lnTo>
                <a:cubicBezTo>
                  <a:pt x="263" y="22"/>
                  <a:pt x="274" y="11"/>
                  <a:pt x="296" y="11"/>
                </a:cubicBezTo>
                <a:lnTo>
                  <a:pt x="405" y="11"/>
                </a:lnTo>
                <a:cubicBezTo>
                  <a:pt x="405" y="11"/>
                  <a:pt x="383" y="0"/>
                  <a:pt x="3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5" name="Google Shape;3205;p22"/>
          <p:cNvGrpSpPr/>
          <p:nvPr/>
        </p:nvGrpSpPr>
        <p:grpSpPr>
          <a:xfrm rot="-9237154">
            <a:off x="6982003" y="242494"/>
            <a:ext cx="40749" cy="29849"/>
            <a:chOff x="923425" y="4869400"/>
            <a:chExt cx="40750" cy="29850"/>
          </a:xfrm>
        </p:grpSpPr>
        <p:sp>
          <p:nvSpPr>
            <p:cNvPr id="3206" name="Google Shape;3206;p22"/>
            <p:cNvSpPr/>
            <p:nvPr/>
          </p:nvSpPr>
          <p:spPr>
            <a:xfrm flipH="1">
              <a:off x="953500" y="4871875"/>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22"/>
            <p:cNvSpPr/>
            <p:nvPr/>
          </p:nvSpPr>
          <p:spPr>
            <a:xfrm flipH="1">
              <a:off x="923425" y="4869400"/>
              <a:ext cx="40750" cy="29850"/>
            </a:xfrm>
            <a:custGeom>
              <a:avLst/>
              <a:gdLst/>
              <a:ahLst/>
              <a:cxnLst/>
              <a:rect l="l" t="t" r="r" b="b"/>
              <a:pathLst>
                <a:path w="1630" h="1194" extrusionOk="0">
                  <a:moveTo>
                    <a:pt x="799" y="132"/>
                  </a:moveTo>
                  <a:cubicBezTo>
                    <a:pt x="820" y="132"/>
                    <a:pt x="853" y="132"/>
                    <a:pt x="853" y="154"/>
                  </a:cubicBezTo>
                  <a:cubicBezTo>
                    <a:pt x="853" y="162"/>
                    <a:pt x="852" y="164"/>
                    <a:pt x="849" y="164"/>
                  </a:cubicBezTo>
                  <a:cubicBezTo>
                    <a:pt x="847" y="164"/>
                    <a:pt x="843" y="162"/>
                    <a:pt x="839" y="162"/>
                  </a:cubicBezTo>
                  <a:cubicBezTo>
                    <a:pt x="836" y="162"/>
                    <a:pt x="834" y="163"/>
                    <a:pt x="831" y="165"/>
                  </a:cubicBezTo>
                  <a:cubicBezTo>
                    <a:pt x="799" y="154"/>
                    <a:pt x="766" y="154"/>
                    <a:pt x="733" y="154"/>
                  </a:cubicBezTo>
                  <a:lnTo>
                    <a:pt x="700" y="154"/>
                  </a:lnTo>
                  <a:cubicBezTo>
                    <a:pt x="689" y="154"/>
                    <a:pt x="667" y="154"/>
                    <a:pt x="656" y="165"/>
                  </a:cubicBezTo>
                  <a:lnTo>
                    <a:pt x="700" y="165"/>
                  </a:lnTo>
                  <a:cubicBezTo>
                    <a:pt x="799" y="176"/>
                    <a:pt x="886" y="187"/>
                    <a:pt x="974" y="209"/>
                  </a:cubicBezTo>
                  <a:lnTo>
                    <a:pt x="1061" y="242"/>
                  </a:lnTo>
                  <a:cubicBezTo>
                    <a:pt x="1105" y="242"/>
                    <a:pt x="1138" y="263"/>
                    <a:pt x="1170" y="285"/>
                  </a:cubicBezTo>
                  <a:cubicBezTo>
                    <a:pt x="1192" y="296"/>
                    <a:pt x="1214" y="318"/>
                    <a:pt x="1225" y="329"/>
                  </a:cubicBezTo>
                  <a:cubicBezTo>
                    <a:pt x="1225" y="329"/>
                    <a:pt x="1269" y="373"/>
                    <a:pt x="1280" y="373"/>
                  </a:cubicBezTo>
                  <a:cubicBezTo>
                    <a:pt x="1291" y="395"/>
                    <a:pt x="1313" y="417"/>
                    <a:pt x="1334" y="438"/>
                  </a:cubicBezTo>
                  <a:cubicBezTo>
                    <a:pt x="1345" y="460"/>
                    <a:pt x="1345" y="471"/>
                    <a:pt x="1356" y="493"/>
                  </a:cubicBezTo>
                  <a:cubicBezTo>
                    <a:pt x="1367" y="526"/>
                    <a:pt x="1389" y="592"/>
                    <a:pt x="1411" y="635"/>
                  </a:cubicBezTo>
                  <a:lnTo>
                    <a:pt x="1422" y="679"/>
                  </a:lnTo>
                  <a:cubicBezTo>
                    <a:pt x="1422" y="679"/>
                    <a:pt x="1422" y="690"/>
                    <a:pt x="1433" y="701"/>
                  </a:cubicBezTo>
                  <a:cubicBezTo>
                    <a:pt x="1466" y="810"/>
                    <a:pt x="1488" y="756"/>
                    <a:pt x="1433" y="821"/>
                  </a:cubicBezTo>
                  <a:cubicBezTo>
                    <a:pt x="1389" y="876"/>
                    <a:pt x="1345" y="909"/>
                    <a:pt x="1302" y="942"/>
                  </a:cubicBezTo>
                  <a:cubicBezTo>
                    <a:pt x="1258" y="974"/>
                    <a:pt x="1225" y="996"/>
                    <a:pt x="1181" y="1007"/>
                  </a:cubicBezTo>
                  <a:cubicBezTo>
                    <a:pt x="1116" y="1029"/>
                    <a:pt x="1039" y="1051"/>
                    <a:pt x="963" y="1051"/>
                  </a:cubicBezTo>
                  <a:lnTo>
                    <a:pt x="853" y="1051"/>
                  </a:lnTo>
                  <a:lnTo>
                    <a:pt x="766" y="1040"/>
                  </a:lnTo>
                  <a:cubicBezTo>
                    <a:pt x="733" y="1040"/>
                    <a:pt x="711" y="1040"/>
                    <a:pt x="667" y="1029"/>
                  </a:cubicBezTo>
                  <a:cubicBezTo>
                    <a:pt x="624" y="1018"/>
                    <a:pt x="580" y="996"/>
                    <a:pt x="536" y="985"/>
                  </a:cubicBezTo>
                  <a:cubicBezTo>
                    <a:pt x="514" y="985"/>
                    <a:pt x="492" y="974"/>
                    <a:pt x="470" y="974"/>
                  </a:cubicBezTo>
                  <a:cubicBezTo>
                    <a:pt x="449" y="963"/>
                    <a:pt x="427" y="952"/>
                    <a:pt x="405" y="942"/>
                  </a:cubicBezTo>
                  <a:cubicBezTo>
                    <a:pt x="394" y="931"/>
                    <a:pt x="383" y="931"/>
                    <a:pt x="383" y="920"/>
                  </a:cubicBezTo>
                  <a:cubicBezTo>
                    <a:pt x="372" y="920"/>
                    <a:pt x="361" y="909"/>
                    <a:pt x="350" y="898"/>
                  </a:cubicBezTo>
                  <a:cubicBezTo>
                    <a:pt x="350" y="898"/>
                    <a:pt x="339" y="887"/>
                    <a:pt x="339" y="887"/>
                  </a:cubicBezTo>
                  <a:lnTo>
                    <a:pt x="317" y="854"/>
                  </a:lnTo>
                  <a:cubicBezTo>
                    <a:pt x="306" y="843"/>
                    <a:pt x="295" y="843"/>
                    <a:pt x="285" y="832"/>
                  </a:cubicBezTo>
                  <a:cubicBezTo>
                    <a:pt x="252" y="821"/>
                    <a:pt x="230" y="799"/>
                    <a:pt x="208" y="777"/>
                  </a:cubicBezTo>
                  <a:cubicBezTo>
                    <a:pt x="175" y="734"/>
                    <a:pt x="142" y="690"/>
                    <a:pt x="131" y="635"/>
                  </a:cubicBezTo>
                  <a:cubicBezTo>
                    <a:pt x="110" y="559"/>
                    <a:pt x="142" y="482"/>
                    <a:pt x="197" y="427"/>
                  </a:cubicBezTo>
                  <a:cubicBezTo>
                    <a:pt x="208" y="406"/>
                    <a:pt x="230" y="395"/>
                    <a:pt x="252" y="373"/>
                  </a:cubicBezTo>
                  <a:cubicBezTo>
                    <a:pt x="263" y="351"/>
                    <a:pt x="274" y="351"/>
                    <a:pt x="317" y="329"/>
                  </a:cubicBezTo>
                  <a:lnTo>
                    <a:pt x="372" y="307"/>
                  </a:lnTo>
                  <a:cubicBezTo>
                    <a:pt x="394" y="296"/>
                    <a:pt x="416" y="274"/>
                    <a:pt x="438" y="252"/>
                  </a:cubicBezTo>
                  <a:cubicBezTo>
                    <a:pt x="449" y="231"/>
                    <a:pt x="460" y="209"/>
                    <a:pt x="470" y="187"/>
                  </a:cubicBezTo>
                  <a:lnTo>
                    <a:pt x="470" y="154"/>
                  </a:lnTo>
                  <a:cubicBezTo>
                    <a:pt x="481" y="165"/>
                    <a:pt x="492" y="165"/>
                    <a:pt x="503" y="165"/>
                  </a:cubicBezTo>
                  <a:lnTo>
                    <a:pt x="591" y="165"/>
                  </a:lnTo>
                  <a:cubicBezTo>
                    <a:pt x="613" y="154"/>
                    <a:pt x="645" y="143"/>
                    <a:pt x="678" y="132"/>
                  </a:cubicBezTo>
                  <a:close/>
                  <a:moveTo>
                    <a:pt x="525" y="1"/>
                  </a:moveTo>
                  <a:cubicBezTo>
                    <a:pt x="503" y="1"/>
                    <a:pt x="470" y="12"/>
                    <a:pt x="449" y="23"/>
                  </a:cubicBezTo>
                  <a:cubicBezTo>
                    <a:pt x="438" y="34"/>
                    <a:pt x="427" y="34"/>
                    <a:pt x="416" y="45"/>
                  </a:cubicBezTo>
                  <a:cubicBezTo>
                    <a:pt x="416" y="56"/>
                    <a:pt x="416" y="67"/>
                    <a:pt x="416" y="88"/>
                  </a:cubicBezTo>
                  <a:cubicBezTo>
                    <a:pt x="427" y="88"/>
                    <a:pt x="427" y="99"/>
                    <a:pt x="427" y="99"/>
                  </a:cubicBezTo>
                  <a:lnTo>
                    <a:pt x="383" y="99"/>
                  </a:lnTo>
                  <a:cubicBezTo>
                    <a:pt x="361" y="110"/>
                    <a:pt x="350" y="121"/>
                    <a:pt x="328" y="132"/>
                  </a:cubicBezTo>
                  <a:lnTo>
                    <a:pt x="317" y="165"/>
                  </a:lnTo>
                  <a:cubicBezTo>
                    <a:pt x="306" y="176"/>
                    <a:pt x="285" y="187"/>
                    <a:pt x="274" y="187"/>
                  </a:cubicBezTo>
                  <a:lnTo>
                    <a:pt x="208" y="231"/>
                  </a:lnTo>
                  <a:cubicBezTo>
                    <a:pt x="186" y="242"/>
                    <a:pt x="164" y="263"/>
                    <a:pt x="142" y="285"/>
                  </a:cubicBezTo>
                  <a:cubicBezTo>
                    <a:pt x="120" y="318"/>
                    <a:pt x="99" y="351"/>
                    <a:pt x="77" y="384"/>
                  </a:cubicBezTo>
                  <a:cubicBezTo>
                    <a:pt x="55" y="427"/>
                    <a:pt x="33" y="471"/>
                    <a:pt x="22" y="515"/>
                  </a:cubicBezTo>
                  <a:cubicBezTo>
                    <a:pt x="0" y="592"/>
                    <a:pt x="0" y="668"/>
                    <a:pt x="44" y="734"/>
                  </a:cubicBezTo>
                  <a:cubicBezTo>
                    <a:pt x="120" y="865"/>
                    <a:pt x="230" y="974"/>
                    <a:pt x="361" y="1051"/>
                  </a:cubicBezTo>
                  <a:cubicBezTo>
                    <a:pt x="438" y="1095"/>
                    <a:pt x="525" y="1127"/>
                    <a:pt x="613" y="1149"/>
                  </a:cubicBezTo>
                  <a:cubicBezTo>
                    <a:pt x="706" y="1179"/>
                    <a:pt x="803" y="1194"/>
                    <a:pt x="899" y="1194"/>
                  </a:cubicBezTo>
                  <a:cubicBezTo>
                    <a:pt x="1051" y="1194"/>
                    <a:pt x="1201" y="1157"/>
                    <a:pt x="1334" y="1084"/>
                  </a:cubicBezTo>
                  <a:cubicBezTo>
                    <a:pt x="1400" y="1051"/>
                    <a:pt x="1444" y="1018"/>
                    <a:pt x="1488" y="974"/>
                  </a:cubicBezTo>
                  <a:cubicBezTo>
                    <a:pt x="1520" y="942"/>
                    <a:pt x="1553" y="920"/>
                    <a:pt x="1575" y="887"/>
                  </a:cubicBezTo>
                  <a:cubicBezTo>
                    <a:pt x="1586" y="876"/>
                    <a:pt x="1597" y="843"/>
                    <a:pt x="1619" y="821"/>
                  </a:cubicBezTo>
                  <a:lnTo>
                    <a:pt x="1630" y="810"/>
                  </a:lnTo>
                  <a:lnTo>
                    <a:pt x="1630" y="788"/>
                  </a:lnTo>
                  <a:lnTo>
                    <a:pt x="1608" y="734"/>
                  </a:lnTo>
                  <a:lnTo>
                    <a:pt x="1608" y="723"/>
                  </a:lnTo>
                  <a:cubicBezTo>
                    <a:pt x="1597" y="690"/>
                    <a:pt x="1586" y="646"/>
                    <a:pt x="1575" y="613"/>
                  </a:cubicBezTo>
                  <a:cubicBezTo>
                    <a:pt x="1542" y="537"/>
                    <a:pt x="1520" y="460"/>
                    <a:pt x="1477" y="384"/>
                  </a:cubicBezTo>
                  <a:cubicBezTo>
                    <a:pt x="1433" y="307"/>
                    <a:pt x="1367" y="231"/>
                    <a:pt x="1280" y="187"/>
                  </a:cubicBezTo>
                  <a:cubicBezTo>
                    <a:pt x="1247" y="154"/>
                    <a:pt x="1203" y="132"/>
                    <a:pt x="1159" y="121"/>
                  </a:cubicBezTo>
                  <a:cubicBezTo>
                    <a:pt x="1127" y="99"/>
                    <a:pt x="1083" y="88"/>
                    <a:pt x="1039" y="77"/>
                  </a:cubicBezTo>
                  <a:cubicBezTo>
                    <a:pt x="963" y="67"/>
                    <a:pt x="886" y="45"/>
                    <a:pt x="799" y="34"/>
                  </a:cubicBezTo>
                  <a:cubicBezTo>
                    <a:pt x="711" y="12"/>
                    <a:pt x="624" y="1"/>
                    <a:pt x="5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22"/>
            <p:cNvSpPr/>
            <p:nvPr/>
          </p:nvSpPr>
          <p:spPr>
            <a:xfrm flipH="1">
              <a:off x="942275" y="4873250"/>
              <a:ext cx="13975" cy="21075"/>
            </a:xfrm>
            <a:custGeom>
              <a:avLst/>
              <a:gdLst/>
              <a:ahLst/>
              <a:cxnLst/>
              <a:rect l="l" t="t" r="r" b="b"/>
              <a:pathLst>
                <a:path w="559" h="843" extrusionOk="0">
                  <a:moveTo>
                    <a:pt x="372" y="0"/>
                  </a:moveTo>
                  <a:cubicBezTo>
                    <a:pt x="350" y="11"/>
                    <a:pt x="318" y="22"/>
                    <a:pt x="285" y="33"/>
                  </a:cubicBezTo>
                  <a:cubicBezTo>
                    <a:pt x="252" y="55"/>
                    <a:pt x="230" y="77"/>
                    <a:pt x="208" y="98"/>
                  </a:cubicBezTo>
                  <a:lnTo>
                    <a:pt x="175" y="120"/>
                  </a:lnTo>
                  <a:cubicBezTo>
                    <a:pt x="164" y="131"/>
                    <a:pt x="153" y="142"/>
                    <a:pt x="143" y="164"/>
                  </a:cubicBezTo>
                  <a:cubicBezTo>
                    <a:pt x="132" y="175"/>
                    <a:pt x="132" y="186"/>
                    <a:pt x="132" y="197"/>
                  </a:cubicBezTo>
                  <a:cubicBezTo>
                    <a:pt x="132" y="219"/>
                    <a:pt x="143" y="230"/>
                    <a:pt x="143" y="252"/>
                  </a:cubicBezTo>
                  <a:cubicBezTo>
                    <a:pt x="143" y="273"/>
                    <a:pt x="153" y="295"/>
                    <a:pt x="164" y="317"/>
                  </a:cubicBezTo>
                  <a:cubicBezTo>
                    <a:pt x="175" y="339"/>
                    <a:pt x="175" y="361"/>
                    <a:pt x="164" y="372"/>
                  </a:cubicBezTo>
                  <a:lnTo>
                    <a:pt x="164" y="383"/>
                  </a:lnTo>
                  <a:lnTo>
                    <a:pt x="164" y="405"/>
                  </a:lnTo>
                  <a:lnTo>
                    <a:pt x="153" y="416"/>
                  </a:lnTo>
                  <a:cubicBezTo>
                    <a:pt x="132" y="427"/>
                    <a:pt x="121" y="448"/>
                    <a:pt x="99" y="459"/>
                  </a:cubicBezTo>
                  <a:cubicBezTo>
                    <a:pt x="88" y="459"/>
                    <a:pt x="77" y="470"/>
                    <a:pt x="66" y="481"/>
                  </a:cubicBezTo>
                  <a:cubicBezTo>
                    <a:pt x="55" y="492"/>
                    <a:pt x="44" y="492"/>
                    <a:pt x="33" y="503"/>
                  </a:cubicBezTo>
                  <a:cubicBezTo>
                    <a:pt x="33" y="514"/>
                    <a:pt x="22" y="525"/>
                    <a:pt x="11" y="547"/>
                  </a:cubicBezTo>
                  <a:cubicBezTo>
                    <a:pt x="11" y="558"/>
                    <a:pt x="0" y="580"/>
                    <a:pt x="11" y="591"/>
                  </a:cubicBezTo>
                  <a:cubicBezTo>
                    <a:pt x="0" y="613"/>
                    <a:pt x="0" y="634"/>
                    <a:pt x="11" y="645"/>
                  </a:cubicBezTo>
                  <a:cubicBezTo>
                    <a:pt x="11" y="667"/>
                    <a:pt x="11" y="678"/>
                    <a:pt x="22" y="700"/>
                  </a:cubicBezTo>
                  <a:cubicBezTo>
                    <a:pt x="22" y="700"/>
                    <a:pt x="22" y="711"/>
                    <a:pt x="33" y="722"/>
                  </a:cubicBezTo>
                  <a:lnTo>
                    <a:pt x="44" y="744"/>
                  </a:lnTo>
                  <a:cubicBezTo>
                    <a:pt x="44" y="744"/>
                    <a:pt x="55" y="755"/>
                    <a:pt x="66" y="766"/>
                  </a:cubicBezTo>
                  <a:cubicBezTo>
                    <a:pt x="66" y="766"/>
                    <a:pt x="77" y="777"/>
                    <a:pt x="88" y="788"/>
                  </a:cubicBezTo>
                  <a:cubicBezTo>
                    <a:pt x="99" y="788"/>
                    <a:pt x="110" y="798"/>
                    <a:pt x="110" y="798"/>
                  </a:cubicBezTo>
                  <a:cubicBezTo>
                    <a:pt x="132" y="809"/>
                    <a:pt x="153" y="820"/>
                    <a:pt x="186" y="831"/>
                  </a:cubicBezTo>
                  <a:cubicBezTo>
                    <a:pt x="208" y="842"/>
                    <a:pt x="219" y="842"/>
                    <a:pt x="241" y="842"/>
                  </a:cubicBezTo>
                  <a:lnTo>
                    <a:pt x="274" y="842"/>
                  </a:lnTo>
                  <a:lnTo>
                    <a:pt x="263" y="809"/>
                  </a:lnTo>
                  <a:cubicBezTo>
                    <a:pt x="252" y="809"/>
                    <a:pt x="263" y="798"/>
                    <a:pt x="252" y="798"/>
                  </a:cubicBezTo>
                  <a:cubicBezTo>
                    <a:pt x="252" y="798"/>
                    <a:pt x="252" y="788"/>
                    <a:pt x="252" y="788"/>
                  </a:cubicBezTo>
                  <a:cubicBezTo>
                    <a:pt x="252" y="777"/>
                    <a:pt x="241" y="777"/>
                    <a:pt x="241" y="766"/>
                  </a:cubicBezTo>
                  <a:lnTo>
                    <a:pt x="175" y="766"/>
                  </a:lnTo>
                  <a:cubicBezTo>
                    <a:pt x="153" y="766"/>
                    <a:pt x="132" y="755"/>
                    <a:pt x="110" y="744"/>
                  </a:cubicBezTo>
                  <a:cubicBezTo>
                    <a:pt x="99" y="744"/>
                    <a:pt x="99" y="733"/>
                    <a:pt x="88" y="733"/>
                  </a:cubicBezTo>
                  <a:cubicBezTo>
                    <a:pt x="88" y="733"/>
                    <a:pt x="77" y="722"/>
                    <a:pt x="66" y="722"/>
                  </a:cubicBezTo>
                  <a:cubicBezTo>
                    <a:pt x="55" y="711"/>
                    <a:pt x="44" y="700"/>
                    <a:pt x="44" y="689"/>
                  </a:cubicBezTo>
                  <a:lnTo>
                    <a:pt x="44" y="667"/>
                  </a:lnTo>
                  <a:cubicBezTo>
                    <a:pt x="22" y="634"/>
                    <a:pt x="22" y="602"/>
                    <a:pt x="44" y="569"/>
                  </a:cubicBezTo>
                  <a:cubicBezTo>
                    <a:pt x="55" y="547"/>
                    <a:pt x="77" y="536"/>
                    <a:pt x="99" y="525"/>
                  </a:cubicBezTo>
                  <a:cubicBezTo>
                    <a:pt x="99" y="514"/>
                    <a:pt x="110" y="503"/>
                    <a:pt x="110" y="492"/>
                  </a:cubicBezTo>
                  <a:lnTo>
                    <a:pt x="121" y="492"/>
                  </a:lnTo>
                  <a:cubicBezTo>
                    <a:pt x="143" y="481"/>
                    <a:pt x="164" y="459"/>
                    <a:pt x="175" y="448"/>
                  </a:cubicBezTo>
                  <a:cubicBezTo>
                    <a:pt x="186" y="427"/>
                    <a:pt x="197" y="405"/>
                    <a:pt x="208" y="383"/>
                  </a:cubicBezTo>
                  <a:cubicBezTo>
                    <a:pt x="208" y="383"/>
                    <a:pt x="208" y="372"/>
                    <a:pt x="208" y="361"/>
                  </a:cubicBezTo>
                  <a:cubicBezTo>
                    <a:pt x="208" y="350"/>
                    <a:pt x="208" y="339"/>
                    <a:pt x="208" y="317"/>
                  </a:cubicBezTo>
                  <a:cubicBezTo>
                    <a:pt x="197" y="295"/>
                    <a:pt x="186" y="284"/>
                    <a:pt x="175" y="273"/>
                  </a:cubicBezTo>
                  <a:cubicBezTo>
                    <a:pt x="153" y="241"/>
                    <a:pt x="153" y="208"/>
                    <a:pt x="164" y="175"/>
                  </a:cubicBezTo>
                  <a:cubicBezTo>
                    <a:pt x="175" y="153"/>
                    <a:pt x="197" y="131"/>
                    <a:pt x="219" y="109"/>
                  </a:cubicBezTo>
                  <a:cubicBezTo>
                    <a:pt x="241" y="98"/>
                    <a:pt x="263" y="77"/>
                    <a:pt x="285" y="66"/>
                  </a:cubicBezTo>
                  <a:lnTo>
                    <a:pt x="307" y="55"/>
                  </a:lnTo>
                  <a:lnTo>
                    <a:pt x="328" y="44"/>
                  </a:lnTo>
                  <a:lnTo>
                    <a:pt x="350" y="33"/>
                  </a:lnTo>
                  <a:cubicBezTo>
                    <a:pt x="372" y="33"/>
                    <a:pt x="383" y="22"/>
                    <a:pt x="405" y="22"/>
                  </a:cubicBezTo>
                  <a:lnTo>
                    <a:pt x="438" y="22"/>
                  </a:lnTo>
                  <a:cubicBezTo>
                    <a:pt x="460" y="22"/>
                    <a:pt x="493" y="22"/>
                    <a:pt x="525" y="33"/>
                  </a:cubicBezTo>
                  <a:cubicBezTo>
                    <a:pt x="536" y="33"/>
                    <a:pt x="558" y="33"/>
                    <a:pt x="558" y="22"/>
                  </a:cubicBezTo>
                  <a:cubicBezTo>
                    <a:pt x="558" y="11"/>
                    <a:pt x="525" y="0"/>
                    <a:pt x="5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09" name="Google Shape;3209;p22"/>
          <p:cNvSpPr/>
          <p:nvPr/>
        </p:nvSpPr>
        <p:spPr>
          <a:xfrm rot="-9237154" flipH="1">
            <a:off x="7462291" y="771828"/>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0" name="Google Shape;3210;p22"/>
          <p:cNvGrpSpPr/>
          <p:nvPr/>
        </p:nvGrpSpPr>
        <p:grpSpPr>
          <a:xfrm rot="-9237154">
            <a:off x="7377541" y="419646"/>
            <a:ext cx="203468" cy="175544"/>
            <a:chOff x="292325" y="4360000"/>
            <a:chExt cx="203475" cy="175550"/>
          </a:xfrm>
        </p:grpSpPr>
        <p:sp>
          <p:nvSpPr>
            <p:cNvPr id="3211" name="Google Shape;3211;p22"/>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22"/>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22"/>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22"/>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5" name="Google Shape;3215;p22"/>
          <p:cNvGrpSpPr/>
          <p:nvPr/>
        </p:nvGrpSpPr>
        <p:grpSpPr>
          <a:xfrm rot="-9237154">
            <a:off x="6892989" y="381879"/>
            <a:ext cx="89172" cy="75222"/>
            <a:chOff x="645875" y="4874950"/>
            <a:chExt cx="89175" cy="75225"/>
          </a:xfrm>
        </p:grpSpPr>
        <p:sp>
          <p:nvSpPr>
            <p:cNvPr id="3216" name="Google Shape;3216;p22"/>
            <p:cNvSpPr/>
            <p:nvPr/>
          </p:nvSpPr>
          <p:spPr>
            <a:xfrm flipH="1">
              <a:off x="654900" y="4930925"/>
              <a:ext cx="575" cy="25"/>
            </a:xfrm>
            <a:custGeom>
              <a:avLst/>
              <a:gdLst/>
              <a:ahLst/>
              <a:cxnLst/>
              <a:rect l="l" t="t" r="r" b="b"/>
              <a:pathLst>
                <a:path w="23" h="1" extrusionOk="0">
                  <a:moveTo>
                    <a:pt x="11" y="1"/>
                  </a:moveTo>
                  <a:lnTo>
                    <a:pt x="22" y="1"/>
                  </a:lnTo>
                  <a:lnTo>
                    <a:pt x="22" y="1"/>
                  </a:lnTo>
                  <a:lnTo>
                    <a:pt x="22"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22"/>
            <p:cNvSpPr/>
            <p:nvPr/>
          </p:nvSpPr>
          <p:spPr>
            <a:xfrm flipH="1">
              <a:off x="645875" y="4874950"/>
              <a:ext cx="87525" cy="75225"/>
            </a:xfrm>
            <a:custGeom>
              <a:avLst/>
              <a:gdLst/>
              <a:ahLst/>
              <a:cxnLst/>
              <a:rect l="l" t="t" r="r" b="b"/>
              <a:pathLst>
                <a:path w="3501" h="3009" extrusionOk="0">
                  <a:moveTo>
                    <a:pt x="1964" y="0"/>
                  </a:moveTo>
                  <a:cubicBezTo>
                    <a:pt x="1801" y="0"/>
                    <a:pt x="1639" y="23"/>
                    <a:pt x="1477" y="63"/>
                  </a:cubicBezTo>
                  <a:cubicBezTo>
                    <a:pt x="1335" y="96"/>
                    <a:pt x="1192" y="140"/>
                    <a:pt x="1061" y="195"/>
                  </a:cubicBezTo>
                  <a:cubicBezTo>
                    <a:pt x="996" y="227"/>
                    <a:pt x="919" y="260"/>
                    <a:pt x="864" y="293"/>
                  </a:cubicBezTo>
                  <a:cubicBezTo>
                    <a:pt x="788" y="326"/>
                    <a:pt x="722" y="370"/>
                    <a:pt x="667" y="424"/>
                  </a:cubicBezTo>
                  <a:cubicBezTo>
                    <a:pt x="558" y="523"/>
                    <a:pt x="460" y="632"/>
                    <a:pt x="372" y="741"/>
                  </a:cubicBezTo>
                  <a:cubicBezTo>
                    <a:pt x="328" y="796"/>
                    <a:pt x="274" y="840"/>
                    <a:pt x="230" y="884"/>
                  </a:cubicBezTo>
                  <a:cubicBezTo>
                    <a:pt x="219" y="895"/>
                    <a:pt x="208" y="895"/>
                    <a:pt x="197" y="905"/>
                  </a:cubicBezTo>
                  <a:cubicBezTo>
                    <a:pt x="186" y="916"/>
                    <a:pt x="175" y="916"/>
                    <a:pt x="164" y="927"/>
                  </a:cubicBezTo>
                  <a:lnTo>
                    <a:pt x="132" y="949"/>
                  </a:lnTo>
                  <a:cubicBezTo>
                    <a:pt x="99" y="949"/>
                    <a:pt x="99" y="982"/>
                    <a:pt x="88" y="1015"/>
                  </a:cubicBezTo>
                  <a:lnTo>
                    <a:pt x="66" y="1091"/>
                  </a:lnTo>
                  <a:cubicBezTo>
                    <a:pt x="44" y="1146"/>
                    <a:pt x="33" y="1212"/>
                    <a:pt x="22" y="1266"/>
                  </a:cubicBezTo>
                  <a:lnTo>
                    <a:pt x="77" y="1234"/>
                  </a:lnTo>
                  <a:cubicBezTo>
                    <a:pt x="77" y="1234"/>
                    <a:pt x="88" y="1223"/>
                    <a:pt x="99" y="1223"/>
                  </a:cubicBezTo>
                  <a:cubicBezTo>
                    <a:pt x="110" y="1223"/>
                    <a:pt x="110" y="1201"/>
                    <a:pt x="121" y="1201"/>
                  </a:cubicBezTo>
                  <a:lnTo>
                    <a:pt x="142" y="1201"/>
                  </a:lnTo>
                  <a:lnTo>
                    <a:pt x="197" y="1168"/>
                  </a:lnTo>
                  <a:lnTo>
                    <a:pt x="241" y="1146"/>
                  </a:lnTo>
                  <a:cubicBezTo>
                    <a:pt x="252" y="1135"/>
                    <a:pt x="274" y="1135"/>
                    <a:pt x="285" y="1124"/>
                  </a:cubicBezTo>
                  <a:cubicBezTo>
                    <a:pt x="296" y="1113"/>
                    <a:pt x="307" y="1102"/>
                    <a:pt x="317" y="1091"/>
                  </a:cubicBezTo>
                  <a:lnTo>
                    <a:pt x="350" y="1070"/>
                  </a:lnTo>
                  <a:cubicBezTo>
                    <a:pt x="361" y="1059"/>
                    <a:pt x="372" y="1059"/>
                    <a:pt x="394" y="1048"/>
                  </a:cubicBezTo>
                  <a:cubicBezTo>
                    <a:pt x="569" y="916"/>
                    <a:pt x="667" y="752"/>
                    <a:pt x="810" y="643"/>
                  </a:cubicBezTo>
                  <a:cubicBezTo>
                    <a:pt x="864" y="577"/>
                    <a:pt x="941" y="534"/>
                    <a:pt x="1017" y="501"/>
                  </a:cubicBezTo>
                  <a:cubicBezTo>
                    <a:pt x="1072" y="479"/>
                    <a:pt x="1160" y="457"/>
                    <a:pt x="1203" y="435"/>
                  </a:cubicBezTo>
                  <a:cubicBezTo>
                    <a:pt x="1302" y="402"/>
                    <a:pt x="1346" y="380"/>
                    <a:pt x="1433" y="348"/>
                  </a:cubicBezTo>
                  <a:cubicBezTo>
                    <a:pt x="1588" y="305"/>
                    <a:pt x="1756" y="275"/>
                    <a:pt x="1922" y="275"/>
                  </a:cubicBezTo>
                  <a:cubicBezTo>
                    <a:pt x="1967" y="275"/>
                    <a:pt x="2012" y="277"/>
                    <a:pt x="2057" y="282"/>
                  </a:cubicBezTo>
                  <a:cubicBezTo>
                    <a:pt x="2111" y="282"/>
                    <a:pt x="2166" y="293"/>
                    <a:pt x="2210" y="304"/>
                  </a:cubicBezTo>
                  <a:cubicBezTo>
                    <a:pt x="2297" y="326"/>
                    <a:pt x="2374" y="359"/>
                    <a:pt x="2450" y="380"/>
                  </a:cubicBezTo>
                  <a:cubicBezTo>
                    <a:pt x="2527" y="391"/>
                    <a:pt x="2592" y="424"/>
                    <a:pt x="2658" y="468"/>
                  </a:cubicBezTo>
                  <a:cubicBezTo>
                    <a:pt x="2767" y="545"/>
                    <a:pt x="2877" y="632"/>
                    <a:pt x="2964" y="741"/>
                  </a:cubicBezTo>
                  <a:cubicBezTo>
                    <a:pt x="3085" y="916"/>
                    <a:pt x="3172" y="1113"/>
                    <a:pt x="3194" y="1321"/>
                  </a:cubicBezTo>
                  <a:cubicBezTo>
                    <a:pt x="3205" y="1387"/>
                    <a:pt x="3194" y="1463"/>
                    <a:pt x="3205" y="1518"/>
                  </a:cubicBezTo>
                  <a:cubicBezTo>
                    <a:pt x="3227" y="1627"/>
                    <a:pt x="3139" y="1737"/>
                    <a:pt x="3041" y="1912"/>
                  </a:cubicBezTo>
                  <a:cubicBezTo>
                    <a:pt x="3008" y="1977"/>
                    <a:pt x="2997" y="2043"/>
                    <a:pt x="2997" y="2109"/>
                  </a:cubicBezTo>
                  <a:cubicBezTo>
                    <a:pt x="2997" y="2141"/>
                    <a:pt x="3008" y="2185"/>
                    <a:pt x="3019" y="2218"/>
                  </a:cubicBezTo>
                  <a:cubicBezTo>
                    <a:pt x="3008" y="2215"/>
                    <a:pt x="2997" y="2214"/>
                    <a:pt x="2987" y="2214"/>
                  </a:cubicBezTo>
                  <a:cubicBezTo>
                    <a:pt x="2955" y="2214"/>
                    <a:pt x="2926" y="2226"/>
                    <a:pt x="2910" y="2251"/>
                  </a:cubicBezTo>
                  <a:cubicBezTo>
                    <a:pt x="2866" y="2284"/>
                    <a:pt x="2844" y="2284"/>
                    <a:pt x="2800" y="2316"/>
                  </a:cubicBezTo>
                  <a:cubicBezTo>
                    <a:pt x="2757" y="2349"/>
                    <a:pt x="2724" y="2382"/>
                    <a:pt x="2691" y="2404"/>
                  </a:cubicBezTo>
                  <a:cubicBezTo>
                    <a:pt x="2625" y="2448"/>
                    <a:pt x="2560" y="2491"/>
                    <a:pt x="2494" y="2535"/>
                  </a:cubicBezTo>
                  <a:cubicBezTo>
                    <a:pt x="2297" y="2634"/>
                    <a:pt x="2089" y="2699"/>
                    <a:pt x="1871" y="2743"/>
                  </a:cubicBezTo>
                  <a:cubicBezTo>
                    <a:pt x="1805" y="2754"/>
                    <a:pt x="1728" y="2765"/>
                    <a:pt x="1663" y="2765"/>
                  </a:cubicBezTo>
                  <a:lnTo>
                    <a:pt x="1641" y="2765"/>
                  </a:lnTo>
                  <a:cubicBezTo>
                    <a:pt x="1542" y="2765"/>
                    <a:pt x="1444" y="2765"/>
                    <a:pt x="1346" y="2754"/>
                  </a:cubicBezTo>
                  <a:cubicBezTo>
                    <a:pt x="1280" y="2743"/>
                    <a:pt x="1214" y="2732"/>
                    <a:pt x="1149" y="2721"/>
                  </a:cubicBezTo>
                  <a:cubicBezTo>
                    <a:pt x="1127" y="2721"/>
                    <a:pt x="1007" y="2688"/>
                    <a:pt x="996" y="2677"/>
                  </a:cubicBezTo>
                  <a:cubicBezTo>
                    <a:pt x="930" y="2655"/>
                    <a:pt x="864" y="2634"/>
                    <a:pt x="799" y="2601"/>
                  </a:cubicBezTo>
                  <a:cubicBezTo>
                    <a:pt x="755" y="2579"/>
                    <a:pt x="722" y="2546"/>
                    <a:pt x="678" y="2513"/>
                  </a:cubicBezTo>
                  <a:cubicBezTo>
                    <a:pt x="602" y="2448"/>
                    <a:pt x="525" y="2360"/>
                    <a:pt x="449" y="2284"/>
                  </a:cubicBezTo>
                  <a:cubicBezTo>
                    <a:pt x="438" y="2251"/>
                    <a:pt x="416" y="2229"/>
                    <a:pt x="394" y="2196"/>
                  </a:cubicBezTo>
                  <a:lnTo>
                    <a:pt x="394" y="2185"/>
                  </a:lnTo>
                  <a:cubicBezTo>
                    <a:pt x="383" y="2163"/>
                    <a:pt x="372" y="2141"/>
                    <a:pt x="361" y="2120"/>
                  </a:cubicBezTo>
                  <a:cubicBezTo>
                    <a:pt x="361" y="2109"/>
                    <a:pt x="350" y="2098"/>
                    <a:pt x="350" y="2087"/>
                  </a:cubicBezTo>
                  <a:cubicBezTo>
                    <a:pt x="328" y="2087"/>
                    <a:pt x="307" y="2087"/>
                    <a:pt x="285" y="2076"/>
                  </a:cubicBezTo>
                  <a:cubicBezTo>
                    <a:pt x="252" y="2076"/>
                    <a:pt x="230" y="2065"/>
                    <a:pt x="208" y="2043"/>
                  </a:cubicBezTo>
                  <a:cubicBezTo>
                    <a:pt x="186" y="2032"/>
                    <a:pt x="175" y="2021"/>
                    <a:pt x="164" y="1999"/>
                  </a:cubicBezTo>
                  <a:cubicBezTo>
                    <a:pt x="110" y="1955"/>
                    <a:pt x="88" y="1890"/>
                    <a:pt x="88" y="1824"/>
                  </a:cubicBezTo>
                  <a:cubicBezTo>
                    <a:pt x="88" y="1770"/>
                    <a:pt x="99" y="1715"/>
                    <a:pt x="110" y="1660"/>
                  </a:cubicBezTo>
                  <a:cubicBezTo>
                    <a:pt x="110" y="1649"/>
                    <a:pt x="121" y="1649"/>
                    <a:pt x="132" y="1627"/>
                  </a:cubicBezTo>
                  <a:cubicBezTo>
                    <a:pt x="142" y="1627"/>
                    <a:pt x="164" y="1616"/>
                    <a:pt x="175" y="1605"/>
                  </a:cubicBezTo>
                  <a:cubicBezTo>
                    <a:pt x="181" y="1611"/>
                    <a:pt x="186" y="1614"/>
                    <a:pt x="192" y="1614"/>
                  </a:cubicBezTo>
                  <a:cubicBezTo>
                    <a:pt x="197" y="1614"/>
                    <a:pt x="203" y="1611"/>
                    <a:pt x="208" y="1605"/>
                  </a:cubicBezTo>
                  <a:cubicBezTo>
                    <a:pt x="211" y="1603"/>
                    <a:pt x="212" y="1602"/>
                    <a:pt x="214" y="1602"/>
                  </a:cubicBezTo>
                  <a:cubicBezTo>
                    <a:pt x="217" y="1602"/>
                    <a:pt x="219" y="1605"/>
                    <a:pt x="221" y="1605"/>
                  </a:cubicBezTo>
                  <a:cubicBezTo>
                    <a:pt x="223" y="1605"/>
                    <a:pt x="226" y="1603"/>
                    <a:pt x="230" y="1595"/>
                  </a:cubicBezTo>
                  <a:lnTo>
                    <a:pt x="252" y="1649"/>
                  </a:lnTo>
                  <a:cubicBezTo>
                    <a:pt x="241" y="1518"/>
                    <a:pt x="252" y="1398"/>
                    <a:pt x="274" y="1266"/>
                  </a:cubicBezTo>
                  <a:lnTo>
                    <a:pt x="285" y="1201"/>
                  </a:lnTo>
                  <a:lnTo>
                    <a:pt x="252" y="1223"/>
                  </a:lnTo>
                  <a:lnTo>
                    <a:pt x="241" y="1223"/>
                  </a:lnTo>
                  <a:cubicBezTo>
                    <a:pt x="241" y="1223"/>
                    <a:pt x="241" y="1234"/>
                    <a:pt x="241" y="1234"/>
                  </a:cubicBezTo>
                  <a:lnTo>
                    <a:pt x="230" y="1234"/>
                  </a:lnTo>
                  <a:cubicBezTo>
                    <a:pt x="219" y="1234"/>
                    <a:pt x="197" y="1245"/>
                    <a:pt x="186" y="1255"/>
                  </a:cubicBezTo>
                  <a:cubicBezTo>
                    <a:pt x="175" y="1255"/>
                    <a:pt x="175" y="1277"/>
                    <a:pt x="164" y="1277"/>
                  </a:cubicBezTo>
                  <a:cubicBezTo>
                    <a:pt x="159" y="1283"/>
                    <a:pt x="153" y="1283"/>
                    <a:pt x="149" y="1283"/>
                  </a:cubicBezTo>
                  <a:cubicBezTo>
                    <a:pt x="145" y="1283"/>
                    <a:pt x="142" y="1283"/>
                    <a:pt x="142" y="1288"/>
                  </a:cubicBezTo>
                  <a:cubicBezTo>
                    <a:pt x="132" y="1299"/>
                    <a:pt x="110" y="1332"/>
                    <a:pt x="88" y="1343"/>
                  </a:cubicBezTo>
                  <a:cubicBezTo>
                    <a:pt x="66" y="1365"/>
                    <a:pt x="55" y="1376"/>
                    <a:pt x="55" y="1398"/>
                  </a:cubicBezTo>
                  <a:cubicBezTo>
                    <a:pt x="55" y="1406"/>
                    <a:pt x="53" y="1408"/>
                    <a:pt x="51" y="1408"/>
                  </a:cubicBezTo>
                  <a:cubicBezTo>
                    <a:pt x="48" y="1408"/>
                    <a:pt x="45" y="1405"/>
                    <a:pt x="40" y="1405"/>
                  </a:cubicBezTo>
                  <a:cubicBezTo>
                    <a:pt x="38" y="1405"/>
                    <a:pt x="36" y="1406"/>
                    <a:pt x="33" y="1409"/>
                  </a:cubicBezTo>
                  <a:cubicBezTo>
                    <a:pt x="33" y="1409"/>
                    <a:pt x="22" y="1398"/>
                    <a:pt x="22" y="1398"/>
                  </a:cubicBezTo>
                  <a:cubicBezTo>
                    <a:pt x="22" y="1441"/>
                    <a:pt x="11" y="1485"/>
                    <a:pt x="11" y="1529"/>
                  </a:cubicBezTo>
                  <a:cubicBezTo>
                    <a:pt x="0" y="1715"/>
                    <a:pt x="22" y="1890"/>
                    <a:pt x="77" y="2076"/>
                  </a:cubicBezTo>
                  <a:cubicBezTo>
                    <a:pt x="77" y="2087"/>
                    <a:pt x="88" y="2087"/>
                    <a:pt x="88" y="2098"/>
                  </a:cubicBezTo>
                  <a:cubicBezTo>
                    <a:pt x="121" y="2196"/>
                    <a:pt x="164" y="2295"/>
                    <a:pt x="219" y="2371"/>
                  </a:cubicBezTo>
                  <a:cubicBezTo>
                    <a:pt x="328" y="2535"/>
                    <a:pt x="482" y="2677"/>
                    <a:pt x="646" y="2787"/>
                  </a:cubicBezTo>
                  <a:cubicBezTo>
                    <a:pt x="842" y="2896"/>
                    <a:pt x="1050" y="2973"/>
                    <a:pt x="1280" y="2994"/>
                  </a:cubicBezTo>
                  <a:cubicBezTo>
                    <a:pt x="1366" y="3004"/>
                    <a:pt x="1453" y="3009"/>
                    <a:pt x="1540" y="3009"/>
                  </a:cubicBezTo>
                  <a:cubicBezTo>
                    <a:pt x="1850" y="3009"/>
                    <a:pt x="2160" y="2948"/>
                    <a:pt x="2450" y="2820"/>
                  </a:cubicBezTo>
                  <a:cubicBezTo>
                    <a:pt x="2658" y="2743"/>
                    <a:pt x="2866" y="2655"/>
                    <a:pt x="3052" y="2524"/>
                  </a:cubicBezTo>
                  <a:cubicBezTo>
                    <a:pt x="3096" y="2502"/>
                    <a:pt x="3128" y="2459"/>
                    <a:pt x="3161" y="2415"/>
                  </a:cubicBezTo>
                  <a:cubicBezTo>
                    <a:pt x="3183" y="2371"/>
                    <a:pt x="3205" y="2360"/>
                    <a:pt x="3205" y="2338"/>
                  </a:cubicBezTo>
                  <a:cubicBezTo>
                    <a:pt x="3216" y="2316"/>
                    <a:pt x="3205" y="2284"/>
                    <a:pt x="3183" y="2273"/>
                  </a:cubicBezTo>
                  <a:cubicBezTo>
                    <a:pt x="3172" y="2262"/>
                    <a:pt x="3161" y="2251"/>
                    <a:pt x="3150" y="2240"/>
                  </a:cubicBezTo>
                  <a:cubicBezTo>
                    <a:pt x="3183" y="2240"/>
                    <a:pt x="3205" y="2207"/>
                    <a:pt x="3238" y="2185"/>
                  </a:cubicBezTo>
                  <a:cubicBezTo>
                    <a:pt x="3260" y="2163"/>
                    <a:pt x="3281" y="2141"/>
                    <a:pt x="3303" y="2109"/>
                  </a:cubicBezTo>
                  <a:cubicBezTo>
                    <a:pt x="3336" y="2010"/>
                    <a:pt x="3369" y="1923"/>
                    <a:pt x="3413" y="1835"/>
                  </a:cubicBezTo>
                  <a:cubicBezTo>
                    <a:pt x="3446" y="1770"/>
                    <a:pt x="3467" y="1715"/>
                    <a:pt x="3478" y="1649"/>
                  </a:cubicBezTo>
                  <a:cubicBezTo>
                    <a:pt x="3500" y="1573"/>
                    <a:pt x="3500" y="1507"/>
                    <a:pt x="3489" y="1441"/>
                  </a:cubicBezTo>
                  <a:cubicBezTo>
                    <a:pt x="3467" y="1343"/>
                    <a:pt x="3435" y="1245"/>
                    <a:pt x="3413" y="1157"/>
                  </a:cubicBezTo>
                  <a:cubicBezTo>
                    <a:pt x="3391" y="1059"/>
                    <a:pt x="3358" y="971"/>
                    <a:pt x="3325" y="873"/>
                  </a:cubicBezTo>
                  <a:cubicBezTo>
                    <a:pt x="3260" y="730"/>
                    <a:pt x="3172" y="588"/>
                    <a:pt x="3063" y="479"/>
                  </a:cubicBezTo>
                  <a:cubicBezTo>
                    <a:pt x="2822" y="216"/>
                    <a:pt x="2483" y="52"/>
                    <a:pt x="2133" y="9"/>
                  </a:cubicBezTo>
                  <a:cubicBezTo>
                    <a:pt x="2077" y="3"/>
                    <a:pt x="2020" y="0"/>
                    <a:pt x="19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22"/>
            <p:cNvSpPr/>
            <p:nvPr/>
          </p:nvSpPr>
          <p:spPr>
            <a:xfrm flipH="1">
              <a:off x="725450" y="4916175"/>
              <a:ext cx="3575" cy="8775"/>
            </a:xfrm>
            <a:custGeom>
              <a:avLst/>
              <a:gdLst/>
              <a:ahLst/>
              <a:cxnLst/>
              <a:rect l="l" t="t" r="r" b="b"/>
              <a:pathLst>
                <a:path w="143" h="351" extrusionOk="0">
                  <a:moveTo>
                    <a:pt x="77" y="0"/>
                  </a:moveTo>
                  <a:cubicBezTo>
                    <a:pt x="44" y="44"/>
                    <a:pt x="22" y="99"/>
                    <a:pt x="11" y="153"/>
                  </a:cubicBezTo>
                  <a:cubicBezTo>
                    <a:pt x="0" y="197"/>
                    <a:pt x="11" y="241"/>
                    <a:pt x="44" y="274"/>
                  </a:cubicBezTo>
                  <a:cubicBezTo>
                    <a:pt x="44" y="285"/>
                    <a:pt x="55" y="296"/>
                    <a:pt x="66" y="306"/>
                  </a:cubicBezTo>
                  <a:cubicBezTo>
                    <a:pt x="77" y="317"/>
                    <a:pt x="99" y="328"/>
                    <a:pt x="121" y="339"/>
                  </a:cubicBezTo>
                  <a:lnTo>
                    <a:pt x="142" y="350"/>
                  </a:lnTo>
                  <a:cubicBezTo>
                    <a:pt x="99" y="230"/>
                    <a:pt x="77" y="121"/>
                    <a:pt x="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22"/>
            <p:cNvSpPr/>
            <p:nvPr/>
          </p:nvSpPr>
          <p:spPr>
            <a:xfrm flipH="1">
              <a:off x="666675" y="4914800"/>
              <a:ext cx="64825" cy="21075"/>
            </a:xfrm>
            <a:custGeom>
              <a:avLst/>
              <a:gdLst/>
              <a:ahLst/>
              <a:cxnLst/>
              <a:rect l="l" t="t" r="r" b="b"/>
              <a:pathLst>
                <a:path w="2593" h="843" extrusionOk="0">
                  <a:moveTo>
                    <a:pt x="154" y="1"/>
                  </a:moveTo>
                  <a:cubicBezTo>
                    <a:pt x="149" y="6"/>
                    <a:pt x="143" y="6"/>
                    <a:pt x="138" y="6"/>
                  </a:cubicBezTo>
                  <a:cubicBezTo>
                    <a:pt x="132" y="6"/>
                    <a:pt x="127" y="6"/>
                    <a:pt x="121" y="11"/>
                  </a:cubicBezTo>
                  <a:lnTo>
                    <a:pt x="99" y="11"/>
                  </a:lnTo>
                  <a:cubicBezTo>
                    <a:pt x="77" y="22"/>
                    <a:pt x="66" y="22"/>
                    <a:pt x="45" y="22"/>
                  </a:cubicBezTo>
                  <a:cubicBezTo>
                    <a:pt x="45" y="44"/>
                    <a:pt x="34" y="44"/>
                    <a:pt x="23" y="66"/>
                  </a:cubicBezTo>
                  <a:cubicBezTo>
                    <a:pt x="12" y="110"/>
                    <a:pt x="1" y="165"/>
                    <a:pt x="1" y="219"/>
                  </a:cubicBezTo>
                  <a:cubicBezTo>
                    <a:pt x="1" y="285"/>
                    <a:pt x="34" y="351"/>
                    <a:pt x="77" y="394"/>
                  </a:cubicBezTo>
                  <a:cubicBezTo>
                    <a:pt x="88" y="416"/>
                    <a:pt x="110" y="427"/>
                    <a:pt x="121" y="449"/>
                  </a:cubicBezTo>
                  <a:cubicBezTo>
                    <a:pt x="143" y="460"/>
                    <a:pt x="176" y="471"/>
                    <a:pt x="198" y="482"/>
                  </a:cubicBezTo>
                  <a:cubicBezTo>
                    <a:pt x="220" y="482"/>
                    <a:pt x="241" y="493"/>
                    <a:pt x="263" y="493"/>
                  </a:cubicBezTo>
                  <a:lnTo>
                    <a:pt x="351" y="493"/>
                  </a:lnTo>
                  <a:lnTo>
                    <a:pt x="362" y="482"/>
                  </a:lnTo>
                  <a:lnTo>
                    <a:pt x="384" y="482"/>
                  </a:lnTo>
                  <a:cubicBezTo>
                    <a:pt x="432" y="464"/>
                    <a:pt x="483" y="456"/>
                    <a:pt x="534" y="456"/>
                  </a:cubicBezTo>
                  <a:cubicBezTo>
                    <a:pt x="576" y="456"/>
                    <a:pt x="618" y="461"/>
                    <a:pt x="657" y="471"/>
                  </a:cubicBezTo>
                  <a:cubicBezTo>
                    <a:pt x="712" y="493"/>
                    <a:pt x="756" y="526"/>
                    <a:pt x="799" y="569"/>
                  </a:cubicBezTo>
                  <a:cubicBezTo>
                    <a:pt x="821" y="569"/>
                    <a:pt x="843" y="580"/>
                    <a:pt x="865" y="591"/>
                  </a:cubicBezTo>
                  <a:cubicBezTo>
                    <a:pt x="865" y="591"/>
                    <a:pt x="876" y="602"/>
                    <a:pt x="887" y="602"/>
                  </a:cubicBezTo>
                  <a:lnTo>
                    <a:pt x="898" y="602"/>
                  </a:lnTo>
                  <a:cubicBezTo>
                    <a:pt x="931" y="635"/>
                    <a:pt x="974" y="679"/>
                    <a:pt x="1018" y="722"/>
                  </a:cubicBezTo>
                  <a:cubicBezTo>
                    <a:pt x="1051" y="744"/>
                    <a:pt x="1084" y="766"/>
                    <a:pt x="1127" y="788"/>
                  </a:cubicBezTo>
                  <a:cubicBezTo>
                    <a:pt x="1138" y="799"/>
                    <a:pt x="1149" y="799"/>
                    <a:pt x="1160" y="810"/>
                  </a:cubicBezTo>
                  <a:cubicBezTo>
                    <a:pt x="1193" y="821"/>
                    <a:pt x="1237" y="832"/>
                    <a:pt x="1270" y="843"/>
                  </a:cubicBezTo>
                  <a:cubicBezTo>
                    <a:pt x="1313" y="832"/>
                    <a:pt x="1346" y="832"/>
                    <a:pt x="1390" y="821"/>
                  </a:cubicBezTo>
                  <a:cubicBezTo>
                    <a:pt x="1477" y="821"/>
                    <a:pt x="1565" y="810"/>
                    <a:pt x="1641" y="810"/>
                  </a:cubicBezTo>
                  <a:cubicBezTo>
                    <a:pt x="1718" y="799"/>
                    <a:pt x="1795" y="799"/>
                    <a:pt x="1860" y="788"/>
                  </a:cubicBezTo>
                  <a:cubicBezTo>
                    <a:pt x="1937" y="788"/>
                    <a:pt x="1991" y="755"/>
                    <a:pt x="2046" y="733"/>
                  </a:cubicBezTo>
                  <a:lnTo>
                    <a:pt x="2101" y="711"/>
                  </a:lnTo>
                  <a:cubicBezTo>
                    <a:pt x="2123" y="701"/>
                    <a:pt x="2145" y="690"/>
                    <a:pt x="2166" y="679"/>
                  </a:cubicBezTo>
                  <a:cubicBezTo>
                    <a:pt x="2177" y="668"/>
                    <a:pt x="2199" y="657"/>
                    <a:pt x="2210" y="646"/>
                  </a:cubicBezTo>
                  <a:cubicBezTo>
                    <a:pt x="2232" y="635"/>
                    <a:pt x="2298" y="602"/>
                    <a:pt x="2331" y="580"/>
                  </a:cubicBezTo>
                  <a:cubicBezTo>
                    <a:pt x="2363" y="558"/>
                    <a:pt x="2363" y="547"/>
                    <a:pt x="2385" y="536"/>
                  </a:cubicBezTo>
                  <a:cubicBezTo>
                    <a:pt x="2451" y="482"/>
                    <a:pt x="2506" y="427"/>
                    <a:pt x="2560" y="383"/>
                  </a:cubicBezTo>
                  <a:cubicBezTo>
                    <a:pt x="2560" y="351"/>
                    <a:pt x="2593" y="329"/>
                    <a:pt x="2582" y="318"/>
                  </a:cubicBezTo>
                  <a:cubicBezTo>
                    <a:pt x="2580" y="317"/>
                    <a:pt x="2579" y="316"/>
                    <a:pt x="2577" y="316"/>
                  </a:cubicBezTo>
                  <a:cubicBezTo>
                    <a:pt x="2554" y="316"/>
                    <a:pt x="2513" y="375"/>
                    <a:pt x="2473" y="405"/>
                  </a:cubicBezTo>
                  <a:cubicBezTo>
                    <a:pt x="2440" y="438"/>
                    <a:pt x="2396" y="482"/>
                    <a:pt x="2385" y="493"/>
                  </a:cubicBezTo>
                  <a:cubicBezTo>
                    <a:pt x="2341" y="515"/>
                    <a:pt x="2298" y="547"/>
                    <a:pt x="2254" y="569"/>
                  </a:cubicBezTo>
                  <a:cubicBezTo>
                    <a:pt x="2199" y="613"/>
                    <a:pt x="2123" y="657"/>
                    <a:pt x="2057" y="679"/>
                  </a:cubicBezTo>
                  <a:cubicBezTo>
                    <a:pt x="1981" y="711"/>
                    <a:pt x="1915" y="733"/>
                    <a:pt x="1827" y="744"/>
                  </a:cubicBezTo>
                  <a:lnTo>
                    <a:pt x="1565" y="744"/>
                  </a:lnTo>
                  <a:cubicBezTo>
                    <a:pt x="1521" y="744"/>
                    <a:pt x="1477" y="755"/>
                    <a:pt x="1445" y="755"/>
                  </a:cubicBezTo>
                  <a:lnTo>
                    <a:pt x="1291" y="755"/>
                  </a:lnTo>
                  <a:cubicBezTo>
                    <a:pt x="1248" y="744"/>
                    <a:pt x="1193" y="733"/>
                    <a:pt x="1149" y="711"/>
                  </a:cubicBezTo>
                  <a:cubicBezTo>
                    <a:pt x="1138" y="701"/>
                    <a:pt x="1127" y="690"/>
                    <a:pt x="1116" y="690"/>
                  </a:cubicBezTo>
                  <a:cubicBezTo>
                    <a:pt x="1106" y="679"/>
                    <a:pt x="1095" y="679"/>
                    <a:pt x="1084" y="668"/>
                  </a:cubicBezTo>
                  <a:cubicBezTo>
                    <a:pt x="1073" y="657"/>
                    <a:pt x="1051" y="646"/>
                    <a:pt x="1040" y="635"/>
                  </a:cubicBezTo>
                  <a:cubicBezTo>
                    <a:pt x="1007" y="591"/>
                    <a:pt x="952" y="547"/>
                    <a:pt x="931" y="515"/>
                  </a:cubicBezTo>
                  <a:cubicBezTo>
                    <a:pt x="909" y="493"/>
                    <a:pt x="887" y="471"/>
                    <a:pt x="854" y="449"/>
                  </a:cubicBezTo>
                  <a:cubicBezTo>
                    <a:pt x="832" y="427"/>
                    <a:pt x="810" y="416"/>
                    <a:pt x="777" y="405"/>
                  </a:cubicBezTo>
                  <a:cubicBezTo>
                    <a:pt x="745" y="394"/>
                    <a:pt x="723" y="383"/>
                    <a:pt x="690" y="372"/>
                  </a:cubicBezTo>
                  <a:lnTo>
                    <a:pt x="570" y="372"/>
                  </a:lnTo>
                  <a:cubicBezTo>
                    <a:pt x="537" y="372"/>
                    <a:pt x="493" y="372"/>
                    <a:pt x="460" y="383"/>
                  </a:cubicBezTo>
                  <a:lnTo>
                    <a:pt x="351" y="405"/>
                  </a:lnTo>
                  <a:lnTo>
                    <a:pt x="231" y="405"/>
                  </a:lnTo>
                  <a:lnTo>
                    <a:pt x="220" y="394"/>
                  </a:lnTo>
                  <a:cubicBezTo>
                    <a:pt x="198" y="383"/>
                    <a:pt x="176" y="372"/>
                    <a:pt x="165" y="361"/>
                  </a:cubicBezTo>
                  <a:cubicBezTo>
                    <a:pt x="154" y="351"/>
                    <a:pt x="143" y="340"/>
                    <a:pt x="132" y="329"/>
                  </a:cubicBezTo>
                  <a:cubicBezTo>
                    <a:pt x="110" y="296"/>
                    <a:pt x="99" y="252"/>
                    <a:pt x="99" y="208"/>
                  </a:cubicBezTo>
                  <a:cubicBezTo>
                    <a:pt x="121" y="154"/>
                    <a:pt x="143" y="110"/>
                    <a:pt x="165" y="55"/>
                  </a:cubicBezTo>
                  <a:lnTo>
                    <a:pt x="165" y="44"/>
                  </a:lnTo>
                  <a:lnTo>
                    <a:pt x="15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22"/>
            <p:cNvSpPr/>
            <p:nvPr/>
          </p:nvSpPr>
          <p:spPr>
            <a:xfrm flipH="1">
              <a:off x="703300" y="4899225"/>
              <a:ext cx="31750" cy="10800"/>
            </a:xfrm>
            <a:custGeom>
              <a:avLst/>
              <a:gdLst/>
              <a:ahLst/>
              <a:cxnLst/>
              <a:rect l="l" t="t" r="r" b="b"/>
              <a:pathLst>
                <a:path w="1270" h="432" extrusionOk="0">
                  <a:moveTo>
                    <a:pt x="843" y="0"/>
                  </a:moveTo>
                  <a:cubicBezTo>
                    <a:pt x="832" y="11"/>
                    <a:pt x="810" y="11"/>
                    <a:pt x="788" y="22"/>
                  </a:cubicBezTo>
                  <a:lnTo>
                    <a:pt x="723" y="22"/>
                  </a:lnTo>
                  <a:cubicBezTo>
                    <a:pt x="690" y="22"/>
                    <a:pt x="668" y="33"/>
                    <a:pt x="635" y="33"/>
                  </a:cubicBezTo>
                  <a:lnTo>
                    <a:pt x="624" y="33"/>
                  </a:lnTo>
                  <a:cubicBezTo>
                    <a:pt x="613" y="33"/>
                    <a:pt x="613" y="44"/>
                    <a:pt x="602" y="44"/>
                  </a:cubicBezTo>
                  <a:lnTo>
                    <a:pt x="580" y="44"/>
                  </a:lnTo>
                  <a:cubicBezTo>
                    <a:pt x="548" y="44"/>
                    <a:pt x="526" y="55"/>
                    <a:pt x="504" y="66"/>
                  </a:cubicBezTo>
                  <a:lnTo>
                    <a:pt x="460" y="66"/>
                  </a:lnTo>
                  <a:cubicBezTo>
                    <a:pt x="438" y="66"/>
                    <a:pt x="427" y="77"/>
                    <a:pt x="416" y="77"/>
                  </a:cubicBezTo>
                  <a:lnTo>
                    <a:pt x="383" y="99"/>
                  </a:lnTo>
                  <a:cubicBezTo>
                    <a:pt x="373" y="109"/>
                    <a:pt x="362" y="131"/>
                    <a:pt x="351" y="131"/>
                  </a:cubicBezTo>
                  <a:cubicBezTo>
                    <a:pt x="340" y="142"/>
                    <a:pt x="318" y="153"/>
                    <a:pt x="307" y="153"/>
                  </a:cubicBezTo>
                  <a:lnTo>
                    <a:pt x="263" y="175"/>
                  </a:lnTo>
                  <a:lnTo>
                    <a:pt x="208" y="208"/>
                  </a:lnTo>
                  <a:lnTo>
                    <a:pt x="187" y="208"/>
                  </a:lnTo>
                  <a:cubicBezTo>
                    <a:pt x="176" y="219"/>
                    <a:pt x="176" y="230"/>
                    <a:pt x="165" y="230"/>
                  </a:cubicBezTo>
                  <a:cubicBezTo>
                    <a:pt x="154" y="241"/>
                    <a:pt x="143" y="241"/>
                    <a:pt x="143" y="241"/>
                  </a:cubicBezTo>
                  <a:lnTo>
                    <a:pt x="88" y="274"/>
                  </a:lnTo>
                  <a:lnTo>
                    <a:pt x="77" y="284"/>
                  </a:lnTo>
                  <a:cubicBezTo>
                    <a:pt x="55" y="306"/>
                    <a:pt x="23" y="306"/>
                    <a:pt x="1" y="339"/>
                  </a:cubicBezTo>
                  <a:cubicBezTo>
                    <a:pt x="1" y="350"/>
                    <a:pt x="12" y="361"/>
                    <a:pt x="12" y="383"/>
                  </a:cubicBezTo>
                  <a:cubicBezTo>
                    <a:pt x="14" y="381"/>
                    <a:pt x="16" y="380"/>
                    <a:pt x="18" y="380"/>
                  </a:cubicBezTo>
                  <a:cubicBezTo>
                    <a:pt x="26" y="380"/>
                    <a:pt x="33" y="394"/>
                    <a:pt x="33" y="394"/>
                  </a:cubicBezTo>
                  <a:cubicBezTo>
                    <a:pt x="44" y="394"/>
                    <a:pt x="44" y="405"/>
                    <a:pt x="55" y="405"/>
                  </a:cubicBezTo>
                  <a:lnTo>
                    <a:pt x="77" y="405"/>
                  </a:lnTo>
                  <a:cubicBezTo>
                    <a:pt x="77" y="405"/>
                    <a:pt x="88" y="416"/>
                    <a:pt x="88" y="416"/>
                  </a:cubicBezTo>
                  <a:cubicBezTo>
                    <a:pt x="96" y="423"/>
                    <a:pt x="104" y="431"/>
                    <a:pt x="107" y="431"/>
                  </a:cubicBezTo>
                  <a:cubicBezTo>
                    <a:pt x="109" y="431"/>
                    <a:pt x="110" y="430"/>
                    <a:pt x="110" y="427"/>
                  </a:cubicBezTo>
                  <a:cubicBezTo>
                    <a:pt x="110" y="405"/>
                    <a:pt x="132" y="394"/>
                    <a:pt x="143" y="372"/>
                  </a:cubicBezTo>
                  <a:cubicBezTo>
                    <a:pt x="165" y="350"/>
                    <a:pt x="187" y="328"/>
                    <a:pt x="198" y="317"/>
                  </a:cubicBezTo>
                  <a:cubicBezTo>
                    <a:pt x="202" y="309"/>
                    <a:pt x="204" y="307"/>
                    <a:pt x="206" y="307"/>
                  </a:cubicBezTo>
                  <a:cubicBezTo>
                    <a:pt x="209" y="307"/>
                    <a:pt x="211" y="310"/>
                    <a:pt x="213" y="310"/>
                  </a:cubicBezTo>
                  <a:cubicBezTo>
                    <a:pt x="215" y="310"/>
                    <a:pt x="217" y="309"/>
                    <a:pt x="219" y="306"/>
                  </a:cubicBezTo>
                  <a:cubicBezTo>
                    <a:pt x="230" y="295"/>
                    <a:pt x="230" y="284"/>
                    <a:pt x="241" y="284"/>
                  </a:cubicBezTo>
                  <a:cubicBezTo>
                    <a:pt x="263" y="274"/>
                    <a:pt x="274" y="263"/>
                    <a:pt x="285" y="252"/>
                  </a:cubicBezTo>
                  <a:lnTo>
                    <a:pt x="307" y="252"/>
                  </a:lnTo>
                  <a:lnTo>
                    <a:pt x="340" y="230"/>
                  </a:lnTo>
                  <a:cubicBezTo>
                    <a:pt x="373" y="208"/>
                    <a:pt x="394" y="197"/>
                    <a:pt x="427" y="186"/>
                  </a:cubicBezTo>
                  <a:cubicBezTo>
                    <a:pt x="438" y="181"/>
                    <a:pt x="452" y="181"/>
                    <a:pt x="467" y="181"/>
                  </a:cubicBezTo>
                  <a:cubicBezTo>
                    <a:pt x="482" y="181"/>
                    <a:pt x="498" y="181"/>
                    <a:pt x="515" y="175"/>
                  </a:cubicBezTo>
                  <a:cubicBezTo>
                    <a:pt x="515" y="164"/>
                    <a:pt x="526" y="153"/>
                    <a:pt x="526" y="142"/>
                  </a:cubicBezTo>
                  <a:lnTo>
                    <a:pt x="537" y="142"/>
                  </a:lnTo>
                  <a:lnTo>
                    <a:pt x="537" y="131"/>
                  </a:lnTo>
                  <a:cubicBezTo>
                    <a:pt x="558" y="131"/>
                    <a:pt x="580" y="120"/>
                    <a:pt x="613" y="120"/>
                  </a:cubicBezTo>
                  <a:cubicBezTo>
                    <a:pt x="624" y="109"/>
                    <a:pt x="646" y="109"/>
                    <a:pt x="657" y="109"/>
                  </a:cubicBezTo>
                  <a:lnTo>
                    <a:pt x="679" y="109"/>
                  </a:lnTo>
                  <a:cubicBezTo>
                    <a:pt x="690" y="99"/>
                    <a:pt x="701" y="99"/>
                    <a:pt x="723" y="99"/>
                  </a:cubicBezTo>
                  <a:cubicBezTo>
                    <a:pt x="733" y="99"/>
                    <a:pt x="755" y="77"/>
                    <a:pt x="766" y="77"/>
                  </a:cubicBezTo>
                  <a:cubicBezTo>
                    <a:pt x="783" y="71"/>
                    <a:pt x="802" y="68"/>
                    <a:pt x="821" y="68"/>
                  </a:cubicBezTo>
                  <a:cubicBezTo>
                    <a:pt x="840" y="68"/>
                    <a:pt x="859" y="71"/>
                    <a:pt x="876" y="77"/>
                  </a:cubicBezTo>
                  <a:cubicBezTo>
                    <a:pt x="908" y="77"/>
                    <a:pt x="941" y="88"/>
                    <a:pt x="963" y="109"/>
                  </a:cubicBezTo>
                  <a:cubicBezTo>
                    <a:pt x="996" y="109"/>
                    <a:pt x="1018" y="131"/>
                    <a:pt x="1040" y="142"/>
                  </a:cubicBezTo>
                  <a:cubicBezTo>
                    <a:pt x="1040" y="142"/>
                    <a:pt x="1051" y="153"/>
                    <a:pt x="1062" y="153"/>
                  </a:cubicBezTo>
                  <a:cubicBezTo>
                    <a:pt x="1073" y="153"/>
                    <a:pt x="1073" y="164"/>
                    <a:pt x="1083" y="175"/>
                  </a:cubicBezTo>
                  <a:cubicBezTo>
                    <a:pt x="1094" y="175"/>
                    <a:pt x="1094" y="175"/>
                    <a:pt x="1105" y="186"/>
                  </a:cubicBezTo>
                  <a:cubicBezTo>
                    <a:pt x="1127" y="186"/>
                    <a:pt x="1138" y="208"/>
                    <a:pt x="1149" y="219"/>
                  </a:cubicBezTo>
                  <a:cubicBezTo>
                    <a:pt x="1160" y="230"/>
                    <a:pt x="1160" y="230"/>
                    <a:pt x="1171" y="241"/>
                  </a:cubicBezTo>
                  <a:cubicBezTo>
                    <a:pt x="1193" y="263"/>
                    <a:pt x="1215" y="295"/>
                    <a:pt x="1226" y="328"/>
                  </a:cubicBezTo>
                  <a:cubicBezTo>
                    <a:pt x="1234" y="328"/>
                    <a:pt x="1236" y="342"/>
                    <a:pt x="1248" y="342"/>
                  </a:cubicBezTo>
                  <a:cubicBezTo>
                    <a:pt x="1251" y="342"/>
                    <a:pt x="1254" y="341"/>
                    <a:pt x="1258" y="339"/>
                  </a:cubicBezTo>
                  <a:cubicBezTo>
                    <a:pt x="1269" y="328"/>
                    <a:pt x="1258" y="295"/>
                    <a:pt x="1248" y="274"/>
                  </a:cubicBezTo>
                  <a:cubicBezTo>
                    <a:pt x="1237" y="263"/>
                    <a:pt x="1215" y="241"/>
                    <a:pt x="1204" y="230"/>
                  </a:cubicBezTo>
                  <a:cubicBezTo>
                    <a:pt x="1204" y="208"/>
                    <a:pt x="1182" y="186"/>
                    <a:pt x="1160" y="175"/>
                  </a:cubicBezTo>
                  <a:cubicBezTo>
                    <a:pt x="1127" y="153"/>
                    <a:pt x="1105" y="131"/>
                    <a:pt x="1073" y="109"/>
                  </a:cubicBezTo>
                  <a:cubicBezTo>
                    <a:pt x="1040" y="88"/>
                    <a:pt x="1007" y="77"/>
                    <a:pt x="974" y="66"/>
                  </a:cubicBezTo>
                  <a:lnTo>
                    <a:pt x="941" y="44"/>
                  </a:lnTo>
                  <a:lnTo>
                    <a:pt x="930" y="44"/>
                  </a:lnTo>
                  <a:cubicBezTo>
                    <a:pt x="919" y="33"/>
                    <a:pt x="898" y="22"/>
                    <a:pt x="887" y="11"/>
                  </a:cubicBezTo>
                  <a:cubicBezTo>
                    <a:pt x="876" y="11"/>
                    <a:pt x="854" y="11"/>
                    <a:pt x="84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1" name="Google Shape;3221;p22"/>
          <p:cNvGrpSpPr/>
          <p:nvPr/>
        </p:nvGrpSpPr>
        <p:grpSpPr>
          <a:xfrm rot="-9237154">
            <a:off x="6323535" y="1024215"/>
            <a:ext cx="39674" cy="33499"/>
            <a:chOff x="1171975" y="3874200"/>
            <a:chExt cx="39675" cy="33500"/>
          </a:xfrm>
        </p:grpSpPr>
        <p:sp>
          <p:nvSpPr>
            <p:cNvPr id="3222" name="Google Shape;3222;p22"/>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22"/>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22"/>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22"/>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22"/>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7" name="Google Shape;3227;p22"/>
          <p:cNvGrpSpPr/>
          <p:nvPr/>
        </p:nvGrpSpPr>
        <p:grpSpPr>
          <a:xfrm rot="-9237154">
            <a:off x="7535774" y="45705"/>
            <a:ext cx="45398" cy="34424"/>
            <a:chOff x="89450" y="4246250"/>
            <a:chExt cx="45400" cy="34425"/>
          </a:xfrm>
        </p:grpSpPr>
        <p:sp>
          <p:nvSpPr>
            <p:cNvPr id="3228" name="Google Shape;3228;p22"/>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22"/>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22"/>
            <p:cNvSpPr/>
            <p:nvPr/>
          </p:nvSpPr>
          <p:spPr>
            <a:xfrm flipH="1">
              <a:off x="99825" y="42520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1" name="Google Shape;3231;p22"/>
          <p:cNvGrpSpPr/>
          <p:nvPr/>
        </p:nvGrpSpPr>
        <p:grpSpPr>
          <a:xfrm rot="-9237154">
            <a:off x="7534543" y="836433"/>
            <a:ext cx="47873" cy="30924"/>
            <a:chOff x="194175" y="4477025"/>
            <a:chExt cx="47875" cy="30925"/>
          </a:xfrm>
        </p:grpSpPr>
        <p:sp>
          <p:nvSpPr>
            <p:cNvPr id="3232" name="Google Shape;3232;p22"/>
            <p:cNvSpPr/>
            <p:nvPr/>
          </p:nvSpPr>
          <p:spPr>
            <a:xfrm flipH="1">
              <a:off x="206750" y="4483600"/>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22"/>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2"/>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2"/>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22"/>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22"/>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8" name="Google Shape;3238;p22"/>
          <p:cNvGrpSpPr/>
          <p:nvPr/>
        </p:nvGrpSpPr>
        <p:grpSpPr>
          <a:xfrm rot="-9237154">
            <a:off x="7056083" y="640554"/>
            <a:ext cx="44323" cy="58423"/>
            <a:chOff x="672400" y="4517950"/>
            <a:chExt cx="44325" cy="58425"/>
          </a:xfrm>
        </p:grpSpPr>
        <p:sp>
          <p:nvSpPr>
            <p:cNvPr id="3239" name="Google Shape;3239;p22"/>
            <p:cNvSpPr/>
            <p:nvPr/>
          </p:nvSpPr>
          <p:spPr>
            <a:xfrm flipH="1">
              <a:off x="710150" y="4539925"/>
              <a:ext cx="25" cy="25"/>
            </a:xfrm>
            <a:custGeom>
              <a:avLst/>
              <a:gdLst/>
              <a:ahLst/>
              <a:cxnLst/>
              <a:rect l="l" t="t" r="r" b="b"/>
              <a:pathLst>
                <a:path w="1" h="1" extrusionOk="0">
                  <a:moveTo>
                    <a:pt x="1"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22"/>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22"/>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22"/>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22"/>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22"/>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5" name="Google Shape;3245;p22"/>
          <p:cNvGrpSpPr/>
          <p:nvPr/>
        </p:nvGrpSpPr>
        <p:grpSpPr>
          <a:xfrm rot="-9237154">
            <a:off x="7237835" y="848361"/>
            <a:ext cx="78772" cy="92922"/>
            <a:chOff x="319125" y="4619225"/>
            <a:chExt cx="78775" cy="92925"/>
          </a:xfrm>
        </p:grpSpPr>
        <p:sp>
          <p:nvSpPr>
            <p:cNvPr id="3246" name="Google Shape;3246;p22"/>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22"/>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22"/>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22"/>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0" name="Google Shape;3250;p22"/>
          <p:cNvGrpSpPr/>
          <p:nvPr/>
        </p:nvGrpSpPr>
        <p:grpSpPr>
          <a:xfrm rot="-9237154">
            <a:off x="7658906" y="677907"/>
            <a:ext cx="56073" cy="56073"/>
            <a:chOff x="327875" y="5038950"/>
            <a:chExt cx="56075" cy="56075"/>
          </a:xfrm>
        </p:grpSpPr>
        <p:sp>
          <p:nvSpPr>
            <p:cNvPr id="3251" name="Google Shape;3251;p22"/>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22"/>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22"/>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22"/>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22"/>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6" name="Google Shape;3256;p22"/>
          <p:cNvGrpSpPr/>
          <p:nvPr/>
        </p:nvGrpSpPr>
        <p:grpSpPr>
          <a:xfrm rot="-9237154">
            <a:off x="7738477" y="957134"/>
            <a:ext cx="54698" cy="76572"/>
            <a:chOff x="433700" y="4770875"/>
            <a:chExt cx="54700" cy="76575"/>
          </a:xfrm>
        </p:grpSpPr>
        <p:sp>
          <p:nvSpPr>
            <p:cNvPr id="3257" name="Google Shape;3257;p22"/>
            <p:cNvSpPr/>
            <p:nvPr/>
          </p:nvSpPr>
          <p:spPr>
            <a:xfrm flipH="1">
              <a:off x="475250" y="4792025"/>
              <a:ext cx="1125" cy="850"/>
            </a:xfrm>
            <a:custGeom>
              <a:avLst/>
              <a:gdLst/>
              <a:ahLst/>
              <a:cxnLst/>
              <a:rect l="l" t="t" r="r" b="b"/>
              <a:pathLst>
                <a:path w="45" h="34" extrusionOk="0">
                  <a:moveTo>
                    <a:pt x="0" y="1"/>
                  </a:moveTo>
                  <a:lnTo>
                    <a:pt x="0" y="12"/>
                  </a:lnTo>
                  <a:cubicBezTo>
                    <a:pt x="0" y="23"/>
                    <a:pt x="11" y="33"/>
                    <a:pt x="33" y="33"/>
                  </a:cubicBezTo>
                  <a:cubicBezTo>
                    <a:pt x="33" y="23"/>
                    <a:pt x="44" y="23"/>
                    <a:pt x="44" y="12"/>
                  </a:cubicBezTo>
                  <a:cubicBezTo>
                    <a:pt x="33" y="12"/>
                    <a:pt x="1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22"/>
            <p:cNvSpPr/>
            <p:nvPr/>
          </p:nvSpPr>
          <p:spPr>
            <a:xfrm flipH="1">
              <a:off x="433700" y="4770875"/>
              <a:ext cx="54700" cy="76575"/>
            </a:xfrm>
            <a:custGeom>
              <a:avLst/>
              <a:gdLst/>
              <a:ahLst/>
              <a:cxnLst/>
              <a:rect l="l" t="t" r="r" b="b"/>
              <a:pathLst>
                <a:path w="2188" h="3063" extrusionOk="0">
                  <a:moveTo>
                    <a:pt x="547" y="956"/>
                  </a:moveTo>
                  <a:lnTo>
                    <a:pt x="536" y="967"/>
                  </a:lnTo>
                  <a:lnTo>
                    <a:pt x="536" y="978"/>
                  </a:lnTo>
                  <a:cubicBezTo>
                    <a:pt x="536" y="978"/>
                    <a:pt x="525" y="978"/>
                    <a:pt x="514" y="989"/>
                  </a:cubicBezTo>
                  <a:cubicBezTo>
                    <a:pt x="503" y="1000"/>
                    <a:pt x="503" y="1011"/>
                    <a:pt x="492" y="1033"/>
                  </a:cubicBezTo>
                  <a:cubicBezTo>
                    <a:pt x="492" y="1044"/>
                    <a:pt x="481" y="1054"/>
                    <a:pt x="481" y="1065"/>
                  </a:cubicBezTo>
                  <a:cubicBezTo>
                    <a:pt x="470" y="1065"/>
                    <a:pt x="470" y="1076"/>
                    <a:pt x="460" y="1076"/>
                  </a:cubicBezTo>
                  <a:cubicBezTo>
                    <a:pt x="460" y="1109"/>
                    <a:pt x="449" y="1131"/>
                    <a:pt x="449" y="1153"/>
                  </a:cubicBezTo>
                  <a:cubicBezTo>
                    <a:pt x="449" y="1172"/>
                    <a:pt x="432" y="1191"/>
                    <a:pt x="442" y="1210"/>
                  </a:cubicBezTo>
                  <a:lnTo>
                    <a:pt x="442" y="1210"/>
                  </a:lnTo>
                  <a:cubicBezTo>
                    <a:pt x="458" y="1183"/>
                    <a:pt x="474" y="1157"/>
                    <a:pt x="492" y="1131"/>
                  </a:cubicBezTo>
                  <a:cubicBezTo>
                    <a:pt x="514" y="1076"/>
                    <a:pt x="536" y="1011"/>
                    <a:pt x="547" y="956"/>
                  </a:cubicBezTo>
                  <a:close/>
                  <a:moveTo>
                    <a:pt x="1499" y="234"/>
                  </a:moveTo>
                  <a:cubicBezTo>
                    <a:pt x="1553" y="234"/>
                    <a:pt x="1608" y="245"/>
                    <a:pt x="1652" y="267"/>
                  </a:cubicBezTo>
                  <a:cubicBezTo>
                    <a:pt x="1652" y="266"/>
                    <a:pt x="1652" y="266"/>
                    <a:pt x="1652" y="266"/>
                  </a:cubicBezTo>
                  <a:cubicBezTo>
                    <a:pt x="1657" y="266"/>
                    <a:pt x="1706" y="366"/>
                    <a:pt x="1706" y="376"/>
                  </a:cubicBezTo>
                  <a:cubicBezTo>
                    <a:pt x="1706" y="387"/>
                    <a:pt x="1750" y="497"/>
                    <a:pt x="1750" y="519"/>
                  </a:cubicBezTo>
                  <a:cubicBezTo>
                    <a:pt x="1772" y="562"/>
                    <a:pt x="1783" y="595"/>
                    <a:pt x="1805" y="639"/>
                  </a:cubicBezTo>
                  <a:cubicBezTo>
                    <a:pt x="1816" y="650"/>
                    <a:pt x="1816" y="672"/>
                    <a:pt x="1816" y="683"/>
                  </a:cubicBezTo>
                  <a:cubicBezTo>
                    <a:pt x="1827" y="726"/>
                    <a:pt x="1827" y="759"/>
                    <a:pt x="1838" y="803"/>
                  </a:cubicBezTo>
                  <a:cubicBezTo>
                    <a:pt x="1838" y="901"/>
                    <a:pt x="1849" y="1000"/>
                    <a:pt x="1870" y="1109"/>
                  </a:cubicBezTo>
                  <a:lnTo>
                    <a:pt x="1881" y="1197"/>
                  </a:lnTo>
                  <a:lnTo>
                    <a:pt x="1881" y="1208"/>
                  </a:lnTo>
                  <a:cubicBezTo>
                    <a:pt x="1881" y="1229"/>
                    <a:pt x="1892" y="1251"/>
                    <a:pt x="1892" y="1273"/>
                  </a:cubicBezTo>
                  <a:cubicBezTo>
                    <a:pt x="1925" y="1536"/>
                    <a:pt x="1947" y="1787"/>
                    <a:pt x="1936" y="2050"/>
                  </a:cubicBezTo>
                  <a:cubicBezTo>
                    <a:pt x="1947" y="2126"/>
                    <a:pt x="1936" y="2214"/>
                    <a:pt x="1903" y="2290"/>
                  </a:cubicBezTo>
                  <a:cubicBezTo>
                    <a:pt x="1838" y="2422"/>
                    <a:pt x="1739" y="2531"/>
                    <a:pt x="1619" y="2619"/>
                  </a:cubicBezTo>
                  <a:cubicBezTo>
                    <a:pt x="1553" y="2662"/>
                    <a:pt x="1499" y="2695"/>
                    <a:pt x="1422" y="2717"/>
                  </a:cubicBezTo>
                  <a:cubicBezTo>
                    <a:pt x="1389" y="2728"/>
                    <a:pt x="1313" y="2750"/>
                    <a:pt x="1269" y="2761"/>
                  </a:cubicBezTo>
                  <a:cubicBezTo>
                    <a:pt x="1192" y="2783"/>
                    <a:pt x="1160" y="2794"/>
                    <a:pt x="1083" y="2804"/>
                  </a:cubicBezTo>
                  <a:cubicBezTo>
                    <a:pt x="952" y="2829"/>
                    <a:pt x="814" y="2841"/>
                    <a:pt x="680" y="2841"/>
                  </a:cubicBezTo>
                  <a:cubicBezTo>
                    <a:pt x="635" y="2841"/>
                    <a:pt x="591" y="2840"/>
                    <a:pt x="547" y="2837"/>
                  </a:cubicBezTo>
                  <a:lnTo>
                    <a:pt x="481" y="2837"/>
                  </a:lnTo>
                  <a:cubicBezTo>
                    <a:pt x="481" y="2837"/>
                    <a:pt x="470" y="2837"/>
                    <a:pt x="470" y="2826"/>
                  </a:cubicBezTo>
                  <a:cubicBezTo>
                    <a:pt x="470" y="2815"/>
                    <a:pt x="438" y="2794"/>
                    <a:pt x="427" y="2761"/>
                  </a:cubicBezTo>
                  <a:cubicBezTo>
                    <a:pt x="405" y="2739"/>
                    <a:pt x="383" y="2717"/>
                    <a:pt x="361" y="2695"/>
                  </a:cubicBezTo>
                  <a:cubicBezTo>
                    <a:pt x="317" y="2640"/>
                    <a:pt x="295" y="2586"/>
                    <a:pt x="274" y="2531"/>
                  </a:cubicBezTo>
                  <a:cubicBezTo>
                    <a:pt x="241" y="2422"/>
                    <a:pt x="219" y="2301"/>
                    <a:pt x="208" y="2192"/>
                  </a:cubicBezTo>
                  <a:cubicBezTo>
                    <a:pt x="186" y="2159"/>
                    <a:pt x="164" y="2126"/>
                    <a:pt x="142" y="2104"/>
                  </a:cubicBezTo>
                  <a:cubicBezTo>
                    <a:pt x="142" y="2094"/>
                    <a:pt x="142" y="2094"/>
                    <a:pt x="142" y="2083"/>
                  </a:cubicBezTo>
                  <a:cubicBezTo>
                    <a:pt x="142" y="2072"/>
                    <a:pt x="153" y="2061"/>
                    <a:pt x="153" y="2050"/>
                  </a:cubicBezTo>
                  <a:cubicBezTo>
                    <a:pt x="148" y="2044"/>
                    <a:pt x="145" y="2042"/>
                    <a:pt x="142" y="2042"/>
                  </a:cubicBezTo>
                  <a:cubicBezTo>
                    <a:pt x="140" y="2042"/>
                    <a:pt x="137" y="2044"/>
                    <a:pt x="131" y="2050"/>
                  </a:cubicBezTo>
                  <a:lnTo>
                    <a:pt x="88" y="2050"/>
                  </a:lnTo>
                  <a:lnTo>
                    <a:pt x="55" y="2017"/>
                  </a:lnTo>
                  <a:cubicBezTo>
                    <a:pt x="66" y="1995"/>
                    <a:pt x="77" y="1962"/>
                    <a:pt x="88" y="1951"/>
                  </a:cubicBezTo>
                  <a:cubicBezTo>
                    <a:pt x="99" y="1929"/>
                    <a:pt x="110" y="1908"/>
                    <a:pt x="120" y="1886"/>
                  </a:cubicBezTo>
                  <a:cubicBezTo>
                    <a:pt x="131" y="1875"/>
                    <a:pt x="120" y="1875"/>
                    <a:pt x="131" y="1875"/>
                  </a:cubicBezTo>
                  <a:cubicBezTo>
                    <a:pt x="131" y="1864"/>
                    <a:pt x="131" y="1853"/>
                    <a:pt x="142" y="1842"/>
                  </a:cubicBezTo>
                  <a:cubicBezTo>
                    <a:pt x="153" y="1831"/>
                    <a:pt x="153" y="1831"/>
                    <a:pt x="153" y="1831"/>
                  </a:cubicBezTo>
                  <a:lnTo>
                    <a:pt x="175" y="1787"/>
                  </a:lnTo>
                  <a:lnTo>
                    <a:pt x="197" y="1754"/>
                  </a:lnTo>
                  <a:lnTo>
                    <a:pt x="219" y="1722"/>
                  </a:lnTo>
                  <a:cubicBezTo>
                    <a:pt x="219" y="1711"/>
                    <a:pt x="219" y="1689"/>
                    <a:pt x="230" y="1678"/>
                  </a:cubicBezTo>
                  <a:cubicBezTo>
                    <a:pt x="241" y="1667"/>
                    <a:pt x="241" y="1656"/>
                    <a:pt x="252" y="1645"/>
                  </a:cubicBezTo>
                  <a:cubicBezTo>
                    <a:pt x="252" y="1634"/>
                    <a:pt x="263" y="1623"/>
                    <a:pt x="274" y="1612"/>
                  </a:cubicBezTo>
                  <a:lnTo>
                    <a:pt x="285" y="1601"/>
                  </a:lnTo>
                  <a:cubicBezTo>
                    <a:pt x="306" y="1569"/>
                    <a:pt x="317" y="1525"/>
                    <a:pt x="328" y="1492"/>
                  </a:cubicBezTo>
                  <a:cubicBezTo>
                    <a:pt x="351" y="1401"/>
                    <a:pt x="384" y="1315"/>
                    <a:pt x="428" y="1234"/>
                  </a:cubicBezTo>
                  <a:lnTo>
                    <a:pt x="428" y="1234"/>
                  </a:lnTo>
                  <a:cubicBezTo>
                    <a:pt x="432" y="1236"/>
                    <a:pt x="435" y="1238"/>
                    <a:pt x="438" y="1240"/>
                  </a:cubicBezTo>
                  <a:cubicBezTo>
                    <a:pt x="443" y="1229"/>
                    <a:pt x="449" y="1229"/>
                    <a:pt x="451" y="1229"/>
                  </a:cubicBezTo>
                  <a:cubicBezTo>
                    <a:pt x="454" y="1229"/>
                    <a:pt x="454" y="1229"/>
                    <a:pt x="449" y="1219"/>
                  </a:cubicBezTo>
                  <a:cubicBezTo>
                    <a:pt x="446" y="1216"/>
                    <a:pt x="444" y="1213"/>
                    <a:pt x="442" y="1210"/>
                  </a:cubicBezTo>
                  <a:lnTo>
                    <a:pt x="442" y="1210"/>
                  </a:lnTo>
                  <a:cubicBezTo>
                    <a:pt x="437" y="1218"/>
                    <a:pt x="433" y="1226"/>
                    <a:pt x="428" y="1234"/>
                  </a:cubicBezTo>
                  <a:lnTo>
                    <a:pt x="428" y="1234"/>
                  </a:lnTo>
                  <a:cubicBezTo>
                    <a:pt x="424" y="1233"/>
                    <a:pt x="420" y="1232"/>
                    <a:pt x="416" y="1232"/>
                  </a:cubicBezTo>
                  <a:cubicBezTo>
                    <a:pt x="408" y="1232"/>
                    <a:pt x="399" y="1235"/>
                    <a:pt x="394" y="1240"/>
                  </a:cubicBezTo>
                  <a:cubicBezTo>
                    <a:pt x="394" y="1235"/>
                    <a:pt x="391" y="1232"/>
                    <a:pt x="387" y="1232"/>
                  </a:cubicBezTo>
                  <a:cubicBezTo>
                    <a:pt x="383" y="1232"/>
                    <a:pt x="378" y="1235"/>
                    <a:pt x="372" y="1240"/>
                  </a:cubicBezTo>
                  <a:lnTo>
                    <a:pt x="361" y="1240"/>
                  </a:lnTo>
                  <a:lnTo>
                    <a:pt x="328" y="1208"/>
                  </a:lnTo>
                  <a:cubicBezTo>
                    <a:pt x="328" y="1175"/>
                    <a:pt x="339" y="1142"/>
                    <a:pt x="361" y="1120"/>
                  </a:cubicBezTo>
                  <a:cubicBezTo>
                    <a:pt x="372" y="1098"/>
                    <a:pt x="383" y="1065"/>
                    <a:pt x="405" y="1044"/>
                  </a:cubicBezTo>
                  <a:cubicBezTo>
                    <a:pt x="405" y="1033"/>
                    <a:pt x="405" y="1033"/>
                    <a:pt x="416" y="1022"/>
                  </a:cubicBezTo>
                  <a:cubicBezTo>
                    <a:pt x="416" y="1011"/>
                    <a:pt x="427" y="1000"/>
                    <a:pt x="438" y="989"/>
                  </a:cubicBezTo>
                  <a:cubicBezTo>
                    <a:pt x="438" y="978"/>
                    <a:pt x="438" y="978"/>
                    <a:pt x="449" y="967"/>
                  </a:cubicBezTo>
                  <a:cubicBezTo>
                    <a:pt x="460" y="956"/>
                    <a:pt x="470" y="945"/>
                    <a:pt x="481" y="923"/>
                  </a:cubicBezTo>
                  <a:lnTo>
                    <a:pt x="514" y="879"/>
                  </a:lnTo>
                  <a:lnTo>
                    <a:pt x="525" y="869"/>
                  </a:lnTo>
                  <a:cubicBezTo>
                    <a:pt x="515" y="869"/>
                    <a:pt x="504" y="858"/>
                    <a:pt x="494" y="848"/>
                  </a:cubicBezTo>
                  <a:lnTo>
                    <a:pt x="494" y="848"/>
                  </a:lnTo>
                  <a:cubicBezTo>
                    <a:pt x="508" y="851"/>
                    <a:pt x="519" y="858"/>
                    <a:pt x="536" y="858"/>
                  </a:cubicBezTo>
                  <a:cubicBezTo>
                    <a:pt x="536" y="836"/>
                    <a:pt x="547" y="825"/>
                    <a:pt x="558" y="803"/>
                  </a:cubicBezTo>
                  <a:cubicBezTo>
                    <a:pt x="580" y="792"/>
                    <a:pt x="591" y="781"/>
                    <a:pt x="613" y="770"/>
                  </a:cubicBezTo>
                  <a:lnTo>
                    <a:pt x="678" y="770"/>
                  </a:lnTo>
                  <a:cubicBezTo>
                    <a:pt x="689" y="781"/>
                    <a:pt x="700" y="792"/>
                    <a:pt x="722" y="803"/>
                  </a:cubicBezTo>
                  <a:lnTo>
                    <a:pt x="755" y="770"/>
                  </a:lnTo>
                  <a:lnTo>
                    <a:pt x="842" y="694"/>
                  </a:lnTo>
                  <a:cubicBezTo>
                    <a:pt x="897" y="639"/>
                    <a:pt x="952" y="584"/>
                    <a:pt x="1006" y="529"/>
                  </a:cubicBezTo>
                  <a:cubicBezTo>
                    <a:pt x="1050" y="475"/>
                    <a:pt x="1083" y="420"/>
                    <a:pt x="1105" y="365"/>
                  </a:cubicBezTo>
                  <a:cubicBezTo>
                    <a:pt x="1105" y="344"/>
                    <a:pt x="1116" y="333"/>
                    <a:pt x="1116" y="322"/>
                  </a:cubicBezTo>
                  <a:lnTo>
                    <a:pt x="1116" y="311"/>
                  </a:lnTo>
                  <a:lnTo>
                    <a:pt x="1170" y="311"/>
                  </a:lnTo>
                  <a:cubicBezTo>
                    <a:pt x="1225" y="300"/>
                    <a:pt x="1280" y="289"/>
                    <a:pt x="1335" y="267"/>
                  </a:cubicBezTo>
                  <a:cubicBezTo>
                    <a:pt x="1378" y="256"/>
                    <a:pt x="1433" y="234"/>
                    <a:pt x="1488" y="234"/>
                  </a:cubicBezTo>
                  <a:close/>
                  <a:moveTo>
                    <a:pt x="1483" y="0"/>
                  </a:moveTo>
                  <a:cubicBezTo>
                    <a:pt x="1431" y="0"/>
                    <a:pt x="1383" y="10"/>
                    <a:pt x="1335" y="26"/>
                  </a:cubicBezTo>
                  <a:cubicBezTo>
                    <a:pt x="1262" y="62"/>
                    <a:pt x="1183" y="79"/>
                    <a:pt x="1105" y="79"/>
                  </a:cubicBezTo>
                  <a:cubicBezTo>
                    <a:pt x="1041" y="79"/>
                    <a:pt x="978" y="68"/>
                    <a:pt x="919" y="48"/>
                  </a:cubicBezTo>
                  <a:cubicBezTo>
                    <a:pt x="919" y="92"/>
                    <a:pt x="908" y="136"/>
                    <a:pt x="908" y="179"/>
                  </a:cubicBezTo>
                  <a:lnTo>
                    <a:pt x="897" y="256"/>
                  </a:lnTo>
                  <a:lnTo>
                    <a:pt x="886" y="278"/>
                  </a:lnTo>
                  <a:cubicBezTo>
                    <a:pt x="831" y="398"/>
                    <a:pt x="667" y="453"/>
                    <a:pt x="514" y="584"/>
                  </a:cubicBezTo>
                  <a:cubicBezTo>
                    <a:pt x="481" y="606"/>
                    <a:pt x="449" y="650"/>
                    <a:pt x="427" y="704"/>
                  </a:cubicBezTo>
                  <a:cubicBezTo>
                    <a:pt x="416" y="748"/>
                    <a:pt x="405" y="759"/>
                    <a:pt x="405" y="770"/>
                  </a:cubicBezTo>
                  <a:cubicBezTo>
                    <a:pt x="405" y="790"/>
                    <a:pt x="414" y="810"/>
                    <a:pt x="440" y="829"/>
                  </a:cubicBezTo>
                  <a:lnTo>
                    <a:pt x="440" y="829"/>
                  </a:lnTo>
                  <a:cubicBezTo>
                    <a:pt x="391" y="833"/>
                    <a:pt x="325" y="868"/>
                    <a:pt x="295" y="912"/>
                  </a:cubicBezTo>
                  <a:cubicBezTo>
                    <a:pt x="252" y="978"/>
                    <a:pt x="219" y="1087"/>
                    <a:pt x="186" y="1164"/>
                  </a:cubicBezTo>
                  <a:cubicBezTo>
                    <a:pt x="142" y="1262"/>
                    <a:pt x="110" y="1350"/>
                    <a:pt x="88" y="1437"/>
                  </a:cubicBezTo>
                  <a:cubicBezTo>
                    <a:pt x="66" y="1514"/>
                    <a:pt x="66" y="1601"/>
                    <a:pt x="44" y="1667"/>
                  </a:cubicBezTo>
                  <a:cubicBezTo>
                    <a:pt x="33" y="1744"/>
                    <a:pt x="33" y="1820"/>
                    <a:pt x="11" y="1908"/>
                  </a:cubicBezTo>
                  <a:cubicBezTo>
                    <a:pt x="0" y="2039"/>
                    <a:pt x="0" y="2170"/>
                    <a:pt x="11" y="2290"/>
                  </a:cubicBezTo>
                  <a:cubicBezTo>
                    <a:pt x="33" y="2444"/>
                    <a:pt x="66" y="2586"/>
                    <a:pt x="131" y="2717"/>
                  </a:cubicBezTo>
                  <a:cubicBezTo>
                    <a:pt x="164" y="2783"/>
                    <a:pt x="208" y="2848"/>
                    <a:pt x="252" y="2914"/>
                  </a:cubicBezTo>
                  <a:cubicBezTo>
                    <a:pt x="285" y="2947"/>
                    <a:pt x="295" y="2969"/>
                    <a:pt x="350" y="3012"/>
                  </a:cubicBezTo>
                  <a:cubicBezTo>
                    <a:pt x="361" y="3023"/>
                    <a:pt x="372" y="3034"/>
                    <a:pt x="383" y="3045"/>
                  </a:cubicBezTo>
                  <a:lnTo>
                    <a:pt x="427" y="3045"/>
                  </a:lnTo>
                  <a:lnTo>
                    <a:pt x="503" y="3056"/>
                  </a:lnTo>
                  <a:cubicBezTo>
                    <a:pt x="567" y="3060"/>
                    <a:pt x="631" y="3063"/>
                    <a:pt x="695" y="3063"/>
                  </a:cubicBezTo>
                  <a:cubicBezTo>
                    <a:pt x="806" y="3063"/>
                    <a:pt x="917" y="3055"/>
                    <a:pt x="1028" y="3034"/>
                  </a:cubicBezTo>
                  <a:cubicBezTo>
                    <a:pt x="1280" y="3012"/>
                    <a:pt x="1520" y="2936"/>
                    <a:pt x="1739" y="2804"/>
                  </a:cubicBezTo>
                  <a:cubicBezTo>
                    <a:pt x="1958" y="2662"/>
                    <a:pt x="2111" y="2433"/>
                    <a:pt x="2166" y="2170"/>
                  </a:cubicBezTo>
                  <a:cubicBezTo>
                    <a:pt x="2177" y="2050"/>
                    <a:pt x="2188" y="1919"/>
                    <a:pt x="2177" y="1798"/>
                  </a:cubicBezTo>
                  <a:cubicBezTo>
                    <a:pt x="2155" y="1656"/>
                    <a:pt x="2133" y="1536"/>
                    <a:pt x="2133" y="1372"/>
                  </a:cubicBezTo>
                  <a:lnTo>
                    <a:pt x="2133" y="1350"/>
                  </a:lnTo>
                  <a:cubicBezTo>
                    <a:pt x="2133" y="1273"/>
                    <a:pt x="2122" y="1197"/>
                    <a:pt x="2111" y="1120"/>
                  </a:cubicBezTo>
                  <a:cubicBezTo>
                    <a:pt x="2089" y="967"/>
                    <a:pt x="2078" y="825"/>
                    <a:pt x="2056" y="672"/>
                  </a:cubicBezTo>
                  <a:cubicBezTo>
                    <a:pt x="2045" y="628"/>
                    <a:pt x="2035" y="595"/>
                    <a:pt x="2024" y="551"/>
                  </a:cubicBezTo>
                  <a:cubicBezTo>
                    <a:pt x="2002" y="497"/>
                    <a:pt x="1980" y="431"/>
                    <a:pt x="1958" y="365"/>
                  </a:cubicBezTo>
                  <a:cubicBezTo>
                    <a:pt x="1936" y="289"/>
                    <a:pt x="1903" y="212"/>
                    <a:pt x="1860" y="147"/>
                  </a:cubicBezTo>
                  <a:cubicBezTo>
                    <a:pt x="1827" y="103"/>
                    <a:pt x="1794" y="70"/>
                    <a:pt x="1750" y="59"/>
                  </a:cubicBezTo>
                  <a:cubicBezTo>
                    <a:pt x="1685" y="26"/>
                    <a:pt x="1619" y="4"/>
                    <a:pt x="1542" y="4"/>
                  </a:cubicBezTo>
                  <a:cubicBezTo>
                    <a:pt x="1522" y="2"/>
                    <a:pt x="1502" y="0"/>
                    <a:pt x="14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22"/>
            <p:cNvSpPr/>
            <p:nvPr/>
          </p:nvSpPr>
          <p:spPr>
            <a:xfrm flipH="1">
              <a:off x="482375" y="4816650"/>
              <a:ext cx="1650" cy="4925"/>
            </a:xfrm>
            <a:custGeom>
              <a:avLst/>
              <a:gdLst/>
              <a:ahLst/>
              <a:cxnLst/>
              <a:rect l="l" t="t" r="r" b="b"/>
              <a:pathLst>
                <a:path w="66" h="197" extrusionOk="0">
                  <a:moveTo>
                    <a:pt x="66" y="0"/>
                  </a:moveTo>
                  <a:cubicBezTo>
                    <a:pt x="44" y="11"/>
                    <a:pt x="33" y="22"/>
                    <a:pt x="33" y="33"/>
                  </a:cubicBezTo>
                  <a:cubicBezTo>
                    <a:pt x="33" y="44"/>
                    <a:pt x="33" y="55"/>
                    <a:pt x="33" y="66"/>
                  </a:cubicBezTo>
                  <a:cubicBezTo>
                    <a:pt x="33" y="66"/>
                    <a:pt x="22" y="77"/>
                    <a:pt x="11" y="77"/>
                  </a:cubicBezTo>
                  <a:cubicBezTo>
                    <a:pt x="11" y="98"/>
                    <a:pt x="11" y="120"/>
                    <a:pt x="0" y="142"/>
                  </a:cubicBezTo>
                  <a:cubicBezTo>
                    <a:pt x="0" y="164"/>
                    <a:pt x="0" y="175"/>
                    <a:pt x="0" y="197"/>
                  </a:cubicBezTo>
                  <a:cubicBezTo>
                    <a:pt x="0" y="186"/>
                    <a:pt x="6" y="186"/>
                    <a:pt x="10" y="186"/>
                  </a:cubicBezTo>
                  <a:cubicBezTo>
                    <a:pt x="14" y="186"/>
                    <a:pt x="17" y="186"/>
                    <a:pt x="11" y="175"/>
                  </a:cubicBezTo>
                  <a:lnTo>
                    <a:pt x="44" y="175"/>
                  </a:lnTo>
                  <a:cubicBezTo>
                    <a:pt x="44" y="120"/>
                    <a:pt x="55" y="55"/>
                    <a:pt x="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22"/>
            <p:cNvSpPr/>
            <p:nvPr/>
          </p:nvSpPr>
          <p:spPr>
            <a:xfrm flipH="1">
              <a:off x="443825" y="4806525"/>
              <a:ext cx="43500" cy="31475"/>
            </a:xfrm>
            <a:custGeom>
              <a:avLst/>
              <a:gdLst/>
              <a:ahLst/>
              <a:cxnLst/>
              <a:rect l="l" t="t" r="r" b="b"/>
              <a:pathLst>
                <a:path w="1740" h="1259" extrusionOk="0">
                  <a:moveTo>
                    <a:pt x="679" y="0"/>
                  </a:moveTo>
                  <a:cubicBezTo>
                    <a:pt x="646" y="0"/>
                    <a:pt x="613" y="0"/>
                    <a:pt x="581" y="11"/>
                  </a:cubicBezTo>
                  <a:lnTo>
                    <a:pt x="471" y="11"/>
                  </a:lnTo>
                  <a:cubicBezTo>
                    <a:pt x="460" y="22"/>
                    <a:pt x="449" y="44"/>
                    <a:pt x="438" y="55"/>
                  </a:cubicBezTo>
                  <a:cubicBezTo>
                    <a:pt x="427" y="55"/>
                    <a:pt x="406" y="66"/>
                    <a:pt x="384" y="77"/>
                  </a:cubicBezTo>
                  <a:cubicBezTo>
                    <a:pt x="362" y="99"/>
                    <a:pt x="351" y="110"/>
                    <a:pt x="329" y="121"/>
                  </a:cubicBezTo>
                  <a:cubicBezTo>
                    <a:pt x="325" y="128"/>
                    <a:pt x="323" y="130"/>
                    <a:pt x="321" y="130"/>
                  </a:cubicBezTo>
                  <a:cubicBezTo>
                    <a:pt x="318" y="130"/>
                    <a:pt x="318" y="121"/>
                    <a:pt x="318" y="121"/>
                  </a:cubicBezTo>
                  <a:cubicBezTo>
                    <a:pt x="307" y="121"/>
                    <a:pt x="318" y="132"/>
                    <a:pt x="307" y="143"/>
                  </a:cubicBezTo>
                  <a:cubicBezTo>
                    <a:pt x="296" y="143"/>
                    <a:pt x="296" y="143"/>
                    <a:pt x="285" y="153"/>
                  </a:cubicBezTo>
                  <a:cubicBezTo>
                    <a:pt x="285" y="153"/>
                    <a:pt x="252" y="186"/>
                    <a:pt x="242" y="197"/>
                  </a:cubicBezTo>
                  <a:lnTo>
                    <a:pt x="231" y="208"/>
                  </a:lnTo>
                  <a:lnTo>
                    <a:pt x="209" y="219"/>
                  </a:lnTo>
                  <a:cubicBezTo>
                    <a:pt x="209" y="230"/>
                    <a:pt x="198" y="241"/>
                    <a:pt x="187" y="252"/>
                  </a:cubicBezTo>
                  <a:cubicBezTo>
                    <a:pt x="187" y="263"/>
                    <a:pt x="176" y="263"/>
                    <a:pt x="176" y="274"/>
                  </a:cubicBezTo>
                  <a:cubicBezTo>
                    <a:pt x="176" y="296"/>
                    <a:pt x="176" y="307"/>
                    <a:pt x="165" y="318"/>
                  </a:cubicBezTo>
                  <a:lnTo>
                    <a:pt x="143" y="361"/>
                  </a:lnTo>
                  <a:lnTo>
                    <a:pt x="110" y="394"/>
                  </a:lnTo>
                  <a:lnTo>
                    <a:pt x="88" y="427"/>
                  </a:lnTo>
                  <a:cubicBezTo>
                    <a:pt x="88" y="427"/>
                    <a:pt x="77" y="438"/>
                    <a:pt x="77" y="449"/>
                  </a:cubicBezTo>
                  <a:cubicBezTo>
                    <a:pt x="77" y="449"/>
                    <a:pt x="77" y="471"/>
                    <a:pt x="67" y="471"/>
                  </a:cubicBezTo>
                  <a:cubicBezTo>
                    <a:pt x="56" y="482"/>
                    <a:pt x="56" y="482"/>
                    <a:pt x="56" y="493"/>
                  </a:cubicBezTo>
                  <a:cubicBezTo>
                    <a:pt x="56" y="503"/>
                    <a:pt x="45" y="536"/>
                    <a:pt x="34" y="547"/>
                  </a:cubicBezTo>
                  <a:cubicBezTo>
                    <a:pt x="12" y="569"/>
                    <a:pt x="1" y="591"/>
                    <a:pt x="1" y="624"/>
                  </a:cubicBezTo>
                  <a:lnTo>
                    <a:pt x="34" y="646"/>
                  </a:lnTo>
                  <a:lnTo>
                    <a:pt x="99" y="646"/>
                  </a:lnTo>
                  <a:cubicBezTo>
                    <a:pt x="88" y="657"/>
                    <a:pt x="88" y="668"/>
                    <a:pt x="77" y="678"/>
                  </a:cubicBezTo>
                  <a:cubicBezTo>
                    <a:pt x="88" y="700"/>
                    <a:pt x="77" y="700"/>
                    <a:pt x="88" y="711"/>
                  </a:cubicBezTo>
                  <a:cubicBezTo>
                    <a:pt x="110" y="733"/>
                    <a:pt x="132" y="766"/>
                    <a:pt x="143" y="788"/>
                  </a:cubicBezTo>
                  <a:lnTo>
                    <a:pt x="154" y="799"/>
                  </a:lnTo>
                  <a:cubicBezTo>
                    <a:pt x="176" y="832"/>
                    <a:pt x="209" y="853"/>
                    <a:pt x="231" y="886"/>
                  </a:cubicBezTo>
                  <a:cubicBezTo>
                    <a:pt x="235" y="891"/>
                    <a:pt x="239" y="892"/>
                    <a:pt x="242" y="892"/>
                  </a:cubicBezTo>
                  <a:cubicBezTo>
                    <a:pt x="251" y="892"/>
                    <a:pt x="254" y="874"/>
                    <a:pt x="260" y="874"/>
                  </a:cubicBezTo>
                  <a:cubicBezTo>
                    <a:pt x="261" y="874"/>
                    <a:pt x="262" y="874"/>
                    <a:pt x="263" y="875"/>
                  </a:cubicBezTo>
                  <a:cubicBezTo>
                    <a:pt x="274" y="897"/>
                    <a:pt x="285" y="908"/>
                    <a:pt x="296" y="919"/>
                  </a:cubicBezTo>
                  <a:cubicBezTo>
                    <a:pt x="318" y="930"/>
                    <a:pt x="329" y="952"/>
                    <a:pt x="351" y="974"/>
                  </a:cubicBezTo>
                  <a:cubicBezTo>
                    <a:pt x="351" y="974"/>
                    <a:pt x="351" y="985"/>
                    <a:pt x="362" y="996"/>
                  </a:cubicBezTo>
                  <a:lnTo>
                    <a:pt x="373" y="1007"/>
                  </a:lnTo>
                  <a:cubicBezTo>
                    <a:pt x="427" y="1061"/>
                    <a:pt x="482" y="1094"/>
                    <a:pt x="526" y="1138"/>
                  </a:cubicBezTo>
                  <a:cubicBezTo>
                    <a:pt x="559" y="1182"/>
                    <a:pt x="602" y="1203"/>
                    <a:pt x="646" y="1225"/>
                  </a:cubicBezTo>
                  <a:lnTo>
                    <a:pt x="723" y="1225"/>
                  </a:lnTo>
                  <a:cubicBezTo>
                    <a:pt x="767" y="1247"/>
                    <a:pt x="799" y="1247"/>
                    <a:pt x="843" y="1258"/>
                  </a:cubicBezTo>
                  <a:lnTo>
                    <a:pt x="963" y="1258"/>
                  </a:lnTo>
                  <a:cubicBezTo>
                    <a:pt x="985" y="1258"/>
                    <a:pt x="1007" y="1247"/>
                    <a:pt x="1029" y="1247"/>
                  </a:cubicBezTo>
                  <a:cubicBezTo>
                    <a:pt x="1062" y="1225"/>
                    <a:pt x="1084" y="1214"/>
                    <a:pt x="1106" y="1203"/>
                  </a:cubicBezTo>
                  <a:cubicBezTo>
                    <a:pt x="1160" y="1171"/>
                    <a:pt x="1215" y="1138"/>
                    <a:pt x="1259" y="1116"/>
                  </a:cubicBezTo>
                  <a:cubicBezTo>
                    <a:pt x="1302" y="1083"/>
                    <a:pt x="1346" y="1061"/>
                    <a:pt x="1390" y="1028"/>
                  </a:cubicBezTo>
                  <a:cubicBezTo>
                    <a:pt x="1434" y="1007"/>
                    <a:pt x="1456" y="974"/>
                    <a:pt x="1477" y="930"/>
                  </a:cubicBezTo>
                  <a:cubicBezTo>
                    <a:pt x="1477" y="930"/>
                    <a:pt x="1499" y="908"/>
                    <a:pt x="1499" y="897"/>
                  </a:cubicBezTo>
                  <a:cubicBezTo>
                    <a:pt x="1510" y="886"/>
                    <a:pt x="1521" y="875"/>
                    <a:pt x="1532" y="864"/>
                  </a:cubicBezTo>
                  <a:cubicBezTo>
                    <a:pt x="1543" y="853"/>
                    <a:pt x="1543" y="843"/>
                    <a:pt x="1554" y="832"/>
                  </a:cubicBezTo>
                  <a:cubicBezTo>
                    <a:pt x="1565" y="810"/>
                    <a:pt x="1598" y="777"/>
                    <a:pt x="1609" y="755"/>
                  </a:cubicBezTo>
                  <a:cubicBezTo>
                    <a:pt x="1620" y="733"/>
                    <a:pt x="1620" y="722"/>
                    <a:pt x="1631" y="711"/>
                  </a:cubicBezTo>
                  <a:cubicBezTo>
                    <a:pt x="1663" y="668"/>
                    <a:pt x="1685" y="613"/>
                    <a:pt x="1718" y="569"/>
                  </a:cubicBezTo>
                  <a:cubicBezTo>
                    <a:pt x="1718" y="558"/>
                    <a:pt x="1740" y="536"/>
                    <a:pt x="1718" y="525"/>
                  </a:cubicBezTo>
                  <a:cubicBezTo>
                    <a:pt x="1717" y="524"/>
                    <a:pt x="1716" y="524"/>
                    <a:pt x="1715" y="524"/>
                  </a:cubicBezTo>
                  <a:cubicBezTo>
                    <a:pt x="1703" y="524"/>
                    <a:pt x="1683" y="572"/>
                    <a:pt x="1663" y="602"/>
                  </a:cubicBezTo>
                  <a:cubicBezTo>
                    <a:pt x="1642" y="635"/>
                    <a:pt x="1620" y="668"/>
                    <a:pt x="1620" y="678"/>
                  </a:cubicBezTo>
                  <a:cubicBezTo>
                    <a:pt x="1587" y="689"/>
                    <a:pt x="1576" y="733"/>
                    <a:pt x="1554" y="766"/>
                  </a:cubicBezTo>
                  <a:cubicBezTo>
                    <a:pt x="1532" y="810"/>
                    <a:pt x="1499" y="853"/>
                    <a:pt x="1467" y="886"/>
                  </a:cubicBezTo>
                  <a:cubicBezTo>
                    <a:pt x="1434" y="930"/>
                    <a:pt x="1390" y="963"/>
                    <a:pt x="1357" y="1007"/>
                  </a:cubicBezTo>
                  <a:cubicBezTo>
                    <a:pt x="1335" y="1007"/>
                    <a:pt x="1324" y="1018"/>
                    <a:pt x="1313" y="1028"/>
                  </a:cubicBezTo>
                  <a:cubicBezTo>
                    <a:pt x="1302" y="1028"/>
                    <a:pt x="1302" y="1028"/>
                    <a:pt x="1313" y="1039"/>
                  </a:cubicBezTo>
                  <a:cubicBezTo>
                    <a:pt x="1281" y="1050"/>
                    <a:pt x="1259" y="1061"/>
                    <a:pt x="1237" y="1061"/>
                  </a:cubicBezTo>
                  <a:lnTo>
                    <a:pt x="1193" y="1083"/>
                  </a:lnTo>
                  <a:cubicBezTo>
                    <a:pt x="1171" y="1105"/>
                    <a:pt x="1149" y="1127"/>
                    <a:pt x="1127" y="1138"/>
                  </a:cubicBezTo>
                  <a:cubicBezTo>
                    <a:pt x="1095" y="1149"/>
                    <a:pt x="1073" y="1160"/>
                    <a:pt x="1040" y="1160"/>
                  </a:cubicBezTo>
                  <a:cubicBezTo>
                    <a:pt x="996" y="1171"/>
                    <a:pt x="963" y="1182"/>
                    <a:pt x="931" y="1182"/>
                  </a:cubicBezTo>
                  <a:lnTo>
                    <a:pt x="843" y="1182"/>
                  </a:lnTo>
                  <a:cubicBezTo>
                    <a:pt x="799" y="1171"/>
                    <a:pt x="767" y="1171"/>
                    <a:pt x="734" y="1149"/>
                  </a:cubicBezTo>
                  <a:cubicBezTo>
                    <a:pt x="723" y="1149"/>
                    <a:pt x="701" y="1127"/>
                    <a:pt x="690" y="1116"/>
                  </a:cubicBezTo>
                  <a:lnTo>
                    <a:pt x="635" y="1094"/>
                  </a:lnTo>
                  <a:lnTo>
                    <a:pt x="592" y="1072"/>
                  </a:lnTo>
                  <a:cubicBezTo>
                    <a:pt x="570" y="1061"/>
                    <a:pt x="548" y="1050"/>
                    <a:pt x="526" y="1039"/>
                  </a:cubicBezTo>
                  <a:cubicBezTo>
                    <a:pt x="515" y="1018"/>
                    <a:pt x="493" y="1007"/>
                    <a:pt x="471" y="985"/>
                  </a:cubicBezTo>
                  <a:lnTo>
                    <a:pt x="427" y="930"/>
                  </a:lnTo>
                  <a:lnTo>
                    <a:pt x="373" y="875"/>
                  </a:lnTo>
                  <a:cubicBezTo>
                    <a:pt x="373" y="864"/>
                    <a:pt x="362" y="853"/>
                    <a:pt x="362" y="853"/>
                  </a:cubicBezTo>
                  <a:cubicBezTo>
                    <a:pt x="351" y="832"/>
                    <a:pt x="329" y="821"/>
                    <a:pt x="318" y="810"/>
                  </a:cubicBezTo>
                  <a:cubicBezTo>
                    <a:pt x="318" y="799"/>
                    <a:pt x="307" y="788"/>
                    <a:pt x="307" y="777"/>
                  </a:cubicBezTo>
                  <a:cubicBezTo>
                    <a:pt x="274" y="755"/>
                    <a:pt x="263" y="722"/>
                    <a:pt x="242" y="689"/>
                  </a:cubicBezTo>
                  <a:cubicBezTo>
                    <a:pt x="231" y="646"/>
                    <a:pt x="209" y="613"/>
                    <a:pt x="198" y="580"/>
                  </a:cubicBezTo>
                  <a:lnTo>
                    <a:pt x="176" y="580"/>
                  </a:lnTo>
                  <a:lnTo>
                    <a:pt x="154" y="569"/>
                  </a:lnTo>
                  <a:cubicBezTo>
                    <a:pt x="154" y="577"/>
                    <a:pt x="141" y="579"/>
                    <a:pt x="140" y="585"/>
                  </a:cubicBezTo>
                  <a:lnTo>
                    <a:pt x="140" y="585"/>
                  </a:lnTo>
                  <a:cubicBezTo>
                    <a:pt x="132" y="567"/>
                    <a:pt x="133" y="557"/>
                    <a:pt x="143" y="547"/>
                  </a:cubicBezTo>
                  <a:cubicBezTo>
                    <a:pt x="143" y="525"/>
                    <a:pt x="143" y="503"/>
                    <a:pt x="154" y="482"/>
                  </a:cubicBezTo>
                  <a:cubicBezTo>
                    <a:pt x="154" y="482"/>
                    <a:pt x="154" y="471"/>
                    <a:pt x="165" y="460"/>
                  </a:cubicBezTo>
                  <a:cubicBezTo>
                    <a:pt x="165" y="449"/>
                    <a:pt x="165" y="438"/>
                    <a:pt x="165" y="438"/>
                  </a:cubicBezTo>
                  <a:cubicBezTo>
                    <a:pt x="165" y="416"/>
                    <a:pt x="176" y="405"/>
                    <a:pt x="187" y="394"/>
                  </a:cubicBezTo>
                  <a:cubicBezTo>
                    <a:pt x="198" y="361"/>
                    <a:pt x="220" y="328"/>
                    <a:pt x="242" y="307"/>
                  </a:cubicBezTo>
                  <a:cubicBezTo>
                    <a:pt x="252" y="285"/>
                    <a:pt x="285" y="285"/>
                    <a:pt x="296" y="263"/>
                  </a:cubicBezTo>
                  <a:cubicBezTo>
                    <a:pt x="296" y="252"/>
                    <a:pt x="296" y="241"/>
                    <a:pt x="296" y="230"/>
                  </a:cubicBezTo>
                  <a:cubicBezTo>
                    <a:pt x="296" y="230"/>
                    <a:pt x="329" y="197"/>
                    <a:pt x="340" y="186"/>
                  </a:cubicBezTo>
                  <a:cubicBezTo>
                    <a:pt x="351" y="175"/>
                    <a:pt x="362" y="164"/>
                    <a:pt x="373" y="153"/>
                  </a:cubicBezTo>
                  <a:lnTo>
                    <a:pt x="395" y="153"/>
                  </a:lnTo>
                  <a:cubicBezTo>
                    <a:pt x="395" y="143"/>
                    <a:pt x="406" y="143"/>
                    <a:pt x="417" y="132"/>
                  </a:cubicBezTo>
                  <a:cubicBezTo>
                    <a:pt x="427" y="121"/>
                    <a:pt x="427" y="99"/>
                    <a:pt x="438" y="88"/>
                  </a:cubicBezTo>
                  <a:cubicBezTo>
                    <a:pt x="460" y="66"/>
                    <a:pt x="493" y="55"/>
                    <a:pt x="515" y="44"/>
                  </a:cubicBezTo>
                  <a:cubicBezTo>
                    <a:pt x="548" y="33"/>
                    <a:pt x="570" y="33"/>
                    <a:pt x="602" y="33"/>
                  </a:cubicBezTo>
                  <a:cubicBezTo>
                    <a:pt x="606" y="30"/>
                    <a:pt x="612" y="28"/>
                    <a:pt x="620" y="28"/>
                  </a:cubicBezTo>
                  <a:cubicBezTo>
                    <a:pt x="634" y="28"/>
                    <a:pt x="654" y="33"/>
                    <a:pt x="668" y="33"/>
                  </a:cubicBezTo>
                  <a:lnTo>
                    <a:pt x="734" y="33"/>
                  </a:lnTo>
                  <a:cubicBezTo>
                    <a:pt x="745" y="33"/>
                    <a:pt x="767" y="33"/>
                    <a:pt x="777" y="44"/>
                  </a:cubicBezTo>
                  <a:lnTo>
                    <a:pt x="810" y="44"/>
                  </a:lnTo>
                  <a:cubicBezTo>
                    <a:pt x="832" y="55"/>
                    <a:pt x="854" y="66"/>
                    <a:pt x="876" y="88"/>
                  </a:cubicBezTo>
                  <a:cubicBezTo>
                    <a:pt x="887" y="82"/>
                    <a:pt x="895" y="82"/>
                    <a:pt x="901" y="82"/>
                  </a:cubicBezTo>
                  <a:cubicBezTo>
                    <a:pt x="906" y="82"/>
                    <a:pt x="909" y="82"/>
                    <a:pt x="909" y="77"/>
                  </a:cubicBezTo>
                  <a:cubicBezTo>
                    <a:pt x="920" y="66"/>
                    <a:pt x="898" y="44"/>
                    <a:pt x="876" y="33"/>
                  </a:cubicBezTo>
                  <a:cubicBezTo>
                    <a:pt x="854" y="22"/>
                    <a:pt x="843" y="22"/>
                    <a:pt x="821" y="22"/>
                  </a:cubicBezTo>
                  <a:cubicBezTo>
                    <a:pt x="810" y="0"/>
                    <a:pt x="788" y="0"/>
                    <a:pt x="7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22"/>
            <p:cNvSpPr/>
            <p:nvPr/>
          </p:nvSpPr>
          <p:spPr>
            <a:xfrm flipH="1">
              <a:off x="451750" y="4786275"/>
              <a:ext cx="29000" cy="15900"/>
            </a:xfrm>
            <a:custGeom>
              <a:avLst/>
              <a:gdLst/>
              <a:ahLst/>
              <a:cxnLst/>
              <a:rect l="l" t="t" r="r" b="b"/>
              <a:pathLst>
                <a:path w="1160" h="636" extrusionOk="0">
                  <a:moveTo>
                    <a:pt x="985" y="1"/>
                  </a:moveTo>
                  <a:cubicBezTo>
                    <a:pt x="952" y="1"/>
                    <a:pt x="908" y="1"/>
                    <a:pt x="875" y="12"/>
                  </a:cubicBezTo>
                  <a:cubicBezTo>
                    <a:pt x="832" y="23"/>
                    <a:pt x="799" y="45"/>
                    <a:pt x="766" y="67"/>
                  </a:cubicBezTo>
                  <a:cubicBezTo>
                    <a:pt x="755" y="67"/>
                    <a:pt x="744" y="67"/>
                    <a:pt x="733" y="78"/>
                  </a:cubicBezTo>
                  <a:lnTo>
                    <a:pt x="733" y="88"/>
                  </a:lnTo>
                  <a:cubicBezTo>
                    <a:pt x="733" y="88"/>
                    <a:pt x="689" y="99"/>
                    <a:pt x="689" y="110"/>
                  </a:cubicBezTo>
                  <a:cubicBezTo>
                    <a:pt x="679" y="110"/>
                    <a:pt x="668" y="121"/>
                    <a:pt x="657" y="121"/>
                  </a:cubicBezTo>
                  <a:cubicBezTo>
                    <a:pt x="646" y="143"/>
                    <a:pt x="635" y="165"/>
                    <a:pt x="624" y="176"/>
                  </a:cubicBezTo>
                  <a:cubicBezTo>
                    <a:pt x="613" y="187"/>
                    <a:pt x="591" y="209"/>
                    <a:pt x="569" y="209"/>
                  </a:cubicBezTo>
                  <a:cubicBezTo>
                    <a:pt x="558" y="220"/>
                    <a:pt x="536" y="231"/>
                    <a:pt x="514" y="231"/>
                  </a:cubicBezTo>
                  <a:lnTo>
                    <a:pt x="482" y="231"/>
                  </a:lnTo>
                  <a:cubicBezTo>
                    <a:pt x="471" y="231"/>
                    <a:pt x="471" y="231"/>
                    <a:pt x="460" y="220"/>
                  </a:cubicBezTo>
                  <a:cubicBezTo>
                    <a:pt x="460" y="220"/>
                    <a:pt x="416" y="198"/>
                    <a:pt x="394" y="187"/>
                  </a:cubicBezTo>
                  <a:cubicBezTo>
                    <a:pt x="383" y="176"/>
                    <a:pt x="372" y="165"/>
                    <a:pt x="350" y="165"/>
                  </a:cubicBezTo>
                  <a:cubicBezTo>
                    <a:pt x="339" y="160"/>
                    <a:pt x="329" y="157"/>
                    <a:pt x="319" y="157"/>
                  </a:cubicBezTo>
                  <a:cubicBezTo>
                    <a:pt x="309" y="157"/>
                    <a:pt x="301" y="160"/>
                    <a:pt x="296" y="165"/>
                  </a:cubicBezTo>
                  <a:cubicBezTo>
                    <a:pt x="274" y="165"/>
                    <a:pt x="252" y="176"/>
                    <a:pt x="241" y="198"/>
                  </a:cubicBezTo>
                  <a:cubicBezTo>
                    <a:pt x="230" y="209"/>
                    <a:pt x="219" y="231"/>
                    <a:pt x="208" y="242"/>
                  </a:cubicBezTo>
                  <a:cubicBezTo>
                    <a:pt x="208" y="253"/>
                    <a:pt x="197" y="263"/>
                    <a:pt x="197" y="263"/>
                  </a:cubicBezTo>
                  <a:lnTo>
                    <a:pt x="186" y="285"/>
                  </a:lnTo>
                  <a:lnTo>
                    <a:pt x="154" y="318"/>
                  </a:lnTo>
                  <a:cubicBezTo>
                    <a:pt x="143" y="340"/>
                    <a:pt x="132" y="351"/>
                    <a:pt x="121" y="373"/>
                  </a:cubicBezTo>
                  <a:cubicBezTo>
                    <a:pt x="121" y="373"/>
                    <a:pt x="110" y="384"/>
                    <a:pt x="110" y="384"/>
                  </a:cubicBezTo>
                  <a:cubicBezTo>
                    <a:pt x="99" y="395"/>
                    <a:pt x="99" y="406"/>
                    <a:pt x="99" y="417"/>
                  </a:cubicBezTo>
                  <a:cubicBezTo>
                    <a:pt x="88" y="428"/>
                    <a:pt x="77" y="438"/>
                    <a:pt x="77" y="438"/>
                  </a:cubicBezTo>
                  <a:cubicBezTo>
                    <a:pt x="66" y="460"/>
                    <a:pt x="55" y="493"/>
                    <a:pt x="44" y="515"/>
                  </a:cubicBezTo>
                  <a:cubicBezTo>
                    <a:pt x="22" y="537"/>
                    <a:pt x="11" y="570"/>
                    <a:pt x="0" y="603"/>
                  </a:cubicBezTo>
                  <a:lnTo>
                    <a:pt x="33" y="635"/>
                  </a:lnTo>
                  <a:cubicBezTo>
                    <a:pt x="33" y="632"/>
                    <a:pt x="36" y="630"/>
                    <a:pt x="39" y="630"/>
                  </a:cubicBezTo>
                  <a:cubicBezTo>
                    <a:pt x="45" y="630"/>
                    <a:pt x="55" y="635"/>
                    <a:pt x="55" y="635"/>
                  </a:cubicBezTo>
                  <a:lnTo>
                    <a:pt x="77" y="635"/>
                  </a:lnTo>
                  <a:cubicBezTo>
                    <a:pt x="82" y="630"/>
                    <a:pt x="88" y="627"/>
                    <a:pt x="93" y="627"/>
                  </a:cubicBezTo>
                  <a:cubicBezTo>
                    <a:pt x="99" y="627"/>
                    <a:pt x="104" y="630"/>
                    <a:pt x="110" y="635"/>
                  </a:cubicBezTo>
                  <a:cubicBezTo>
                    <a:pt x="110" y="624"/>
                    <a:pt x="110" y="624"/>
                    <a:pt x="121" y="613"/>
                  </a:cubicBezTo>
                  <a:cubicBezTo>
                    <a:pt x="132" y="603"/>
                    <a:pt x="121" y="581"/>
                    <a:pt x="121" y="548"/>
                  </a:cubicBezTo>
                  <a:cubicBezTo>
                    <a:pt x="121" y="526"/>
                    <a:pt x="132" y="504"/>
                    <a:pt x="143" y="482"/>
                  </a:cubicBezTo>
                  <a:cubicBezTo>
                    <a:pt x="143" y="471"/>
                    <a:pt x="154" y="460"/>
                    <a:pt x="154" y="460"/>
                  </a:cubicBezTo>
                  <a:cubicBezTo>
                    <a:pt x="164" y="449"/>
                    <a:pt x="154" y="438"/>
                    <a:pt x="164" y="428"/>
                  </a:cubicBezTo>
                  <a:cubicBezTo>
                    <a:pt x="175" y="406"/>
                    <a:pt x="186" y="395"/>
                    <a:pt x="197" y="384"/>
                  </a:cubicBezTo>
                  <a:cubicBezTo>
                    <a:pt x="197" y="384"/>
                    <a:pt x="208" y="384"/>
                    <a:pt x="208" y="373"/>
                  </a:cubicBezTo>
                  <a:lnTo>
                    <a:pt x="219" y="351"/>
                  </a:lnTo>
                  <a:cubicBezTo>
                    <a:pt x="241" y="318"/>
                    <a:pt x="263" y="285"/>
                    <a:pt x="296" y="263"/>
                  </a:cubicBezTo>
                  <a:cubicBezTo>
                    <a:pt x="300" y="261"/>
                    <a:pt x="304" y="260"/>
                    <a:pt x="307" y="260"/>
                  </a:cubicBezTo>
                  <a:cubicBezTo>
                    <a:pt x="318" y="260"/>
                    <a:pt x="322" y="274"/>
                    <a:pt x="339" y="274"/>
                  </a:cubicBezTo>
                  <a:cubicBezTo>
                    <a:pt x="339" y="263"/>
                    <a:pt x="350" y="263"/>
                    <a:pt x="361" y="263"/>
                  </a:cubicBezTo>
                  <a:lnTo>
                    <a:pt x="372" y="263"/>
                  </a:lnTo>
                  <a:cubicBezTo>
                    <a:pt x="394" y="274"/>
                    <a:pt x="416" y="296"/>
                    <a:pt x="449" y="307"/>
                  </a:cubicBezTo>
                  <a:lnTo>
                    <a:pt x="547" y="307"/>
                  </a:lnTo>
                  <a:cubicBezTo>
                    <a:pt x="558" y="296"/>
                    <a:pt x="580" y="296"/>
                    <a:pt x="591" y="285"/>
                  </a:cubicBezTo>
                  <a:cubicBezTo>
                    <a:pt x="613" y="274"/>
                    <a:pt x="624" y="253"/>
                    <a:pt x="635" y="242"/>
                  </a:cubicBezTo>
                  <a:cubicBezTo>
                    <a:pt x="657" y="209"/>
                    <a:pt x="689" y="176"/>
                    <a:pt x="711" y="154"/>
                  </a:cubicBezTo>
                  <a:cubicBezTo>
                    <a:pt x="733" y="121"/>
                    <a:pt x="766" y="110"/>
                    <a:pt x="799" y="99"/>
                  </a:cubicBezTo>
                  <a:cubicBezTo>
                    <a:pt x="821" y="67"/>
                    <a:pt x="854" y="67"/>
                    <a:pt x="875" y="56"/>
                  </a:cubicBezTo>
                  <a:cubicBezTo>
                    <a:pt x="875" y="56"/>
                    <a:pt x="886" y="56"/>
                    <a:pt x="897" y="45"/>
                  </a:cubicBezTo>
                  <a:lnTo>
                    <a:pt x="952" y="45"/>
                  </a:lnTo>
                  <a:cubicBezTo>
                    <a:pt x="963" y="45"/>
                    <a:pt x="985" y="45"/>
                    <a:pt x="1007" y="56"/>
                  </a:cubicBezTo>
                  <a:lnTo>
                    <a:pt x="1039" y="56"/>
                  </a:lnTo>
                  <a:cubicBezTo>
                    <a:pt x="1072" y="67"/>
                    <a:pt x="1094" y="88"/>
                    <a:pt x="1105" y="121"/>
                  </a:cubicBezTo>
                  <a:cubicBezTo>
                    <a:pt x="1123" y="121"/>
                    <a:pt x="1126" y="135"/>
                    <a:pt x="1138" y="135"/>
                  </a:cubicBezTo>
                  <a:cubicBezTo>
                    <a:pt x="1141" y="135"/>
                    <a:pt x="1144" y="134"/>
                    <a:pt x="1149" y="132"/>
                  </a:cubicBezTo>
                  <a:cubicBezTo>
                    <a:pt x="1160" y="121"/>
                    <a:pt x="1138" y="88"/>
                    <a:pt x="1116" y="67"/>
                  </a:cubicBezTo>
                  <a:cubicBezTo>
                    <a:pt x="1094" y="45"/>
                    <a:pt x="1072" y="34"/>
                    <a:pt x="1050" y="34"/>
                  </a:cubicBezTo>
                  <a:cubicBezTo>
                    <a:pt x="1050" y="12"/>
                    <a:pt x="1018" y="1"/>
                    <a:pt x="9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62" name="Google Shape;3262;p22"/>
          <p:cNvSpPr/>
          <p:nvPr/>
        </p:nvSpPr>
        <p:spPr>
          <a:xfrm rot="-9237154" flipH="1">
            <a:off x="7216816" y="100522"/>
            <a:ext cx="24524" cy="17074"/>
          </a:xfrm>
          <a:custGeom>
            <a:avLst/>
            <a:gdLst/>
            <a:ahLst/>
            <a:cxnLst/>
            <a:rect l="l" t="t" r="r" b="b"/>
            <a:pathLst>
              <a:path w="981" h="683" extrusionOk="0">
                <a:moveTo>
                  <a:pt x="480" y="0"/>
                </a:moveTo>
                <a:cubicBezTo>
                  <a:pt x="202" y="0"/>
                  <a:pt x="1" y="391"/>
                  <a:pt x="283" y="612"/>
                </a:cubicBezTo>
                <a:cubicBezTo>
                  <a:pt x="351" y="661"/>
                  <a:pt x="420" y="682"/>
                  <a:pt x="486" y="682"/>
                </a:cubicBezTo>
                <a:cubicBezTo>
                  <a:pt x="769" y="682"/>
                  <a:pt x="981" y="289"/>
                  <a:pt x="688" y="76"/>
                </a:cubicBezTo>
                <a:cubicBezTo>
                  <a:pt x="618" y="23"/>
                  <a:pt x="547" y="0"/>
                  <a:pt x="4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22"/>
          <p:cNvSpPr/>
          <p:nvPr/>
        </p:nvSpPr>
        <p:spPr>
          <a:xfrm rot="-9237154" flipH="1">
            <a:off x="7130359" y="417176"/>
            <a:ext cx="31999" cy="26774"/>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22"/>
          <p:cNvSpPr/>
          <p:nvPr/>
        </p:nvSpPr>
        <p:spPr>
          <a:xfrm rot="-9237154" flipH="1">
            <a:off x="6670803" y="900412"/>
            <a:ext cx="25199" cy="21324"/>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22"/>
          <p:cNvSpPr/>
          <p:nvPr/>
        </p:nvSpPr>
        <p:spPr>
          <a:xfrm rot="-9237154" flipH="1">
            <a:off x="6479422" y="738819"/>
            <a:ext cx="33874" cy="26374"/>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22"/>
          <p:cNvSpPr/>
          <p:nvPr/>
        </p:nvSpPr>
        <p:spPr>
          <a:xfrm rot="-9237154" flipH="1">
            <a:off x="6008161" y="971805"/>
            <a:ext cx="19824" cy="17499"/>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22"/>
          <p:cNvSpPr/>
          <p:nvPr/>
        </p:nvSpPr>
        <p:spPr>
          <a:xfrm rot="-9237154" flipH="1">
            <a:off x="6886336" y="959003"/>
            <a:ext cx="83197" cy="70248"/>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22"/>
          <p:cNvSpPr/>
          <p:nvPr/>
        </p:nvSpPr>
        <p:spPr>
          <a:xfrm rot="-9237154" flipH="1">
            <a:off x="7802100" y="387616"/>
            <a:ext cx="75572" cy="63748"/>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9" name="Google Shape;3269;p22"/>
          <p:cNvGrpSpPr/>
          <p:nvPr/>
        </p:nvGrpSpPr>
        <p:grpSpPr>
          <a:xfrm rot="-9237154">
            <a:off x="6638688" y="556006"/>
            <a:ext cx="33674" cy="35674"/>
            <a:chOff x="4304250" y="4768863"/>
            <a:chExt cx="33675" cy="35675"/>
          </a:xfrm>
        </p:grpSpPr>
        <p:sp>
          <p:nvSpPr>
            <p:cNvPr id="3270" name="Google Shape;3270;p22"/>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22"/>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22"/>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3" name="Google Shape;3273;p22"/>
          <p:cNvGrpSpPr/>
          <p:nvPr/>
        </p:nvGrpSpPr>
        <p:grpSpPr>
          <a:xfrm rot="-9237154">
            <a:off x="6105598" y="660157"/>
            <a:ext cx="123896" cy="117746"/>
            <a:chOff x="4877375" y="4089763"/>
            <a:chExt cx="123900" cy="117750"/>
          </a:xfrm>
        </p:grpSpPr>
        <p:sp>
          <p:nvSpPr>
            <p:cNvPr id="3274" name="Google Shape;3274;p22"/>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22"/>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22"/>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22"/>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22"/>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79" name="Google Shape;3279;p22"/>
          <p:cNvSpPr/>
          <p:nvPr/>
        </p:nvSpPr>
        <p:spPr>
          <a:xfrm rot="10800000">
            <a:off x="6516938" y="27926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2">
    <p:spTree>
      <p:nvGrpSpPr>
        <p:cNvPr id="1" name="Shape 3866"/>
        <p:cNvGrpSpPr/>
        <p:nvPr/>
      </p:nvGrpSpPr>
      <p:grpSpPr>
        <a:xfrm>
          <a:off x="0" y="0"/>
          <a:ext cx="0" cy="0"/>
          <a:chOff x="0" y="0"/>
          <a:chExt cx="0" cy="0"/>
        </a:xfrm>
      </p:grpSpPr>
      <p:sp>
        <p:nvSpPr>
          <p:cNvPr id="3867" name="Google Shape;3867;p26"/>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2_1">
    <p:spTree>
      <p:nvGrpSpPr>
        <p:cNvPr id="1" name="Shape 3868"/>
        <p:cNvGrpSpPr/>
        <p:nvPr/>
      </p:nvGrpSpPr>
      <p:grpSpPr>
        <a:xfrm>
          <a:off x="0" y="0"/>
          <a:ext cx="0" cy="0"/>
          <a:chOff x="0" y="0"/>
          <a:chExt cx="0" cy="0"/>
        </a:xfrm>
      </p:grpSpPr>
      <p:grpSp>
        <p:nvGrpSpPr>
          <p:cNvPr id="3869" name="Google Shape;3869;p27"/>
          <p:cNvGrpSpPr/>
          <p:nvPr/>
        </p:nvGrpSpPr>
        <p:grpSpPr>
          <a:xfrm>
            <a:off x="6379600" y="3553675"/>
            <a:ext cx="3113463" cy="1537975"/>
            <a:chOff x="6379600" y="3553675"/>
            <a:chExt cx="3113463" cy="1537975"/>
          </a:xfrm>
        </p:grpSpPr>
        <p:sp>
          <p:nvSpPr>
            <p:cNvPr id="3870" name="Google Shape;3870;p27"/>
            <p:cNvSpPr/>
            <p:nvPr/>
          </p:nvSpPr>
          <p:spPr>
            <a:xfrm rot="10800000">
              <a:off x="6379600" y="3553675"/>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27"/>
            <p:cNvSpPr/>
            <p:nvPr/>
          </p:nvSpPr>
          <p:spPr>
            <a:xfrm rot="10800000">
              <a:off x="7016275" y="35931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2" name="Google Shape;3872;p27"/>
            <p:cNvGrpSpPr/>
            <p:nvPr/>
          </p:nvGrpSpPr>
          <p:grpSpPr>
            <a:xfrm flipH="1">
              <a:off x="6898250" y="3836263"/>
              <a:ext cx="2594813" cy="1255388"/>
              <a:chOff x="4376088" y="3836263"/>
              <a:chExt cx="2594813" cy="1255388"/>
            </a:xfrm>
          </p:grpSpPr>
          <p:sp>
            <p:nvSpPr>
              <p:cNvPr id="3873" name="Google Shape;3873;p27"/>
              <p:cNvSpPr/>
              <p:nvPr/>
            </p:nvSpPr>
            <p:spPr>
              <a:xfrm flipH="1">
                <a:off x="6600750" y="390166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27"/>
              <p:cNvSpPr/>
              <p:nvPr/>
            </p:nvSpPr>
            <p:spPr>
              <a:xfrm flipH="1">
                <a:off x="6291463" y="50406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27"/>
              <p:cNvSpPr/>
              <p:nvPr/>
            </p:nvSpPr>
            <p:spPr>
              <a:xfrm flipH="1">
                <a:off x="6345150" y="3971113"/>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27"/>
              <p:cNvSpPr/>
              <p:nvPr/>
            </p:nvSpPr>
            <p:spPr>
              <a:xfrm rot="10800000" flipH="1">
                <a:off x="6665800" y="46548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7" name="Google Shape;3877;p27"/>
              <p:cNvGrpSpPr/>
              <p:nvPr/>
            </p:nvGrpSpPr>
            <p:grpSpPr>
              <a:xfrm rot="10800000" flipH="1">
                <a:off x="6766613" y="4756875"/>
                <a:ext cx="162450" cy="154525"/>
                <a:chOff x="8676550" y="247000"/>
                <a:chExt cx="162450" cy="154525"/>
              </a:xfrm>
            </p:grpSpPr>
            <p:sp>
              <p:nvSpPr>
                <p:cNvPr id="3878" name="Google Shape;3878;p2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2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2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2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2" name="Google Shape;3882;p27"/>
              <p:cNvGrpSpPr/>
              <p:nvPr/>
            </p:nvGrpSpPr>
            <p:grpSpPr>
              <a:xfrm rot="10800000" flipH="1">
                <a:off x="6541913" y="4145338"/>
                <a:ext cx="119250" cy="106125"/>
                <a:chOff x="8527250" y="1363000"/>
                <a:chExt cx="119250" cy="106125"/>
              </a:xfrm>
            </p:grpSpPr>
            <p:sp>
              <p:nvSpPr>
                <p:cNvPr id="3883" name="Google Shape;3883;p27"/>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27"/>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27"/>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27"/>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7" name="Google Shape;3887;p27"/>
              <p:cNvSpPr/>
              <p:nvPr/>
            </p:nvSpPr>
            <p:spPr>
              <a:xfrm rot="10800000" flipH="1">
                <a:off x="6535638" y="4886738"/>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27"/>
              <p:cNvSpPr/>
              <p:nvPr/>
            </p:nvSpPr>
            <p:spPr>
              <a:xfrm rot="10800000" flipH="1">
                <a:off x="6505088" y="4511963"/>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7"/>
              <p:cNvSpPr/>
              <p:nvPr/>
            </p:nvSpPr>
            <p:spPr>
              <a:xfrm rot="10800000" flipH="1">
                <a:off x="6604975" y="45060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27"/>
              <p:cNvSpPr/>
              <p:nvPr/>
            </p:nvSpPr>
            <p:spPr>
              <a:xfrm rot="10800000" flipH="1">
                <a:off x="6611250" y="45137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27"/>
              <p:cNvSpPr/>
              <p:nvPr/>
            </p:nvSpPr>
            <p:spPr>
              <a:xfrm rot="10800000" flipH="1">
                <a:off x="6585825" y="44984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27"/>
              <p:cNvSpPr/>
              <p:nvPr/>
            </p:nvSpPr>
            <p:spPr>
              <a:xfrm rot="10800000" flipH="1">
                <a:off x="6604425" y="450718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27"/>
              <p:cNvSpPr/>
              <p:nvPr/>
            </p:nvSpPr>
            <p:spPr>
              <a:xfrm rot="10800000" flipH="1">
                <a:off x="6612900" y="452468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27"/>
              <p:cNvSpPr/>
              <p:nvPr/>
            </p:nvSpPr>
            <p:spPr>
              <a:xfrm rot="10800000" flipH="1">
                <a:off x="6592675" y="450446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5" name="Google Shape;3895;p27"/>
              <p:cNvGrpSpPr/>
              <p:nvPr/>
            </p:nvGrpSpPr>
            <p:grpSpPr>
              <a:xfrm rot="10800000" flipH="1">
                <a:off x="6898950" y="3943388"/>
                <a:ext cx="71950" cy="81225"/>
                <a:chOff x="8764175" y="4911563"/>
                <a:chExt cx="71950" cy="81225"/>
              </a:xfrm>
            </p:grpSpPr>
            <p:sp>
              <p:nvSpPr>
                <p:cNvPr id="3896" name="Google Shape;3896;p27"/>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27"/>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27"/>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27"/>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27"/>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1" name="Google Shape;3901;p27"/>
              <p:cNvGrpSpPr/>
              <p:nvPr/>
            </p:nvGrpSpPr>
            <p:grpSpPr>
              <a:xfrm rot="10800000" flipH="1">
                <a:off x="6229650" y="3836263"/>
                <a:ext cx="61825" cy="42450"/>
                <a:chOff x="4695825" y="4574513"/>
                <a:chExt cx="61825" cy="42450"/>
              </a:xfrm>
            </p:grpSpPr>
            <p:sp>
              <p:nvSpPr>
                <p:cNvPr id="3902" name="Google Shape;3902;p27"/>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27"/>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27"/>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27"/>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27"/>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7" name="Google Shape;3907;p27"/>
              <p:cNvSpPr/>
              <p:nvPr/>
            </p:nvSpPr>
            <p:spPr>
              <a:xfrm rot="10800000" flipH="1">
                <a:off x="6790350" y="44649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27"/>
              <p:cNvSpPr/>
              <p:nvPr/>
            </p:nvSpPr>
            <p:spPr>
              <a:xfrm rot="10800000" flipH="1">
                <a:off x="6787775" y="4316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9" name="Google Shape;3909;p27"/>
              <p:cNvGrpSpPr/>
              <p:nvPr/>
            </p:nvGrpSpPr>
            <p:grpSpPr>
              <a:xfrm>
                <a:off x="4376088" y="3957425"/>
                <a:ext cx="2016175" cy="1134225"/>
                <a:chOff x="9561163" y="3957425"/>
                <a:chExt cx="2016175" cy="1134225"/>
              </a:xfrm>
            </p:grpSpPr>
            <p:sp>
              <p:nvSpPr>
                <p:cNvPr id="3910" name="Google Shape;3910;p27"/>
                <p:cNvSpPr/>
                <p:nvPr/>
              </p:nvSpPr>
              <p:spPr>
                <a:xfrm rot="10800000" flipH="1">
                  <a:off x="10414413" y="47700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1" name="Google Shape;3911;p27"/>
                <p:cNvGrpSpPr/>
                <p:nvPr/>
              </p:nvGrpSpPr>
              <p:grpSpPr>
                <a:xfrm rot="10800000" flipH="1">
                  <a:off x="10007513" y="5069675"/>
                  <a:ext cx="27650" cy="21975"/>
                  <a:chOff x="8820375" y="1023600"/>
                  <a:chExt cx="27650" cy="21975"/>
                </a:xfrm>
              </p:grpSpPr>
              <p:sp>
                <p:nvSpPr>
                  <p:cNvPr id="3912" name="Google Shape;3912;p27"/>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27"/>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27"/>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27"/>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27"/>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7" name="Google Shape;3917;p27"/>
                <p:cNvGrpSpPr/>
                <p:nvPr/>
              </p:nvGrpSpPr>
              <p:grpSpPr>
                <a:xfrm rot="10800000" flipH="1">
                  <a:off x="11351188" y="4100450"/>
                  <a:ext cx="55825" cy="44400"/>
                  <a:chOff x="8347600" y="1441475"/>
                  <a:chExt cx="55825" cy="44400"/>
                </a:xfrm>
              </p:grpSpPr>
              <p:sp>
                <p:nvSpPr>
                  <p:cNvPr id="3918" name="Google Shape;3918;p2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2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2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1" name="Google Shape;3921;p27"/>
                <p:cNvGrpSpPr/>
                <p:nvPr/>
              </p:nvGrpSpPr>
              <p:grpSpPr>
                <a:xfrm rot="10800000" flipH="1">
                  <a:off x="11321000" y="4892400"/>
                  <a:ext cx="80675" cy="73725"/>
                  <a:chOff x="7502975" y="324575"/>
                  <a:chExt cx="80675" cy="73725"/>
                </a:xfrm>
              </p:grpSpPr>
              <p:sp>
                <p:nvSpPr>
                  <p:cNvPr id="3922" name="Google Shape;3922;p27"/>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27"/>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27"/>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7"/>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27"/>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7" name="Google Shape;3927;p27"/>
                <p:cNvGrpSpPr/>
                <p:nvPr/>
              </p:nvGrpSpPr>
              <p:grpSpPr>
                <a:xfrm rot="10800000" flipH="1">
                  <a:off x="11506238" y="4289400"/>
                  <a:ext cx="71100" cy="74200"/>
                  <a:chOff x="8502650" y="1222725"/>
                  <a:chExt cx="71100" cy="74200"/>
                </a:xfrm>
              </p:grpSpPr>
              <p:sp>
                <p:nvSpPr>
                  <p:cNvPr id="3928" name="Google Shape;3928;p2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2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2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2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2" name="Google Shape;3932;p27"/>
                <p:cNvGrpSpPr/>
                <p:nvPr/>
              </p:nvGrpSpPr>
              <p:grpSpPr>
                <a:xfrm rot="10800000" flipH="1">
                  <a:off x="10639400" y="4849000"/>
                  <a:ext cx="157250" cy="160550"/>
                  <a:chOff x="7568050" y="747400"/>
                  <a:chExt cx="157250" cy="160550"/>
                </a:xfrm>
              </p:grpSpPr>
              <p:sp>
                <p:nvSpPr>
                  <p:cNvPr id="3933" name="Google Shape;3933;p27"/>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27"/>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27"/>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27"/>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7" name="Google Shape;3937;p27"/>
                <p:cNvGrpSpPr/>
                <p:nvPr/>
              </p:nvGrpSpPr>
              <p:grpSpPr>
                <a:xfrm rot="10800000" flipH="1">
                  <a:off x="10972475" y="4141013"/>
                  <a:ext cx="32825" cy="22950"/>
                  <a:chOff x="8097425" y="1383825"/>
                  <a:chExt cx="32825" cy="22950"/>
                </a:xfrm>
              </p:grpSpPr>
              <p:sp>
                <p:nvSpPr>
                  <p:cNvPr id="3938" name="Google Shape;3938;p27"/>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27"/>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27"/>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27"/>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42" name="Google Shape;3942;p27"/>
                <p:cNvSpPr/>
                <p:nvPr/>
              </p:nvSpPr>
              <p:spPr>
                <a:xfrm rot="10800000" flipH="1">
                  <a:off x="10186813" y="48917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27"/>
                <p:cNvSpPr/>
                <p:nvPr/>
              </p:nvSpPr>
              <p:spPr>
                <a:xfrm rot="10800000" flipH="1">
                  <a:off x="11066438" y="45368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27"/>
                <p:cNvSpPr/>
                <p:nvPr/>
              </p:nvSpPr>
              <p:spPr>
                <a:xfrm rot="10800000" flipH="1">
                  <a:off x="9561163" y="49745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27"/>
                <p:cNvSpPr/>
                <p:nvPr/>
              </p:nvSpPr>
              <p:spPr>
                <a:xfrm rot="10800000" flipH="1">
                  <a:off x="9941638" y="48154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27"/>
                <p:cNvSpPr/>
                <p:nvPr/>
              </p:nvSpPr>
              <p:spPr>
                <a:xfrm rot="10800000" flipH="1">
                  <a:off x="11123663" y="395742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27"/>
                <p:cNvSpPr/>
                <p:nvPr/>
              </p:nvSpPr>
              <p:spPr>
                <a:xfrm rot="10800000" flipH="1">
                  <a:off x="11265125" y="46098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27"/>
                <p:cNvSpPr/>
                <p:nvPr/>
              </p:nvSpPr>
              <p:spPr>
                <a:xfrm rot="10800000" flipH="1">
                  <a:off x="10582975" y="449705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27"/>
                <p:cNvSpPr/>
                <p:nvPr/>
              </p:nvSpPr>
              <p:spPr>
                <a:xfrm rot="10800000">
                  <a:off x="11191275" y="43331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27"/>
                <p:cNvSpPr/>
                <p:nvPr/>
              </p:nvSpPr>
              <p:spPr>
                <a:xfrm rot="10800000">
                  <a:off x="10928350" y="48767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27"/>
                <p:cNvSpPr/>
                <p:nvPr/>
              </p:nvSpPr>
              <p:spPr>
                <a:xfrm rot="10800000">
                  <a:off x="10950875" y="4728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27"/>
                <p:cNvSpPr/>
                <p:nvPr/>
              </p:nvSpPr>
              <p:spPr>
                <a:xfrm rot="10800000">
                  <a:off x="11097425" y="50459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3" name="Google Shape;3953;p27"/>
              <p:cNvGrpSpPr/>
              <p:nvPr/>
            </p:nvGrpSpPr>
            <p:grpSpPr>
              <a:xfrm rot="10800000" flipH="1">
                <a:off x="6316063" y="4693088"/>
                <a:ext cx="42425" cy="60175"/>
                <a:chOff x="8695963" y="2344700"/>
                <a:chExt cx="42425" cy="60175"/>
              </a:xfrm>
            </p:grpSpPr>
            <p:sp>
              <p:nvSpPr>
                <p:cNvPr id="3954" name="Google Shape;3954;p27"/>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27"/>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956" name="Google Shape;3956;p27"/>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12_1_1">
    <p:spTree>
      <p:nvGrpSpPr>
        <p:cNvPr id="1" name="Shape 3957"/>
        <p:cNvGrpSpPr/>
        <p:nvPr/>
      </p:nvGrpSpPr>
      <p:grpSpPr>
        <a:xfrm>
          <a:off x="0" y="0"/>
          <a:ext cx="0" cy="0"/>
          <a:chOff x="0" y="0"/>
          <a:chExt cx="0" cy="0"/>
        </a:xfrm>
      </p:grpSpPr>
      <p:sp>
        <p:nvSpPr>
          <p:cNvPr id="3958" name="Google Shape;3958;p28"/>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9" name="Google Shape;3959;p28"/>
          <p:cNvGrpSpPr/>
          <p:nvPr/>
        </p:nvGrpSpPr>
        <p:grpSpPr>
          <a:xfrm>
            <a:off x="5681263" y="-51500"/>
            <a:ext cx="3369425" cy="2307475"/>
            <a:chOff x="5681263" y="-51500"/>
            <a:chExt cx="3369425" cy="2307475"/>
          </a:xfrm>
        </p:grpSpPr>
        <p:grpSp>
          <p:nvGrpSpPr>
            <p:cNvPr id="3960" name="Google Shape;3960;p28"/>
            <p:cNvGrpSpPr/>
            <p:nvPr/>
          </p:nvGrpSpPr>
          <p:grpSpPr>
            <a:xfrm flipH="1">
              <a:off x="8858075" y="2234000"/>
              <a:ext cx="27650" cy="21975"/>
              <a:chOff x="8820375" y="1023600"/>
              <a:chExt cx="27650" cy="21975"/>
            </a:xfrm>
          </p:grpSpPr>
          <p:sp>
            <p:nvSpPr>
              <p:cNvPr id="3961" name="Google Shape;3961;p28"/>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28"/>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28"/>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4" name="Google Shape;3964;p28"/>
            <p:cNvGrpSpPr/>
            <p:nvPr/>
          </p:nvGrpSpPr>
          <p:grpSpPr>
            <a:xfrm flipH="1">
              <a:off x="8487700" y="1028150"/>
              <a:ext cx="55825" cy="44400"/>
              <a:chOff x="8347600" y="1441475"/>
              <a:chExt cx="55825" cy="44400"/>
            </a:xfrm>
          </p:grpSpPr>
          <p:sp>
            <p:nvSpPr>
              <p:cNvPr id="3965" name="Google Shape;3965;p28"/>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28"/>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28"/>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8" name="Google Shape;3968;p28"/>
            <p:cNvGrpSpPr/>
            <p:nvPr/>
          </p:nvGrpSpPr>
          <p:grpSpPr>
            <a:xfrm flipH="1">
              <a:off x="8493038" y="206875"/>
              <a:ext cx="80675" cy="73725"/>
              <a:chOff x="7502975" y="324575"/>
              <a:chExt cx="80675" cy="73725"/>
            </a:xfrm>
          </p:grpSpPr>
          <p:sp>
            <p:nvSpPr>
              <p:cNvPr id="3969" name="Google Shape;3969;p28"/>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28"/>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28"/>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28"/>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28"/>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4" name="Google Shape;3974;p28"/>
            <p:cNvSpPr/>
            <p:nvPr/>
          </p:nvSpPr>
          <p:spPr>
            <a:xfrm flipH="1">
              <a:off x="7744550" y="12039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28"/>
            <p:cNvSpPr/>
            <p:nvPr/>
          </p:nvSpPr>
          <p:spPr>
            <a:xfrm flipH="1">
              <a:off x="8089213" y="937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6" name="Google Shape;3976;p28"/>
            <p:cNvGrpSpPr/>
            <p:nvPr/>
          </p:nvGrpSpPr>
          <p:grpSpPr>
            <a:xfrm flipH="1">
              <a:off x="7995013" y="1158475"/>
              <a:ext cx="162450" cy="154525"/>
              <a:chOff x="8676550" y="247000"/>
              <a:chExt cx="162450" cy="154525"/>
            </a:xfrm>
          </p:grpSpPr>
          <p:sp>
            <p:nvSpPr>
              <p:cNvPr id="3977" name="Google Shape;3977;p28"/>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28"/>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28"/>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28"/>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1" name="Google Shape;3981;p28"/>
            <p:cNvGrpSpPr/>
            <p:nvPr/>
          </p:nvGrpSpPr>
          <p:grpSpPr>
            <a:xfrm flipH="1">
              <a:off x="8317375" y="809400"/>
              <a:ext cx="71100" cy="74200"/>
              <a:chOff x="8502650" y="1222725"/>
              <a:chExt cx="71100" cy="74200"/>
            </a:xfrm>
          </p:grpSpPr>
          <p:sp>
            <p:nvSpPr>
              <p:cNvPr id="3982" name="Google Shape;3982;p28"/>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28"/>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28"/>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28"/>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6" name="Google Shape;3986;p28"/>
            <p:cNvGrpSpPr/>
            <p:nvPr/>
          </p:nvGrpSpPr>
          <p:grpSpPr>
            <a:xfrm flipH="1">
              <a:off x="8760475" y="124813"/>
              <a:ext cx="157250" cy="160550"/>
              <a:chOff x="7568050" y="747400"/>
              <a:chExt cx="157250" cy="160550"/>
            </a:xfrm>
          </p:grpSpPr>
          <p:sp>
            <p:nvSpPr>
              <p:cNvPr id="3987" name="Google Shape;3987;p28"/>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28"/>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28"/>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28"/>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1" name="Google Shape;3991;p28"/>
            <p:cNvGrpSpPr/>
            <p:nvPr/>
          </p:nvGrpSpPr>
          <p:grpSpPr>
            <a:xfrm flipH="1">
              <a:off x="8889413" y="1009038"/>
              <a:ext cx="32825" cy="22950"/>
              <a:chOff x="8097425" y="1383825"/>
              <a:chExt cx="32825" cy="22950"/>
            </a:xfrm>
          </p:grpSpPr>
          <p:sp>
            <p:nvSpPr>
              <p:cNvPr id="3992" name="Google Shape;3992;p28"/>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28"/>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28"/>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28"/>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6" name="Google Shape;3996;p28"/>
            <p:cNvGrpSpPr/>
            <p:nvPr/>
          </p:nvGrpSpPr>
          <p:grpSpPr>
            <a:xfrm flipH="1">
              <a:off x="7723638" y="922900"/>
              <a:ext cx="115950" cy="86125"/>
              <a:chOff x="8839525" y="1569650"/>
              <a:chExt cx="115950" cy="86125"/>
            </a:xfrm>
          </p:grpSpPr>
          <p:sp>
            <p:nvSpPr>
              <p:cNvPr id="3997" name="Google Shape;3997;p28"/>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28"/>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9" name="Google Shape;3999;p28"/>
            <p:cNvGrpSpPr/>
            <p:nvPr/>
          </p:nvGrpSpPr>
          <p:grpSpPr>
            <a:xfrm flipH="1">
              <a:off x="7003263" y="814888"/>
              <a:ext cx="48150" cy="36350"/>
              <a:chOff x="8512150" y="4124863"/>
              <a:chExt cx="48150" cy="36350"/>
            </a:xfrm>
          </p:grpSpPr>
          <p:sp>
            <p:nvSpPr>
              <p:cNvPr id="4000" name="Google Shape;4000;p28"/>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28"/>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28"/>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28"/>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4" name="Google Shape;4004;p28"/>
            <p:cNvSpPr/>
            <p:nvPr/>
          </p:nvSpPr>
          <p:spPr>
            <a:xfrm flipH="1">
              <a:off x="7362663" y="7748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28"/>
            <p:cNvSpPr/>
            <p:nvPr/>
          </p:nvSpPr>
          <p:spPr>
            <a:xfrm flipH="1">
              <a:off x="8776375" y="5913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28"/>
            <p:cNvSpPr/>
            <p:nvPr/>
          </p:nvSpPr>
          <p:spPr>
            <a:xfrm flipH="1">
              <a:off x="8053825" y="8499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28"/>
            <p:cNvSpPr/>
            <p:nvPr/>
          </p:nvSpPr>
          <p:spPr>
            <a:xfrm flipH="1">
              <a:off x="8309125" y="13037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28"/>
            <p:cNvSpPr/>
            <p:nvPr/>
          </p:nvSpPr>
          <p:spPr>
            <a:xfrm flipH="1">
              <a:off x="8703450" y="11584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28"/>
            <p:cNvSpPr/>
            <p:nvPr/>
          </p:nvSpPr>
          <p:spPr>
            <a:xfrm flipH="1">
              <a:off x="8594838" y="5056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28"/>
            <p:cNvSpPr/>
            <p:nvPr/>
          </p:nvSpPr>
          <p:spPr>
            <a:xfrm flipH="1">
              <a:off x="7534800" y="6292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28"/>
            <p:cNvSpPr/>
            <p:nvPr/>
          </p:nvSpPr>
          <p:spPr>
            <a:xfrm flipH="1">
              <a:off x="8188038" y="2806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28"/>
            <p:cNvSpPr/>
            <p:nvPr/>
          </p:nvSpPr>
          <p:spPr>
            <a:xfrm flipH="1">
              <a:off x="8180388" y="2708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28"/>
            <p:cNvSpPr/>
            <p:nvPr/>
          </p:nvSpPr>
          <p:spPr>
            <a:xfrm flipH="1">
              <a:off x="7869388" y="5923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28"/>
            <p:cNvSpPr/>
            <p:nvPr/>
          </p:nvSpPr>
          <p:spPr>
            <a:xfrm flipH="1">
              <a:off x="8187488" y="2033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28"/>
            <p:cNvSpPr/>
            <p:nvPr/>
          </p:nvSpPr>
          <p:spPr>
            <a:xfrm flipH="1">
              <a:off x="8130613" y="4722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28"/>
            <p:cNvSpPr/>
            <p:nvPr/>
          </p:nvSpPr>
          <p:spPr>
            <a:xfrm>
              <a:off x="8665413" y="8015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28"/>
            <p:cNvSpPr/>
            <p:nvPr/>
          </p:nvSpPr>
          <p:spPr>
            <a:xfrm>
              <a:off x="9008513" y="1916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28"/>
            <p:cNvSpPr/>
            <p:nvPr/>
          </p:nvSpPr>
          <p:spPr>
            <a:xfrm>
              <a:off x="8929738" y="4319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28"/>
            <p:cNvSpPr/>
            <p:nvPr/>
          </p:nvSpPr>
          <p:spPr>
            <a:xfrm>
              <a:off x="7171888" y="8677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28"/>
            <p:cNvSpPr/>
            <p:nvPr/>
          </p:nvSpPr>
          <p:spPr>
            <a:xfrm flipH="1">
              <a:off x="7158700" y="6649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28"/>
            <p:cNvSpPr/>
            <p:nvPr/>
          </p:nvSpPr>
          <p:spPr>
            <a:xfrm flipH="1">
              <a:off x="8067363" y="305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28"/>
            <p:cNvSpPr/>
            <p:nvPr/>
          </p:nvSpPr>
          <p:spPr>
            <a:xfrm rot="10800000" flipH="1">
              <a:off x="8875150" y="14058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3" name="Google Shape;4023;p28"/>
            <p:cNvGrpSpPr/>
            <p:nvPr/>
          </p:nvGrpSpPr>
          <p:grpSpPr>
            <a:xfrm rot="10800000" flipH="1">
              <a:off x="7720588" y="193063"/>
              <a:ext cx="76300" cy="134575"/>
              <a:chOff x="8292650" y="153875"/>
              <a:chExt cx="76300" cy="134575"/>
            </a:xfrm>
          </p:grpSpPr>
          <p:sp>
            <p:nvSpPr>
              <p:cNvPr id="4024" name="Google Shape;4024;p28"/>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28"/>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28"/>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27" name="Google Shape;4027;p28"/>
            <p:cNvSpPr/>
            <p:nvPr/>
          </p:nvSpPr>
          <p:spPr>
            <a:xfrm rot="10800000" flipH="1">
              <a:off x="8229813" y="17703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28"/>
            <p:cNvSpPr/>
            <p:nvPr/>
          </p:nvSpPr>
          <p:spPr>
            <a:xfrm rot="10800000" flipH="1">
              <a:off x="8289888" y="17259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9" name="Google Shape;4029;p28"/>
            <p:cNvGrpSpPr/>
            <p:nvPr/>
          </p:nvGrpSpPr>
          <p:grpSpPr>
            <a:xfrm rot="10800000">
              <a:off x="8938788" y="1694650"/>
              <a:ext cx="39675" cy="33500"/>
              <a:chOff x="1171975" y="3874200"/>
              <a:chExt cx="39675" cy="33500"/>
            </a:xfrm>
          </p:grpSpPr>
          <p:sp>
            <p:nvSpPr>
              <p:cNvPr id="4030" name="Google Shape;4030;p28"/>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28"/>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28"/>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28"/>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28"/>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5" name="Google Shape;4035;p28"/>
            <p:cNvSpPr/>
            <p:nvPr/>
          </p:nvSpPr>
          <p:spPr>
            <a:xfrm rot="10800000" flipH="1">
              <a:off x="8629913" y="17913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28"/>
            <p:cNvSpPr/>
            <p:nvPr/>
          </p:nvSpPr>
          <p:spPr>
            <a:xfrm rot="10800000" flipH="1">
              <a:off x="8863213" y="6750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7" name="Google Shape;4037;p28"/>
            <p:cNvGrpSpPr/>
            <p:nvPr/>
          </p:nvGrpSpPr>
          <p:grpSpPr>
            <a:xfrm rot="10800000">
              <a:off x="9017013" y="1136738"/>
              <a:ext cx="33675" cy="35675"/>
              <a:chOff x="4304250" y="4768863"/>
              <a:chExt cx="33675" cy="35675"/>
            </a:xfrm>
          </p:grpSpPr>
          <p:sp>
            <p:nvSpPr>
              <p:cNvPr id="4038" name="Google Shape;4038;p28"/>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28"/>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28"/>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1" name="Google Shape;4041;p28"/>
            <p:cNvGrpSpPr/>
            <p:nvPr/>
          </p:nvGrpSpPr>
          <p:grpSpPr>
            <a:xfrm rot="10800000">
              <a:off x="8597213" y="1440438"/>
              <a:ext cx="123900" cy="117750"/>
              <a:chOff x="4877375" y="4089763"/>
              <a:chExt cx="123900" cy="117750"/>
            </a:xfrm>
          </p:grpSpPr>
          <p:sp>
            <p:nvSpPr>
              <p:cNvPr id="4042" name="Google Shape;4042;p28"/>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28"/>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28"/>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28"/>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28"/>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7" name="Google Shape;4047;p28"/>
            <p:cNvGrpSpPr/>
            <p:nvPr/>
          </p:nvGrpSpPr>
          <p:grpSpPr>
            <a:xfrm rot="10800000">
              <a:off x="7394300" y="188950"/>
              <a:ext cx="55825" cy="44400"/>
              <a:chOff x="8347600" y="1441475"/>
              <a:chExt cx="55825" cy="44400"/>
            </a:xfrm>
          </p:grpSpPr>
          <p:sp>
            <p:nvSpPr>
              <p:cNvPr id="4048" name="Google Shape;4048;p28"/>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28"/>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28"/>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1" name="Google Shape;4051;p28"/>
            <p:cNvSpPr/>
            <p:nvPr/>
          </p:nvSpPr>
          <p:spPr>
            <a:xfrm rot="10800000">
              <a:off x="6651150" y="-5987"/>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2" name="Google Shape;4052;p28"/>
            <p:cNvGrpSpPr/>
            <p:nvPr/>
          </p:nvGrpSpPr>
          <p:grpSpPr>
            <a:xfrm rot="10800000">
              <a:off x="6901613" y="-51500"/>
              <a:ext cx="162450" cy="154525"/>
              <a:chOff x="8676550" y="247000"/>
              <a:chExt cx="162450" cy="154525"/>
            </a:xfrm>
          </p:grpSpPr>
          <p:sp>
            <p:nvSpPr>
              <p:cNvPr id="4053" name="Google Shape;4053;p28"/>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28"/>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28"/>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28"/>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7" name="Google Shape;4057;p28"/>
            <p:cNvGrpSpPr/>
            <p:nvPr/>
          </p:nvGrpSpPr>
          <p:grpSpPr>
            <a:xfrm rot="10800000">
              <a:off x="7223975" y="377900"/>
              <a:ext cx="71100" cy="74200"/>
              <a:chOff x="8502650" y="1222725"/>
              <a:chExt cx="71100" cy="74200"/>
            </a:xfrm>
          </p:grpSpPr>
          <p:sp>
            <p:nvSpPr>
              <p:cNvPr id="4058" name="Google Shape;4058;p28"/>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28"/>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28"/>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28"/>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2" name="Google Shape;4062;p28"/>
            <p:cNvGrpSpPr/>
            <p:nvPr/>
          </p:nvGrpSpPr>
          <p:grpSpPr>
            <a:xfrm rot="10800000">
              <a:off x="6630238" y="252475"/>
              <a:ext cx="115950" cy="86125"/>
              <a:chOff x="8839525" y="1569650"/>
              <a:chExt cx="115950" cy="86125"/>
            </a:xfrm>
          </p:grpSpPr>
          <p:sp>
            <p:nvSpPr>
              <p:cNvPr id="4063" name="Google Shape;4063;p28"/>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28"/>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5" name="Google Shape;4065;p28"/>
            <p:cNvGrpSpPr/>
            <p:nvPr/>
          </p:nvGrpSpPr>
          <p:grpSpPr>
            <a:xfrm rot="10800000">
              <a:off x="5681263" y="113788"/>
              <a:ext cx="48150" cy="36350"/>
              <a:chOff x="8512150" y="4124863"/>
              <a:chExt cx="48150" cy="36350"/>
            </a:xfrm>
          </p:grpSpPr>
          <p:sp>
            <p:nvSpPr>
              <p:cNvPr id="4066" name="Google Shape;4066;p28"/>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28"/>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28"/>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28"/>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0" name="Google Shape;4070;p28"/>
            <p:cNvSpPr/>
            <p:nvPr/>
          </p:nvSpPr>
          <p:spPr>
            <a:xfrm rot="10800000">
              <a:off x="6193063" y="1702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28"/>
            <p:cNvSpPr/>
            <p:nvPr/>
          </p:nvSpPr>
          <p:spPr>
            <a:xfrm rot="10800000">
              <a:off x="6960425" y="3779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28"/>
            <p:cNvSpPr/>
            <p:nvPr/>
          </p:nvSpPr>
          <p:spPr>
            <a:xfrm rot="10800000">
              <a:off x="6725275" y="847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28"/>
            <p:cNvSpPr/>
            <p:nvPr/>
          </p:nvSpPr>
          <p:spPr>
            <a:xfrm rot="10800000">
              <a:off x="6365200" y="235963"/>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28"/>
            <p:cNvSpPr/>
            <p:nvPr/>
          </p:nvSpPr>
          <p:spPr>
            <a:xfrm rot="10800000" flipH="1">
              <a:off x="6002288" y="7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28"/>
            <p:cNvSpPr/>
            <p:nvPr/>
          </p:nvSpPr>
          <p:spPr>
            <a:xfrm rot="10800000">
              <a:off x="5989100" y="271625"/>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28"/>
            <p:cNvSpPr/>
            <p:nvPr/>
          </p:nvSpPr>
          <p:spPr>
            <a:xfrm rot="10800000">
              <a:off x="6556325" y="44096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1pPr>
            <a:lvl2pPr lvl="1">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2pPr>
            <a:lvl3pPr lvl="2">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3pPr>
            <a:lvl4pPr lvl="3">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4pPr>
            <a:lvl5pPr lvl="4">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5pPr>
            <a:lvl6pPr lvl="5">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6pPr>
            <a:lvl7pPr lvl="6">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7pPr>
            <a:lvl8pPr lvl="7">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8pPr>
            <a:lvl9pPr lvl="8">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1pPr>
            <a:lvl2pPr marL="914400" lvl="1"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2pPr>
            <a:lvl3pPr marL="1371600" lvl="2"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3pPr>
            <a:lvl4pPr marL="1828800" lvl="3"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4pPr>
            <a:lvl5pPr marL="2286000" lvl="4"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5pPr>
            <a:lvl6pPr marL="2743200" lvl="5"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6pPr>
            <a:lvl7pPr marL="3200400" lvl="6"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7pPr>
            <a:lvl8pPr marL="3657600" lvl="7"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8pPr>
            <a:lvl9pPr marL="4114800" lvl="8"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6" r:id="rId6"/>
    <p:sldLayoutId id="2147483658" r:id="rId7"/>
    <p:sldLayoutId id="2147483659" r:id="rId8"/>
    <p:sldLayoutId id="2147483663" r:id="rId9"/>
    <p:sldLayoutId id="2147483667" r:id="rId10"/>
    <p:sldLayoutId id="2147483668" r:id="rId11"/>
    <p:sldLayoutId id="2147483672" r:id="rId12"/>
    <p:sldLayoutId id="2147483673" r:id="rId13"/>
    <p:sldLayoutId id="214748367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coppermind.net/wiki/Coppermind:Welcome"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88"/>
        <p:cNvGrpSpPr/>
        <p:nvPr/>
      </p:nvGrpSpPr>
      <p:grpSpPr>
        <a:xfrm>
          <a:off x="0" y="0"/>
          <a:ext cx="0" cy="0"/>
          <a:chOff x="0" y="0"/>
          <a:chExt cx="0" cy="0"/>
        </a:xfrm>
      </p:grpSpPr>
      <p:sp>
        <p:nvSpPr>
          <p:cNvPr id="4089" name="Google Shape;4089;p33"/>
          <p:cNvSpPr txBox="1">
            <a:spLocks noGrp="1"/>
          </p:cNvSpPr>
          <p:nvPr>
            <p:ph type="ctrTitle"/>
          </p:nvPr>
        </p:nvSpPr>
        <p:spPr>
          <a:xfrm>
            <a:off x="1418886" y="394489"/>
            <a:ext cx="5619108" cy="234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solidFill>
                  <a:schemeClr val="dk1"/>
                </a:solidFill>
              </a:rPr>
              <a:t>La Perpendicularidad Web:</a:t>
            </a:r>
            <a:r>
              <a:rPr lang="en" sz="4800" dirty="0"/>
              <a:t> </a:t>
            </a:r>
            <a:br>
              <a:rPr lang="en" sz="4900" dirty="0"/>
            </a:br>
            <a:r>
              <a:rPr lang="en" sz="4800" dirty="0"/>
              <a:t>El portal del</a:t>
            </a:r>
            <a:br>
              <a:rPr lang="en" sz="4800" dirty="0"/>
            </a:br>
            <a:r>
              <a:rPr lang="en" sz="5400" dirty="0"/>
              <a:t>Saltamundos</a:t>
            </a:r>
            <a:endParaRPr sz="7300" dirty="0">
              <a:solidFill>
                <a:schemeClr val="accent1"/>
              </a:solidFill>
            </a:endParaRPr>
          </a:p>
        </p:txBody>
      </p:sp>
      <p:sp>
        <p:nvSpPr>
          <p:cNvPr id="4090" name="Google Shape;4090;p33"/>
          <p:cNvSpPr/>
          <p:nvPr/>
        </p:nvSpPr>
        <p:spPr>
          <a:xfrm>
            <a:off x="2515092" y="2987488"/>
            <a:ext cx="3426696"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1" name="Google Shape;4091;p33"/>
          <p:cNvPicPr preferRelativeResize="0"/>
          <p:nvPr/>
        </p:nvPicPr>
        <p:blipFill rotWithShape="1">
          <a:blip r:embed="rId3">
            <a:alphaModFix/>
          </a:blip>
          <a:srcRect l="20231" t="19743" r="20231" b="19749"/>
          <a:stretch/>
        </p:blipFill>
        <p:spPr>
          <a:xfrm>
            <a:off x="6984324" y="671663"/>
            <a:ext cx="1395478" cy="1345376"/>
          </a:xfrm>
          <a:prstGeom prst="rect">
            <a:avLst/>
          </a:prstGeom>
          <a:noFill/>
          <a:ln>
            <a:noFill/>
          </a:ln>
        </p:spPr>
      </p:pic>
      <p:pic>
        <p:nvPicPr>
          <p:cNvPr id="4092" name="Google Shape;4092;p33"/>
          <p:cNvPicPr preferRelativeResize="0"/>
          <p:nvPr/>
        </p:nvPicPr>
        <p:blipFill rotWithShape="1">
          <a:blip r:embed="rId4">
            <a:alphaModFix/>
          </a:blip>
          <a:srcRect l="9382" t="27117" r="9382" b="27113"/>
          <a:stretch/>
        </p:blipFill>
        <p:spPr>
          <a:xfrm>
            <a:off x="5300838" y="2887259"/>
            <a:ext cx="2514601" cy="1345379"/>
          </a:xfrm>
          <a:prstGeom prst="rect">
            <a:avLst/>
          </a:prstGeom>
          <a:noFill/>
          <a:ln>
            <a:noFill/>
          </a:ln>
        </p:spPr>
      </p:pic>
      <p:sp>
        <p:nvSpPr>
          <p:cNvPr id="4093" name="Google Shape;4093;p33"/>
          <p:cNvSpPr txBox="1">
            <a:spLocks noGrp="1"/>
          </p:cNvSpPr>
          <p:nvPr>
            <p:ph type="subTitle" idx="1"/>
          </p:nvPr>
        </p:nvSpPr>
        <p:spPr>
          <a:xfrm>
            <a:off x="2623188" y="3054483"/>
            <a:ext cx="33186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Liang-Hao</a:t>
            </a:r>
            <a:endParaRPr dirty="0"/>
          </a:p>
        </p:txBody>
      </p:sp>
      <p:sp>
        <p:nvSpPr>
          <p:cNvPr id="4094" name="Google Shape;4094;p33"/>
          <p:cNvSpPr/>
          <p:nvPr/>
        </p:nvSpPr>
        <p:spPr>
          <a:xfrm>
            <a:off x="3599325" y="5143463"/>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5" name="Google Shape;4095;p33"/>
          <p:cNvGrpSpPr/>
          <p:nvPr/>
        </p:nvGrpSpPr>
        <p:grpSpPr>
          <a:xfrm>
            <a:off x="5761546" y="2409020"/>
            <a:ext cx="251830" cy="268768"/>
            <a:chOff x="4181475" y="2388800"/>
            <a:chExt cx="158783" cy="169463"/>
          </a:xfrm>
        </p:grpSpPr>
        <p:sp>
          <p:nvSpPr>
            <p:cNvPr id="4096" name="Google Shape;4096;p33"/>
            <p:cNvSpPr/>
            <p:nvPr/>
          </p:nvSpPr>
          <p:spPr>
            <a:xfrm>
              <a:off x="4298408" y="24893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7" name="Google Shape;4097;p33"/>
            <p:cNvSpPr/>
            <p:nvPr/>
          </p:nvSpPr>
          <p:spPr>
            <a:xfrm>
              <a:off x="4181475" y="23888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n 2">
            <a:extLst>
              <a:ext uri="{FF2B5EF4-FFF2-40B4-BE49-F238E27FC236}">
                <a16:creationId xmlns:a16="http://schemas.microsoft.com/office/drawing/2014/main" id="{B4ADE10E-A240-4343-0C4F-07127B5F5708}"/>
              </a:ext>
            </a:extLst>
          </p:cNvPr>
          <p:cNvPicPr>
            <a:picLocks noChangeAspect="1"/>
          </p:cNvPicPr>
          <p:nvPr/>
        </p:nvPicPr>
        <p:blipFill>
          <a:blip r:embed="rId5"/>
          <a:srcRect t="10893" r="44538"/>
          <a:stretch/>
        </p:blipFill>
        <p:spPr>
          <a:xfrm>
            <a:off x="1" y="1277422"/>
            <a:ext cx="3083636" cy="3687874"/>
          </a:xfrm>
          <a:prstGeom prst="rect">
            <a:avLst/>
          </a:prstGeom>
        </p:spPr>
      </p:pic>
      <p:sp>
        <p:nvSpPr>
          <p:cNvPr id="2" name="Google Shape;4145;p37">
            <a:extLst>
              <a:ext uri="{FF2B5EF4-FFF2-40B4-BE49-F238E27FC236}">
                <a16:creationId xmlns:a16="http://schemas.microsoft.com/office/drawing/2014/main" id="{9218C3E9-DC21-AE30-57AF-0D41922FD1BB}"/>
              </a:ext>
            </a:extLst>
          </p:cNvPr>
          <p:cNvSpPr txBox="1"/>
          <p:nvPr/>
        </p:nvSpPr>
        <p:spPr>
          <a:xfrm>
            <a:off x="4178765" y="4246190"/>
            <a:ext cx="933339" cy="1113646"/>
          </a:xfrm>
          <a:prstGeom prst="rect">
            <a:avLst/>
          </a:prstGeom>
          <a:no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7200" dirty="0">
                <a:solidFill>
                  <a:schemeClr val="dk1"/>
                </a:solidFill>
                <a:latin typeface="Chelsea Market"/>
                <a:ea typeface="Chelsea Market"/>
                <a:cs typeface="Chelsea Market"/>
                <a:sym typeface="Chelsea Market"/>
              </a:rPr>
              <a:t>”</a:t>
            </a:r>
            <a:endParaRPr sz="7200" dirty="0">
              <a:solidFill>
                <a:schemeClr val="dk1"/>
              </a:solidFill>
              <a:latin typeface="Chelsea Market"/>
              <a:ea typeface="Chelsea Market"/>
              <a:cs typeface="Chelsea Market"/>
              <a:sym typeface="Chelsea Market"/>
            </a:endParaRPr>
          </a:p>
        </p:txBody>
      </p:sp>
      <p:sp>
        <p:nvSpPr>
          <p:cNvPr id="4" name="Google Shape;4146;p37">
            <a:extLst>
              <a:ext uri="{FF2B5EF4-FFF2-40B4-BE49-F238E27FC236}">
                <a16:creationId xmlns:a16="http://schemas.microsoft.com/office/drawing/2014/main" id="{B522A610-7AA1-FD6E-2421-255721B0BDBF}"/>
              </a:ext>
            </a:extLst>
          </p:cNvPr>
          <p:cNvSpPr txBox="1"/>
          <p:nvPr/>
        </p:nvSpPr>
        <p:spPr>
          <a:xfrm>
            <a:off x="1998366" y="4051943"/>
            <a:ext cx="609861" cy="834301"/>
          </a:xfrm>
          <a:prstGeom prst="rect">
            <a:avLst/>
          </a:prstGeom>
          <a:no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7200" dirty="0">
                <a:solidFill>
                  <a:schemeClr val="dk1"/>
                </a:solidFill>
                <a:latin typeface="Chelsea Market"/>
                <a:ea typeface="Chelsea Market"/>
                <a:cs typeface="Chelsea Market"/>
                <a:sym typeface="Chelsea Market"/>
              </a:rPr>
              <a:t>“</a:t>
            </a:r>
            <a:endParaRPr sz="7200" dirty="0">
              <a:solidFill>
                <a:schemeClr val="dk1"/>
              </a:solidFill>
              <a:latin typeface="Chelsea Market"/>
              <a:ea typeface="Chelsea Market"/>
              <a:cs typeface="Chelsea Market"/>
              <a:sym typeface="Chelsea Market"/>
            </a:endParaRPr>
          </a:p>
        </p:txBody>
      </p:sp>
      <p:sp>
        <p:nvSpPr>
          <p:cNvPr id="5" name="Google Shape;4148;p37">
            <a:extLst>
              <a:ext uri="{FF2B5EF4-FFF2-40B4-BE49-F238E27FC236}">
                <a16:creationId xmlns:a16="http://schemas.microsoft.com/office/drawing/2014/main" id="{848A4333-0F1D-1E38-52CE-99E6B412D2FE}"/>
              </a:ext>
            </a:extLst>
          </p:cNvPr>
          <p:cNvSpPr txBox="1">
            <a:spLocks/>
          </p:cNvSpPr>
          <p:nvPr/>
        </p:nvSpPr>
        <p:spPr>
          <a:xfrm>
            <a:off x="2445360" y="4006145"/>
            <a:ext cx="2219750" cy="62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Nanum Gothic"/>
              <a:buNone/>
              <a:defRPr sz="2000" b="0" i="0" u="none" strike="noStrike" cap="none">
                <a:solidFill>
                  <a:schemeClr val="dk1"/>
                </a:solidFill>
                <a:latin typeface="Nanum Gothic"/>
                <a:ea typeface="Nanum Gothic"/>
                <a:cs typeface="Nanum Gothic"/>
                <a:sym typeface="Nanum Gothic"/>
              </a:defRPr>
            </a:lvl1pPr>
            <a:lvl2pPr marL="914400" marR="0" lvl="1"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2pPr>
            <a:lvl3pPr marL="1371600" marR="0" lvl="2"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3pPr>
            <a:lvl4pPr marL="1828800" marR="0" lvl="3"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4pPr>
            <a:lvl5pPr marL="2286000" marR="0" lvl="4"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5pPr>
            <a:lvl6pPr marL="2743200" marR="0" lvl="5"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6pPr>
            <a:lvl7pPr marL="3200400" marR="0" lvl="6"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7pPr>
            <a:lvl8pPr marL="3657600" marR="0" lvl="7"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8pPr>
            <a:lvl9pPr marL="4114800" marR="0" lvl="8"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9pPr>
          </a:lstStyle>
          <a:p>
            <a:pPr marL="0" indent="0"/>
            <a:r>
              <a:rPr lang="en-US" sz="1600" dirty="0"/>
              <a:t>Words are where most change begins</a:t>
            </a:r>
          </a:p>
        </p:txBody>
      </p:sp>
      <p:sp>
        <p:nvSpPr>
          <p:cNvPr id="6" name="Google Shape;4147;p37">
            <a:extLst>
              <a:ext uri="{FF2B5EF4-FFF2-40B4-BE49-F238E27FC236}">
                <a16:creationId xmlns:a16="http://schemas.microsoft.com/office/drawing/2014/main" id="{0FD4456E-B2DB-AB3A-8434-9B8F76E654A4}"/>
              </a:ext>
            </a:extLst>
          </p:cNvPr>
          <p:cNvSpPr txBox="1">
            <a:spLocks/>
          </p:cNvSpPr>
          <p:nvPr/>
        </p:nvSpPr>
        <p:spPr>
          <a:xfrm>
            <a:off x="1543102" y="4687375"/>
            <a:ext cx="4045200" cy="30278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1pPr>
            <a:lvl2pPr marR="0" lvl="1"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2pPr>
            <a:lvl3pPr marR="0" lvl="2"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3pPr>
            <a:lvl4pPr marR="0" lvl="3"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4pPr>
            <a:lvl5pPr marR="0" lvl="4"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5pPr>
            <a:lvl6pPr marR="0" lvl="5"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6pPr>
            <a:lvl7pPr marR="0" lvl="6"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7pPr>
            <a:lvl8pPr marR="0" lvl="7"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8pPr>
            <a:lvl9pPr marR="0" lvl="8"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9pPr>
          </a:lstStyle>
          <a:p>
            <a:pPr algn="ctr"/>
            <a:r>
              <a:rPr lang="es-ES" sz="1200" dirty="0"/>
              <a:t>— SHALLAN DAVAR</a:t>
            </a:r>
            <a:endParaRPr lang="es-ES" dirty="0"/>
          </a:p>
        </p:txBody>
      </p:sp>
      <p:sp>
        <p:nvSpPr>
          <p:cNvPr id="7" name="Google Shape;4154;p37">
            <a:extLst>
              <a:ext uri="{FF2B5EF4-FFF2-40B4-BE49-F238E27FC236}">
                <a16:creationId xmlns:a16="http://schemas.microsoft.com/office/drawing/2014/main" id="{87C8D3DC-F7D0-075E-7513-463B08E62A59}"/>
              </a:ext>
            </a:extLst>
          </p:cNvPr>
          <p:cNvSpPr/>
          <p:nvPr/>
        </p:nvSpPr>
        <p:spPr>
          <a:xfrm>
            <a:off x="2488315" y="4626430"/>
            <a:ext cx="1829490" cy="45798"/>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22"/>
        <p:cNvGrpSpPr/>
        <p:nvPr/>
      </p:nvGrpSpPr>
      <p:grpSpPr>
        <a:xfrm>
          <a:off x="0" y="0"/>
          <a:ext cx="0" cy="0"/>
          <a:chOff x="0" y="0"/>
          <a:chExt cx="0" cy="0"/>
        </a:xfrm>
      </p:grpSpPr>
      <p:sp>
        <p:nvSpPr>
          <p:cNvPr id="4123" name="Google Shape;412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Contenidos</a:t>
            </a:r>
            <a:endParaRPr dirty="0"/>
          </a:p>
        </p:txBody>
      </p:sp>
      <p:sp>
        <p:nvSpPr>
          <p:cNvPr id="4124" name="Google Shape;4124;p36"/>
          <p:cNvSpPr/>
          <p:nvPr/>
        </p:nvSpPr>
        <p:spPr>
          <a:xfrm>
            <a:off x="764350" y="972750"/>
            <a:ext cx="3657654"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25" name="Google Shape;4125;p36"/>
          <p:cNvPicPr preferRelativeResize="0"/>
          <p:nvPr/>
        </p:nvPicPr>
        <p:blipFill rotWithShape="1">
          <a:blip r:embed="rId3">
            <a:alphaModFix/>
          </a:blip>
          <a:srcRect l="25187" t="26669" r="25192" b="26673"/>
          <a:stretch/>
        </p:blipFill>
        <p:spPr>
          <a:xfrm>
            <a:off x="7426800" y="484175"/>
            <a:ext cx="1139000" cy="1017000"/>
          </a:xfrm>
          <a:prstGeom prst="rect">
            <a:avLst/>
          </a:prstGeom>
          <a:noFill/>
          <a:ln>
            <a:noFill/>
          </a:ln>
        </p:spPr>
      </p:pic>
      <p:sp>
        <p:nvSpPr>
          <p:cNvPr id="4126" name="Google Shape;4126;p36"/>
          <p:cNvSpPr txBox="1">
            <a:spLocks noGrp="1"/>
          </p:cNvSpPr>
          <p:nvPr>
            <p:ph type="subTitle" idx="1"/>
          </p:nvPr>
        </p:nvSpPr>
        <p:spPr>
          <a:xfrm>
            <a:off x="1570650" y="1589225"/>
            <a:ext cx="2434800" cy="3999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 dirty="0"/>
              <a:t>DESCRIPCIÓN</a:t>
            </a:r>
            <a:endParaRPr dirty="0"/>
          </a:p>
        </p:txBody>
      </p:sp>
      <p:sp>
        <p:nvSpPr>
          <p:cNvPr id="4128" name="Google Shape;4128;p36"/>
          <p:cNvSpPr txBox="1">
            <a:spLocks noGrp="1"/>
          </p:cNvSpPr>
          <p:nvPr>
            <p:ph type="subTitle" idx="3"/>
          </p:nvPr>
        </p:nvSpPr>
        <p:spPr>
          <a:xfrm>
            <a:off x="5124000" y="1589600"/>
            <a:ext cx="2434800" cy="3999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 dirty="0"/>
              <a:t>FUNCIONALIDADES</a:t>
            </a:r>
            <a:endParaRPr dirty="0"/>
          </a:p>
        </p:txBody>
      </p:sp>
      <p:sp>
        <p:nvSpPr>
          <p:cNvPr id="4130" name="Google Shape;4130;p36"/>
          <p:cNvSpPr txBox="1">
            <a:spLocks noGrp="1"/>
          </p:cNvSpPr>
          <p:nvPr>
            <p:ph type="subTitle" idx="5"/>
          </p:nvPr>
        </p:nvSpPr>
        <p:spPr>
          <a:xfrm>
            <a:off x="1585200" y="2620325"/>
            <a:ext cx="2434800" cy="3999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 dirty="0"/>
              <a:t>ARQUITECTURA</a:t>
            </a:r>
            <a:endParaRPr dirty="0"/>
          </a:p>
        </p:txBody>
      </p:sp>
      <p:sp>
        <p:nvSpPr>
          <p:cNvPr id="4132" name="Google Shape;4132;p36"/>
          <p:cNvSpPr txBox="1">
            <a:spLocks noGrp="1"/>
          </p:cNvSpPr>
          <p:nvPr>
            <p:ph type="subTitle" idx="7"/>
          </p:nvPr>
        </p:nvSpPr>
        <p:spPr>
          <a:xfrm>
            <a:off x="5124000" y="2620700"/>
            <a:ext cx="2434800" cy="3999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 dirty="0"/>
              <a:t>TECNOLOGÍAS</a:t>
            </a:r>
            <a:endParaRPr dirty="0"/>
          </a:p>
        </p:txBody>
      </p:sp>
      <p:sp>
        <p:nvSpPr>
          <p:cNvPr id="4134" name="Google Shape;4134;p36"/>
          <p:cNvSpPr txBox="1">
            <a:spLocks noGrp="1"/>
          </p:cNvSpPr>
          <p:nvPr>
            <p:ph type="title" idx="9"/>
          </p:nvPr>
        </p:nvSpPr>
        <p:spPr>
          <a:xfrm>
            <a:off x="262800" y="1329575"/>
            <a:ext cx="1231800" cy="919200"/>
          </a:xfrm>
          <a:prstGeom prst="rect">
            <a:avLst/>
          </a:prstGeom>
        </p:spPr>
        <p:txBody>
          <a:bodyPr spcFirstLastPara="1" wrap="square" lIns="0" tIns="91425" rIns="90000" bIns="91425" anchor="ctr" anchorCtr="0">
            <a:noAutofit/>
          </a:bodyPr>
          <a:lstStyle/>
          <a:p>
            <a:pPr marL="0" lvl="0" indent="0" algn="r" rtl="0">
              <a:spcBef>
                <a:spcPts val="0"/>
              </a:spcBef>
              <a:spcAft>
                <a:spcPts val="0"/>
              </a:spcAft>
              <a:buNone/>
            </a:pPr>
            <a:r>
              <a:rPr lang="en" sz="6000" dirty="0"/>
              <a:t>01</a:t>
            </a:r>
            <a:endParaRPr sz="6000" dirty="0"/>
          </a:p>
        </p:txBody>
      </p:sp>
      <p:sp>
        <p:nvSpPr>
          <p:cNvPr id="4135" name="Google Shape;4135;p36"/>
          <p:cNvSpPr txBox="1">
            <a:spLocks noGrp="1"/>
          </p:cNvSpPr>
          <p:nvPr>
            <p:ph type="title" idx="13"/>
          </p:nvPr>
        </p:nvSpPr>
        <p:spPr>
          <a:xfrm>
            <a:off x="277350" y="2360675"/>
            <a:ext cx="1231800" cy="919200"/>
          </a:xfrm>
          <a:prstGeom prst="rect">
            <a:avLst/>
          </a:prstGeom>
        </p:spPr>
        <p:txBody>
          <a:bodyPr spcFirstLastPara="1" wrap="square" lIns="0" tIns="91425" rIns="90000" bIns="91425" anchor="ctr" anchorCtr="0">
            <a:noAutofit/>
          </a:bodyPr>
          <a:lstStyle/>
          <a:p>
            <a:pPr marL="0" lvl="0" indent="0" algn="r" rtl="0">
              <a:spcBef>
                <a:spcPts val="0"/>
              </a:spcBef>
              <a:spcAft>
                <a:spcPts val="0"/>
              </a:spcAft>
              <a:buNone/>
            </a:pPr>
            <a:r>
              <a:rPr lang="en" sz="6000" dirty="0"/>
              <a:t>03</a:t>
            </a:r>
            <a:endParaRPr sz="6600" dirty="0"/>
          </a:p>
        </p:txBody>
      </p:sp>
      <p:sp>
        <p:nvSpPr>
          <p:cNvPr id="4136" name="Google Shape;4136;p36"/>
          <p:cNvSpPr txBox="1">
            <a:spLocks noGrp="1"/>
          </p:cNvSpPr>
          <p:nvPr>
            <p:ph type="title" idx="14"/>
          </p:nvPr>
        </p:nvSpPr>
        <p:spPr>
          <a:xfrm>
            <a:off x="3816000" y="1331949"/>
            <a:ext cx="1231800" cy="919200"/>
          </a:xfrm>
          <a:prstGeom prst="rect">
            <a:avLst/>
          </a:prstGeom>
        </p:spPr>
        <p:txBody>
          <a:bodyPr spcFirstLastPara="1" wrap="square" lIns="0" tIns="91425" rIns="90000" bIns="91425" anchor="ctr" anchorCtr="0">
            <a:noAutofit/>
          </a:bodyPr>
          <a:lstStyle/>
          <a:p>
            <a:pPr marL="0" lvl="0" indent="0" algn="r" rtl="0">
              <a:spcBef>
                <a:spcPts val="0"/>
              </a:spcBef>
              <a:spcAft>
                <a:spcPts val="0"/>
              </a:spcAft>
              <a:buNone/>
            </a:pPr>
            <a:r>
              <a:rPr lang="en" sz="6000" dirty="0"/>
              <a:t>02</a:t>
            </a:r>
            <a:endParaRPr sz="6600" dirty="0"/>
          </a:p>
        </p:txBody>
      </p:sp>
      <p:sp>
        <p:nvSpPr>
          <p:cNvPr id="4137" name="Google Shape;4137;p36"/>
          <p:cNvSpPr txBox="1">
            <a:spLocks noGrp="1"/>
          </p:cNvSpPr>
          <p:nvPr>
            <p:ph type="title" idx="15"/>
          </p:nvPr>
        </p:nvSpPr>
        <p:spPr>
          <a:xfrm>
            <a:off x="3830550" y="2361050"/>
            <a:ext cx="1231800" cy="919200"/>
          </a:xfrm>
          <a:prstGeom prst="rect">
            <a:avLst/>
          </a:prstGeom>
        </p:spPr>
        <p:txBody>
          <a:bodyPr spcFirstLastPara="1" wrap="square" lIns="0" tIns="91425" rIns="90000" bIns="91425" anchor="ctr" anchorCtr="0">
            <a:noAutofit/>
          </a:bodyPr>
          <a:lstStyle/>
          <a:p>
            <a:pPr marL="0" lvl="0" indent="0" algn="r" rtl="0">
              <a:spcBef>
                <a:spcPts val="0"/>
              </a:spcBef>
              <a:spcAft>
                <a:spcPts val="0"/>
              </a:spcAft>
              <a:buNone/>
            </a:pPr>
            <a:r>
              <a:rPr lang="en" sz="6000" dirty="0"/>
              <a:t>04</a:t>
            </a:r>
            <a:endParaRPr sz="6600" dirty="0"/>
          </a:p>
        </p:txBody>
      </p:sp>
      <p:grpSp>
        <p:nvGrpSpPr>
          <p:cNvPr id="4138" name="Google Shape;4138;p36"/>
          <p:cNvGrpSpPr/>
          <p:nvPr/>
        </p:nvGrpSpPr>
        <p:grpSpPr>
          <a:xfrm>
            <a:off x="609600" y="560000"/>
            <a:ext cx="176800" cy="169463"/>
            <a:chOff x="676275" y="560000"/>
            <a:chExt cx="176800" cy="169463"/>
          </a:xfrm>
        </p:grpSpPr>
        <p:sp>
          <p:nvSpPr>
            <p:cNvPr id="4139" name="Google Shape;4139;p36"/>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6"/>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4130;p36">
            <a:extLst>
              <a:ext uri="{FF2B5EF4-FFF2-40B4-BE49-F238E27FC236}">
                <a16:creationId xmlns:a16="http://schemas.microsoft.com/office/drawing/2014/main" id="{08A011E1-A594-4A7A-BF11-117550AB194A}"/>
              </a:ext>
            </a:extLst>
          </p:cNvPr>
          <p:cNvSpPr txBox="1">
            <a:spLocks/>
          </p:cNvSpPr>
          <p:nvPr/>
        </p:nvSpPr>
        <p:spPr>
          <a:xfrm>
            <a:off x="1570650" y="3651425"/>
            <a:ext cx="2434800" cy="399900"/>
          </a:xfrm>
          <a:prstGeom prst="rect">
            <a:avLst/>
          </a:prstGeom>
          <a:noFill/>
          <a:ln>
            <a:noFill/>
          </a:ln>
        </p:spPr>
        <p:txBody>
          <a:bodyPr spcFirstLastPara="1" wrap="square" lIns="0" tIns="91425" rIns="0"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1pPr>
            <a:lvl2pPr marL="914400" marR="0" lvl="1"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2pPr>
            <a:lvl3pPr marL="1371600" marR="0" lvl="2"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3pPr>
            <a:lvl4pPr marL="1828800" marR="0" lvl="3"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4pPr>
            <a:lvl5pPr marL="2286000" marR="0" lvl="4"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5pPr>
            <a:lvl6pPr marL="2743200" marR="0" lvl="5"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6pPr>
            <a:lvl7pPr marL="3200400" marR="0" lvl="6"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7pPr>
            <a:lvl8pPr marL="3657600" marR="0" lvl="7"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8pPr>
            <a:lvl9pPr marL="4114800" marR="0" lvl="8"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9pPr>
          </a:lstStyle>
          <a:p>
            <a:pPr marL="0" indent="0"/>
            <a:r>
              <a:rPr lang="es-ES" dirty="0"/>
              <a:t>MODELO DE DATOS</a:t>
            </a:r>
          </a:p>
        </p:txBody>
      </p:sp>
      <p:sp>
        <p:nvSpPr>
          <p:cNvPr id="11" name="Google Shape;4132;p36">
            <a:extLst>
              <a:ext uri="{FF2B5EF4-FFF2-40B4-BE49-F238E27FC236}">
                <a16:creationId xmlns:a16="http://schemas.microsoft.com/office/drawing/2014/main" id="{6AF7AA65-7058-8BAA-9770-AFD370E69851}"/>
              </a:ext>
            </a:extLst>
          </p:cNvPr>
          <p:cNvSpPr txBox="1">
            <a:spLocks/>
          </p:cNvSpPr>
          <p:nvPr/>
        </p:nvSpPr>
        <p:spPr>
          <a:xfrm>
            <a:off x="5109450" y="3651800"/>
            <a:ext cx="2434800" cy="399900"/>
          </a:xfrm>
          <a:prstGeom prst="rect">
            <a:avLst/>
          </a:prstGeom>
          <a:noFill/>
          <a:ln>
            <a:noFill/>
          </a:ln>
        </p:spPr>
        <p:txBody>
          <a:bodyPr spcFirstLastPara="1" wrap="square" lIns="0" tIns="91425" rIns="0"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1pPr>
            <a:lvl2pPr marL="914400" marR="0" lvl="1"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2pPr>
            <a:lvl3pPr marL="1371600" marR="0" lvl="2"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3pPr>
            <a:lvl4pPr marL="1828800" marR="0" lvl="3"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4pPr>
            <a:lvl5pPr marL="2286000" marR="0" lvl="4"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5pPr>
            <a:lvl6pPr marL="2743200" marR="0" lvl="5"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6pPr>
            <a:lvl7pPr marL="3200400" marR="0" lvl="6"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7pPr>
            <a:lvl8pPr marL="3657600" marR="0" lvl="7"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8pPr>
            <a:lvl9pPr marL="4114800" marR="0" lvl="8" indent="-317500" algn="l" rtl="0">
              <a:lnSpc>
                <a:spcPct val="100000"/>
              </a:lnSpc>
              <a:spcBef>
                <a:spcPts val="0"/>
              </a:spcBef>
              <a:spcAft>
                <a:spcPts val="0"/>
              </a:spcAft>
              <a:buClr>
                <a:schemeClr val="dk1"/>
              </a:buClr>
              <a:buSzPts val="1400"/>
              <a:buFont typeface="Nanum Gothic"/>
              <a:buNone/>
              <a:defRPr sz="1600" b="1" i="0" u="none" strike="noStrike" cap="none">
                <a:solidFill>
                  <a:schemeClr val="accent1"/>
                </a:solidFill>
                <a:latin typeface="Chelsea Market"/>
                <a:ea typeface="Chelsea Market"/>
                <a:cs typeface="Chelsea Market"/>
                <a:sym typeface="Chelsea Market"/>
              </a:defRPr>
            </a:lvl9pPr>
          </a:lstStyle>
          <a:p>
            <a:pPr marL="0" indent="0"/>
            <a:r>
              <a:rPr lang="es-ES" dirty="0"/>
              <a:t>SKETCH</a:t>
            </a:r>
          </a:p>
        </p:txBody>
      </p:sp>
      <p:sp>
        <p:nvSpPr>
          <p:cNvPr id="12" name="Google Shape;4135;p36">
            <a:extLst>
              <a:ext uri="{FF2B5EF4-FFF2-40B4-BE49-F238E27FC236}">
                <a16:creationId xmlns:a16="http://schemas.microsoft.com/office/drawing/2014/main" id="{38C4D0F0-34CA-8303-8B6D-F41F3060291A}"/>
              </a:ext>
            </a:extLst>
          </p:cNvPr>
          <p:cNvSpPr txBox="1">
            <a:spLocks/>
          </p:cNvSpPr>
          <p:nvPr/>
        </p:nvSpPr>
        <p:spPr>
          <a:xfrm>
            <a:off x="262800" y="3391775"/>
            <a:ext cx="1231800" cy="919200"/>
          </a:xfrm>
          <a:prstGeom prst="rect">
            <a:avLst/>
          </a:prstGeom>
          <a:noFill/>
          <a:ln>
            <a:noFill/>
          </a:ln>
        </p:spPr>
        <p:txBody>
          <a:bodyPr spcFirstLastPara="1" wrap="square" lIns="0" tIns="91425" rIns="90000"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5500"/>
              <a:buFont typeface="Chelsea Market"/>
              <a:buNone/>
              <a:defRPr sz="6900" b="0" i="0" u="none" strike="noStrike" cap="none">
                <a:solidFill>
                  <a:schemeClr val="accent2"/>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9pPr>
          </a:lstStyle>
          <a:p>
            <a:r>
              <a:rPr lang="en" sz="6000" dirty="0"/>
              <a:t>05</a:t>
            </a:r>
            <a:endParaRPr lang="en" sz="6600" dirty="0"/>
          </a:p>
        </p:txBody>
      </p:sp>
      <p:sp>
        <p:nvSpPr>
          <p:cNvPr id="13" name="Google Shape;4137;p36">
            <a:extLst>
              <a:ext uri="{FF2B5EF4-FFF2-40B4-BE49-F238E27FC236}">
                <a16:creationId xmlns:a16="http://schemas.microsoft.com/office/drawing/2014/main" id="{59C81D55-72B3-6D80-2A5F-92F096308F5C}"/>
              </a:ext>
            </a:extLst>
          </p:cNvPr>
          <p:cNvSpPr txBox="1">
            <a:spLocks/>
          </p:cNvSpPr>
          <p:nvPr/>
        </p:nvSpPr>
        <p:spPr>
          <a:xfrm>
            <a:off x="3816000" y="3392150"/>
            <a:ext cx="1231800" cy="919200"/>
          </a:xfrm>
          <a:prstGeom prst="rect">
            <a:avLst/>
          </a:prstGeom>
          <a:noFill/>
          <a:ln>
            <a:noFill/>
          </a:ln>
        </p:spPr>
        <p:txBody>
          <a:bodyPr spcFirstLastPara="1" wrap="square" lIns="0" tIns="91425" rIns="90000"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5500"/>
              <a:buFont typeface="Chelsea Market"/>
              <a:buNone/>
              <a:defRPr sz="6900" b="0" i="0" u="none" strike="noStrike" cap="none">
                <a:solidFill>
                  <a:schemeClr val="accent2"/>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5500"/>
              <a:buFont typeface="Chelsea Market"/>
              <a:buNone/>
              <a:defRPr sz="5500" b="0" i="0" u="none" strike="noStrike" cap="none">
                <a:solidFill>
                  <a:schemeClr val="accent1"/>
                </a:solidFill>
                <a:latin typeface="Chelsea Market"/>
                <a:ea typeface="Chelsea Market"/>
                <a:cs typeface="Chelsea Market"/>
                <a:sym typeface="Chelsea Market"/>
              </a:defRPr>
            </a:lvl9pPr>
          </a:lstStyle>
          <a:p>
            <a:r>
              <a:rPr lang="en" sz="6000" dirty="0"/>
              <a:t>06</a:t>
            </a:r>
            <a:endParaRPr lang="en" sz="6600" dirty="0"/>
          </a:p>
        </p:txBody>
      </p:sp>
    </p:spTree>
    <p:extLst>
      <p:ext uri="{BB962C8B-B14F-4D97-AF65-F5344CB8AC3E}">
        <p14:creationId xmlns:p14="http://schemas.microsoft.com/office/powerpoint/2010/main" val="1049141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58"/>
        <p:cNvGrpSpPr/>
        <p:nvPr/>
      </p:nvGrpSpPr>
      <p:grpSpPr>
        <a:xfrm>
          <a:off x="0" y="0"/>
          <a:ext cx="0" cy="0"/>
          <a:chOff x="0" y="0"/>
          <a:chExt cx="0" cy="0"/>
        </a:xfrm>
      </p:grpSpPr>
      <p:sp>
        <p:nvSpPr>
          <p:cNvPr id="4159" name="Google Shape;4159;p38"/>
          <p:cNvSpPr txBox="1">
            <a:spLocks noGrp="1"/>
          </p:cNvSpPr>
          <p:nvPr>
            <p:ph type="title"/>
          </p:nvPr>
        </p:nvSpPr>
        <p:spPr>
          <a:xfrm>
            <a:off x="2232102" y="325688"/>
            <a:ext cx="3401573" cy="125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DESCRIPCIÓN</a:t>
            </a:r>
            <a:endParaRPr dirty="0"/>
          </a:p>
        </p:txBody>
      </p:sp>
      <p:sp>
        <p:nvSpPr>
          <p:cNvPr id="4160" name="Google Shape;4160;p38"/>
          <p:cNvSpPr txBox="1">
            <a:spLocks noGrp="1"/>
          </p:cNvSpPr>
          <p:nvPr>
            <p:ph type="title" idx="2"/>
          </p:nvPr>
        </p:nvSpPr>
        <p:spPr>
          <a:xfrm>
            <a:off x="384183" y="7938"/>
            <a:ext cx="2271000" cy="301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5000" dirty="0"/>
              <a:t>01</a:t>
            </a:r>
            <a:endParaRPr dirty="0"/>
          </a:p>
        </p:txBody>
      </p:sp>
      <p:sp>
        <p:nvSpPr>
          <p:cNvPr id="4161" name="Google Shape;4161;p38"/>
          <p:cNvSpPr txBox="1">
            <a:spLocks noGrp="1"/>
          </p:cNvSpPr>
          <p:nvPr>
            <p:ph type="subTitle" idx="1"/>
          </p:nvPr>
        </p:nvSpPr>
        <p:spPr>
          <a:xfrm>
            <a:off x="2232101" y="1347288"/>
            <a:ext cx="4256718" cy="2380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El portal del saltamundos es una aplicación web y móvil basada en el </a:t>
            </a:r>
            <a:r>
              <a:rPr lang="en" dirty="0">
                <a:solidFill>
                  <a:schemeClr val="accent1"/>
                </a:solidFill>
                <a:latin typeface="Chelsea Market" panose="020B0604020202020204" charset="0"/>
              </a:rPr>
              <a:t>Cosmere</a:t>
            </a:r>
            <a:r>
              <a:rPr lang="en" dirty="0"/>
              <a:t>, universo del escritor </a:t>
            </a:r>
            <a:r>
              <a:rPr lang="en" dirty="0">
                <a:solidFill>
                  <a:schemeClr val="accent1"/>
                </a:solidFill>
                <a:latin typeface="Chelsea Market" panose="020B0604020202020204" charset="0"/>
              </a:rPr>
              <a:t>Brandon Sanderson</a:t>
            </a:r>
            <a:r>
              <a:rPr lang="en" dirty="0">
                <a:solidFill>
                  <a:schemeClr val="tx1"/>
                </a:solidFill>
                <a:latin typeface="Nanum Gothic" panose="020B0604020202020204" charset="-127"/>
                <a:ea typeface="Nanum Gothic" panose="020B0604020202020204" charset="-127"/>
              </a:rPr>
              <a:t>. Su objetivo es ofrecer a los fans de este universo literario una serie de funcionalidades y visualizaciones interesantes y divertidas, que les permitan conocer más acerca del Cosmere y divertirse en el proceso.</a:t>
            </a:r>
            <a:endParaRPr dirty="0">
              <a:solidFill>
                <a:schemeClr val="accent1"/>
              </a:solidFill>
              <a:latin typeface="Chelsea Market" panose="020B0604020202020204" charset="0"/>
            </a:endParaRPr>
          </a:p>
        </p:txBody>
      </p:sp>
      <p:pic>
        <p:nvPicPr>
          <p:cNvPr id="4162" name="Google Shape;4162;p38"/>
          <p:cNvPicPr preferRelativeResize="0"/>
          <p:nvPr/>
        </p:nvPicPr>
        <p:blipFill rotWithShape="1">
          <a:blip r:embed="rId3">
            <a:alphaModFix/>
          </a:blip>
          <a:srcRect l="15301" t="15873" r="15301" b="15880"/>
          <a:stretch/>
        </p:blipFill>
        <p:spPr>
          <a:xfrm flipH="1">
            <a:off x="6326825" y="1407512"/>
            <a:ext cx="2591297" cy="2419901"/>
          </a:xfrm>
          <a:prstGeom prst="rect">
            <a:avLst/>
          </a:prstGeom>
          <a:noFill/>
          <a:ln>
            <a:noFill/>
          </a:ln>
        </p:spPr>
      </p:pic>
      <p:grpSp>
        <p:nvGrpSpPr>
          <p:cNvPr id="4233" name="Google Shape;4233;p38"/>
          <p:cNvGrpSpPr/>
          <p:nvPr/>
        </p:nvGrpSpPr>
        <p:grpSpPr>
          <a:xfrm flipH="1">
            <a:off x="447778" y="613589"/>
            <a:ext cx="324198" cy="310726"/>
            <a:chOff x="4181475" y="2388800"/>
            <a:chExt cx="176800" cy="169463"/>
          </a:xfrm>
        </p:grpSpPr>
        <p:sp>
          <p:nvSpPr>
            <p:cNvPr id="4234" name="Google Shape;4234;p38"/>
            <p:cNvSpPr/>
            <p:nvPr/>
          </p:nvSpPr>
          <p:spPr>
            <a:xfrm>
              <a:off x="4316425" y="24893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38"/>
            <p:cNvSpPr/>
            <p:nvPr/>
          </p:nvSpPr>
          <p:spPr>
            <a:xfrm>
              <a:off x="4181475" y="23888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60;p40">
            <a:extLst>
              <a:ext uri="{FF2B5EF4-FFF2-40B4-BE49-F238E27FC236}">
                <a16:creationId xmlns:a16="http://schemas.microsoft.com/office/drawing/2014/main" id="{5BAB211F-0B4B-FCA1-4569-BE2BFF760B59}"/>
              </a:ext>
            </a:extLst>
          </p:cNvPr>
          <p:cNvSpPr/>
          <p:nvPr/>
        </p:nvSpPr>
        <p:spPr>
          <a:xfrm>
            <a:off x="2276452" y="1188238"/>
            <a:ext cx="2954226" cy="58950"/>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693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52"/>
        <p:cNvGrpSpPr/>
        <p:nvPr/>
      </p:nvGrpSpPr>
      <p:grpSpPr>
        <a:xfrm>
          <a:off x="0" y="0"/>
          <a:ext cx="0" cy="0"/>
          <a:chOff x="0" y="0"/>
          <a:chExt cx="0" cy="0"/>
        </a:xfrm>
      </p:grpSpPr>
      <p:sp>
        <p:nvSpPr>
          <p:cNvPr id="4253" name="Google Shape;4253;p40"/>
          <p:cNvSpPr txBox="1">
            <a:spLocks noGrp="1"/>
          </p:cNvSpPr>
          <p:nvPr>
            <p:ph type="title"/>
          </p:nvPr>
        </p:nvSpPr>
        <p:spPr>
          <a:xfrm>
            <a:off x="2232102" y="660513"/>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FUNCIONALIDADES </a:t>
            </a:r>
            <a:endParaRPr dirty="0">
              <a:solidFill>
                <a:schemeClr val="dk1"/>
              </a:solidFill>
            </a:endParaRPr>
          </a:p>
        </p:txBody>
      </p:sp>
      <p:sp>
        <p:nvSpPr>
          <p:cNvPr id="4254" name="Google Shape;4254;p40"/>
          <p:cNvSpPr txBox="1">
            <a:spLocks noGrp="1"/>
          </p:cNvSpPr>
          <p:nvPr>
            <p:ph type="subTitle" idx="1"/>
          </p:nvPr>
        </p:nvSpPr>
        <p:spPr>
          <a:xfrm>
            <a:off x="609600" y="2936643"/>
            <a:ext cx="2208300" cy="399900"/>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dirty="0"/>
              <a:t>LOGIN</a:t>
            </a:r>
            <a:endParaRPr dirty="0"/>
          </a:p>
        </p:txBody>
      </p:sp>
      <p:sp>
        <p:nvSpPr>
          <p:cNvPr id="4255" name="Google Shape;4255;p40"/>
          <p:cNvSpPr txBox="1">
            <a:spLocks noGrp="1"/>
          </p:cNvSpPr>
          <p:nvPr>
            <p:ph type="subTitle" idx="2"/>
          </p:nvPr>
        </p:nvSpPr>
        <p:spPr>
          <a:xfrm>
            <a:off x="609612" y="3258743"/>
            <a:ext cx="1806857" cy="841989"/>
          </a:xfrm>
          <a:prstGeom prst="rect">
            <a:avLst/>
          </a:prstGeom>
        </p:spPr>
        <p:txBody>
          <a:bodyPr spcFirstLastPara="1" wrap="square" lIns="90000" tIns="91425" rIns="90000" bIns="91425" anchor="ctr" anchorCtr="0">
            <a:noAutofit/>
          </a:bodyPr>
          <a:lstStyle/>
          <a:p>
            <a:pPr marL="0" lvl="0" indent="0" rtl="0">
              <a:spcBef>
                <a:spcPts val="0"/>
              </a:spcBef>
              <a:spcAft>
                <a:spcPts val="0"/>
              </a:spcAft>
              <a:buNone/>
            </a:pPr>
            <a:r>
              <a:rPr lang="en" dirty="0"/>
              <a:t>Registro de usuarios e inicio de sesión.</a:t>
            </a:r>
            <a:endParaRPr dirty="0"/>
          </a:p>
        </p:txBody>
      </p:sp>
      <p:sp>
        <p:nvSpPr>
          <p:cNvPr id="4256" name="Google Shape;4256;p40"/>
          <p:cNvSpPr txBox="1">
            <a:spLocks noGrp="1"/>
          </p:cNvSpPr>
          <p:nvPr>
            <p:ph type="subTitle" idx="3"/>
          </p:nvPr>
        </p:nvSpPr>
        <p:spPr>
          <a:xfrm>
            <a:off x="2737492" y="2936643"/>
            <a:ext cx="2208300" cy="399900"/>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dirty="0"/>
              <a:t>WIKI</a:t>
            </a:r>
            <a:endParaRPr dirty="0"/>
          </a:p>
        </p:txBody>
      </p:sp>
      <p:sp>
        <p:nvSpPr>
          <p:cNvPr id="4257" name="Google Shape;4257;p40"/>
          <p:cNvSpPr txBox="1">
            <a:spLocks noGrp="1"/>
          </p:cNvSpPr>
          <p:nvPr>
            <p:ph type="subTitle" idx="4"/>
          </p:nvPr>
        </p:nvSpPr>
        <p:spPr>
          <a:xfrm>
            <a:off x="2737492" y="3348269"/>
            <a:ext cx="2082469" cy="885129"/>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dirty="0"/>
              <a:t>Wikipedia con información oficial sobre varios personajes.</a:t>
            </a:r>
            <a:endParaRPr dirty="0"/>
          </a:p>
        </p:txBody>
      </p:sp>
      <p:sp>
        <p:nvSpPr>
          <p:cNvPr id="4258" name="Google Shape;4258;p40"/>
          <p:cNvSpPr txBox="1">
            <a:spLocks noGrp="1"/>
          </p:cNvSpPr>
          <p:nvPr>
            <p:ph type="subTitle" idx="5"/>
          </p:nvPr>
        </p:nvSpPr>
        <p:spPr>
          <a:xfrm>
            <a:off x="5017221" y="2936643"/>
            <a:ext cx="2208300" cy="399900"/>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dirty="0"/>
              <a:t>MAPA</a:t>
            </a:r>
            <a:endParaRPr dirty="0"/>
          </a:p>
        </p:txBody>
      </p:sp>
      <p:sp>
        <p:nvSpPr>
          <p:cNvPr id="4259" name="Google Shape;4259;p40"/>
          <p:cNvSpPr txBox="1">
            <a:spLocks noGrp="1"/>
          </p:cNvSpPr>
          <p:nvPr>
            <p:ph type="subTitle" idx="6"/>
          </p:nvPr>
        </p:nvSpPr>
        <p:spPr>
          <a:xfrm>
            <a:off x="5017235" y="3348403"/>
            <a:ext cx="1930606" cy="884995"/>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dirty="0"/>
              <a:t>Mapa interactivo de exploración de los planetas del Cosmere.</a:t>
            </a:r>
            <a:endParaRPr dirty="0"/>
          </a:p>
        </p:txBody>
      </p:sp>
      <p:sp>
        <p:nvSpPr>
          <p:cNvPr id="4260" name="Google Shape;4260;p40"/>
          <p:cNvSpPr/>
          <p:nvPr/>
        </p:nvSpPr>
        <p:spPr>
          <a:xfrm>
            <a:off x="2276452" y="1188238"/>
            <a:ext cx="384493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0"/>
          <p:cNvSpPr/>
          <p:nvPr/>
        </p:nvSpPr>
        <p:spPr>
          <a:xfrm>
            <a:off x="2828994" y="2792243"/>
            <a:ext cx="47247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0"/>
          <p:cNvSpPr/>
          <p:nvPr/>
        </p:nvSpPr>
        <p:spPr>
          <a:xfrm>
            <a:off x="712552" y="2792243"/>
            <a:ext cx="47247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0"/>
          <p:cNvSpPr/>
          <p:nvPr/>
        </p:nvSpPr>
        <p:spPr>
          <a:xfrm>
            <a:off x="5097261" y="2792243"/>
            <a:ext cx="47247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1" name="Google Shape;4291;p40"/>
          <p:cNvGrpSpPr/>
          <p:nvPr/>
        </p:nvGrpSpPr>
        <p:grpSpPr>
          <a:xfrm>
            <a:off x="609600" y="560000"/>
            <a:ext cx="176800" cy="169463"/>
            <a:chOff x="676275" y="560000"/>
            <a:chExt cx="176800" cy="169463"/>
          </a:xfrm>
        </p:grpSpPr>
        <p:sp>
          <p:nvSpPr>
            <p:cNvPr id="4292" name="Google Shape;4292;p40"/>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0"/>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160;p38">
            <a:extLst>
              <a:ext uri="{FF2B5EF4-FFF2-40B4-BE49-F238E27FC236}">
                <a16:creationId xmlns:a16="http://schemas.microsoft.com/office/drawing/2014/main" id="{E54738A7-A46A-63CD-F506-9EE4DE2A3557}"/>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02</a:t>
            </a:r>
          </a:p>
        </p:txBody>
      </p:sp>
      <p:sp>
        <p:nvSpPr>
          <p:cNvPr id="9" name="Google Shape;4258;p40">
            <a:extLst>
              <a:ext uri="{FF2B5EF4-FFF2-40B4-BE49-F238E27FC236}">
                <a16:creationId xmlns:a16="http://schemas.microsoft.com/office/drawing/2014/main" id="{D1C3CDF3-4E88-5F80-56F9-5840FA0A95BE}"/>
              </a:ext>
            </a:extLst>
          </p:cNvPr>
          <p:cNvSpPr txBox="1">
            <a:spLocks/>
          </p:cNvSpPr>
          <p:nvPr/>
        </p:nvSpPr>
        <p:spPr>
          <a:xfrm>
            <a:off x="7073659" y="2936582"/>
            <a:ext cx="2208300" cy="399900"/>
          </a:xfrm>
          <a:prstGeom prst="rect">
            <a:avLst/>
          </a:prstGeom>
          <a:noFill/>
          <a:ln>
            <a:noFill/>
          </a:ln>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1pPr>
            <a:lvl2pPr marL="914400" marR="0" lvl="1"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2pPr>
            <a:lvl3pPr marL="1371600" marR="0" lvl="2"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3pPr>
            <a:lvl4pPr marL="1828800" marR="0" lvl="3"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4pPr>
            <a:lvl5pPr marL="2286000" marR="0" lvl="4"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5pPr>
            <a:lvl6pPr marL="2743200" marR="0" lvl="5"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6pPr>
            <a:lvl7pPr marL="3200400" marR="0" lvl="6"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7pPr>
            <a:lvl8pPr marL="3657600" marR="0" lvl="7"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8pPr>
            <a:lvl9pPr marL="4114800" marR="0" lvl="8"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9pPr>
          </a:lstStyle>
          <a:p>
            <a:pPr marL="0" indent="0"/>
            <a:r>
              <a:rPr lang="es-ES" dirty="0"/>
              <a:t>CHATBOT</a:t>
            </a:r>
          </a:p>
        </p:txBody>
      </p:sp>
      <p:sp>
        <p:nvSpPr>
          <p:cNvPr id="10" name="Google Shape;4259;p40">
            <a:extLst>
              <a:ext uri="{FF2B5EF4-FFF2-40B4-BE49-F238E27FC236}">
                <a16:creationId xmlns:a16="http://schemas.microsoft.com/office/drawing/2014/main" id="{76BAD018-205E-4085-838B-174D50FBE420}"/>
              </a:ext>
            </a:extLst>
          </p:cNvPr>
          <p:cNvSpPr txBox="1">
            <a:spLocks/>
          </p:cNvSpPr>
          <p:nvPr/>
        </p:nvSpPr>
        <p:spPr>
          <a:xfrm>
            <a:off x="7073659" y="3352368"/>
            <a:ext cx="1806857" cy="884995"/>
          </a:xfrm>
          <a:prstGeom prst="rect">
            <a:avLst/>
          </a:prstGeom>
          <a:noFill/>
          <a:ln>
            <a:noFill/>
          </a:ln>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US" dirty="0"/>
              <a:t>Chatbot de conversación con distintos personajes importantes.</a:t>
            </a:r>
          </a:p>
        </p:txBody>
      </p:sp>
      <p:sp>
        <p:nvSpPr>
          <p:cNvPr id="15" name="Google Shape;4290;p40">
            <a:extLst>
              <a:ext uri="{FF2B5EF4-FFF2-40B4-BE49-F238E27FC236}">
                <a16:creationId xmlns:a16="http://schemas.microsoft.com/office/drawing/2014/main" id="{218ABD37-F8C5-81F4-D5B3-90B71CB2C599}"/>
              </a:ext>
            </a:extLst>
          </p:cNvPr>
          <p:cNvSpPr/>
          <p:nvPr/>
        </p:nvSpPr>
        <p:spPr>
          <a:xfrm>
            <a:off x="7153699" y="2792182"/>
            <a:ext cx="47247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9931;p73">
            <a:extLst>
              <a:ext uri="{FF2B5EF4-FFF2-40B4-BE49-F238E27FC236}">
                <a16:creationId xmlns:a16="http://schemas.microsoft.com/office/drawing/2014/main" id="{0C6298F6-ABE1-96E4-9439-6C97B56A656B}"/>
              </a:ext>
            </a:extLst>
          </p:cNvPr>
          <p:cNvGrpSpPr/>
          <p:nvPr/>
        </p:nvGrpSpPr>
        <p:grpSpPr>
          <a:xfrm>
            <a:off x="709054" y="2088246"/>
            <a:ext cx="475418" cy="586408"/>
            <a:chOff x="3330525" y="4399275"/>
            <a:chExt cx="390650" cy="481850"/>
          </a:xfrm>
          <a:solidFill>
            <a:schemeClr val="accent2"/>
          </a:solidFill>
        </p:grpSpPr>
        <p:sp>
          <p:nvSpPr>
            <p:cNvPr id="25" name="Google Shape;9932;p73">
              <a:extLst>
                <a:ext uri="{FF2B5EF4-FFF2-40B4-BE49-F238E27FC236}">
                  <a16:creationId xmlns:a16="http://schemas.microsoft.com/office/drawing/2014/main" id="{50CF748B-AB4F-60D3-899C-A99F3304C108}"/>
                </a:ext>
              </a:extLst>
            </p:cNvPr>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 name="Google Shape;9933;p73">
              <a:extLst>
                <a:ext uri="{FF2B5EF4-FFF2-40B4-BE49-F238E27FC236}">
                  <a16:creationId xmlns:a16="http://schemas.microsoft.com/office/drawing/2014/main" id="{B51FE4A0-FBB6-665A-8B0F-874DB77906E8}"/>
                </a:ext>
              </a:extLst>
            </p:cNvPr>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9934;p73">
              <a:extLst>
                <a:ext uri="{FF2B5EF4-FFF2-40B4-BE49-F238E27FC236}">
                  <a16:creationId xmlns:a16="http://schemas.microsoft.com/office/drawing/2014/main" id="{911F7FB2-7BEA-25F6-5388-227997113F35}"/>
                </a:ext>
              </a:extLst>
            </p:cNvPr>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9935;p73">
              <a:extLst>
                <a:ext uri="{FF2B5EF4-FFF2-40B4-BE49-F238E27FC236}">
                  <a16:creationId xmlns:a16="http://schemas.microsoft.com/office/drawing/2014/main" id="{ED199E95-E3B0-4847-7AE5-B9736FD68506}"/>
                </a:ext>
              </a:extLst>
            </p:cNvPr>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9936;p73">
              <a:extLst>
                <a:ext uri="{FF2B5EF4-FFF2-40B4-BE49-F238E27FC236}">
                  <a16:creationId xmlns:a16="http://schemas.microsoft.com/office/drawing/2014/main" id="{05C3AD18-9036-D126-3F34-202D961B9E20}"/>
                </a:ext>
              </a:extLst>
            </p:cNvPr>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9937;p73">
              <a:extLst>
                <a:ext uri="{FF2B5EF4-FFF2-40B4-BE49-F238E27FC236}">
                  <a16:creationId xmlns:a16="http://schemas.microsoft.com/office/drawing/2014/main" id="{597E1DC2-0E29-0EDD-210F-EF7107E74FCE}"/>
                </a:ext>
              </a:extLst>
            </p:cNvPr>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9938;p73">
              <a:extLst>
                <a:ext uri="{FF2B5EF4-FFF2-40B4-BE49-F238E27FC236}">
                  <a16:creationId xmlns:a16="http://schemas.microsoft.com/office/drawing/2014/main" id="{17B0B11A-A85B-CA72-3D44-D371C475FD76}"/>
                </a:ext>
              </a:extLst>
            </p:cNvPr>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 name="Google Shape;10041;p74">
            <a:extLst>
              <a:ext uri="{FF2B5EF4-FFF2-40B4-BE49-F238E27FC236}">
                <a16:creationId xmlns:a16="http://schemas.microsoft.com/office/drawing/2014/main" id="{F25DCC12-99D3-C42A-650C-4544C2C5E550}"/>
              </a:ext>
            </a:extLst>
          </p:cNvPr>
          <p:cNvGrpSpPr/>
          <p:nvPr/>
        </p:nvGrpSpPr>
        <p:grpSpPr>
          <a:xfrm>
            <a:off x="2826664" y="2188175"/>
            <a:ext cx="509530" cy="464137"/>
            <a:chOff x="-40745125" y="3632900"/>
            <a:chExt cx="318225" cy="289875"/>
          </a:xfrm>
          <a:solidFill>
            <a:schemeClr val="accent2"/>
          </a:solidFill>
        </p:grpSpPr>
        <p:sp>
          <p:nvSpPr>
            <p:cNvPr id="33" name="Google Shape;10042;p74">
              <a:extLst>
                <a:ext uri="{FF2B5EF4-FFF2-40B4-BE49-F238E27FC236}">
                  <a16:creationId xmlns:a16="http://schemas.microsoft.com/office/drawing/2014/main" id="{41D5CD2E-3466-A028-59A0-DD0B76123B04}"/>
                </a:ext>
              </a:extLst>
            </p:cNvPr>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043;p74">
              <a:extLst>
                <a:ext uri="{FF2B5EF4-FFF2-40B4-BE49-F238E27FC236}">
                  <a16:creationId xmlns:a16="http://schemas.microsoft.com/office/drawing/2014/main" id="{F5983CD6-65DE-7F36-A2A0-EC0DA44AD404}"/>
                </a:ext>
              </a:extLst>
            </p:cNvPr>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044;p74">
              <a:extLst>
                <a:ext uri="{FF2B5EF4-FFF2-40B4-BE49-F238E27FC236}">
                  <a16:creationId xmlns:a16="http://schemas.microsoft.com/office/drawing/2014/main" id="{9E05A397-1F27-7D90-9141-87F4A62E6DC2}"/>
                </a:ext>
              </a:extLst>
            </p:cNvPr>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045;p74">
              <a:extLst>
                <a:ext uri="{FF2B5EF4-FFF2-40B4-BE49-F238E27FC236}">
                  <a16:creationId xmlns:a16="http://schemas.microsoft.com/office/drawing/2014/main" id="{FCCCF5C1-AB6F-E66B-F369-0D67AEEBD137}"/>
                </a:ext>
              </a:extLst>
            </p:cNvPr>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046;p74">
              <a:extLst>
                <a:ext uri="{FF2B5EF4-FFF2-40B4-BE49-F238E27FC236}">
                  <a16:creationId xmlns:a16="http://schemas.microsoft.com/office/drawing/2014/main" id="{376721AD-F53C-6CA7-CA6E-1D1A34E758C6}"/>
                </a:ext>
              </a:extLst>
            </p:cNvPr>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047;p74">
              <a:extLst>
                <a:ext uri="{FF2B5EF4-FFF2-40B4-BE49-F238E27FC236}">
                  <a16:creationId xmlns:a16="http://schemas.microsoft.com/office/drawing/2014/main" id="{00956907-DA58-D413-2F10-3459C09F77B5}"/>
                </a:ext>
              </a:extLst>
            </p:cNvPr>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048;p74">
              <a:extLst>
                <a:ext uri="{FF2B5EF4-FFF2-40B4-BE49-F238E27FC236}">
                  <a16:creationId xmlns:a16="http://schemas.microsoft.com/office/drawing/2014/main" id="{C76ACEE5-0D49-5475-E5FE-411ACAB75CA8}"/>
                </a:ext>
              </a:extLst>
            </p:cNvPr>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12021;p77">
            <a:extLst>
              <a:ext uri="{FF2B5EF4-FFF2-40B4-BE49-F238E27FC236}">
                <a16:creationId xmlns:a16="http://schemas.microsoft.com/office/drawing/2014/main" id="{D6045132-FDAF-2151-E9FE-484E386BB1CD}"/>
              </a:ext>
            </a:extLst>
          </p:cNvPr>
          <p:cNvGrpSpPr/>
          <p:nvPr/>
        </p:nvGrpSpPr>
        <p:grpSpPr>
          <a:xfrm>
            <a:off x="7143253" y="2188175"/>
            <a:ext cx="482918" cy="481226"/>
            <a:chOff x="-13947000" y="3212800"/>
            <a:chExt cx="353675" cy="352400"/>
          </a:xfrm>
          <a:solidFill>
            <a:schemeClr val="accent2"/>
          </a:solidFill>
        </p:grpSpPr>
        <p:sp>
          <p:nvSpPr>
            <p:cNvPr id="41" name="Google Shape;12022;p77">
              <a:extLst>
                <a:ext uri="{FF2B5EF4-FFF2-40B4-BE49-F238E27FC236}">
                  <a16:creationId xmlns:a16="http://schemas.microsoft.com/office/drawing/2014/main" id="{C1DCBD87-5DA5-2E65-B69C-725BD9BCF638}"/>
                </a:ext>
              </a:extLst>
            </p:cNvPr>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023;p77">
              <a:extLst>
                <a:ext uri="{FF2B5EF4-FFF2-40B4-BE49-F238E27FC236}">
                  <a16:creationId xmlns:a16="http://schemas.microsoft.com/office/drawing/2014/main" id="{7C995BAA-83E0-EE68-AAA1-2ED872042BA8}"/>
                </a:ext>
              </a:extLst>
            </p:cNvPr>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9733;p73">
            <a:extLst>
              <a:ext uri="{FF2B5EF4-FFF2-40B4-BE49-F238E27FC236}">
                <a16:creationId xmlns:a16="http://schemas.microsoft.com/office/drawing/2014/main" id="{5BE9340D-3555-E857-D337-ADBE329EDBF3}"/>
              </a:ext>
            </a:extLst>
          </p:cNvPr>
          <p:cNvGrpSpPr/>
          <p:nvPr/>
        </p:nvGrpSpPr>
        <p:grpSpPr>
          <a:xfrm>
            <a:off x="5104959" y="2267041"/>
            <a:ext cx="454834" cy="399713"/>
            <a:chOff x="2085450" y="2057100"/>
            <a:chExt cx="481900" cy="423500"/>
          </a:xfrm>
          <a:solidFill>
            <a:schemeClr val="accent2"/>
          </a:solidFill>
        </p:grpSpPr>
        <p:sp>
          <p:nvSpPr>
            <p:cNvPr id="44" name="Google Shape;9734;p73">
              <a:extLst>
                <a:ext uri="{FF2B5EF4-FFF2-40B4-BE49-F238E27FC236}">
                  <a16:creationId xmlns:a16="http://schemas.microsoft.com/office/drawing/2014/main" id="{36B63938-13B6-5CB1-F10A-06A5222DD545}"/>
                </a:ext>
              </a:extLst>
            </p:cNvPr>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 name="Google Shape;9735;p73">
              <a:extLst>
                <a:ext uri="{FF2B5EF4-FFF2-40B4-BE49-F238E27FC236}">
                  <a16:creationId xmlns:a16="http://schemas.microsoft.com/office/drawing/2014/main" id="{CB0CBFAB-B156-5DD5-FD10-A981598287A1}"/>
                </a:ext>
              </a:extLst>
            </p:cNvPr>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 name="Google Shape;9736;p73">
              <a:extLst>
                <a:ext uri="{FF2B5EF4-FFF2-40B4-BE49-F238E27FC236}">
                  <a16:creationId xmlns:a16="http://schemas.microsoft.com/office/drawing/2014/main" id="{F9ABA62A-DA8B-3659-F807-3D3224AF86AA}"/>
                </a:ext>
              </a:extLst>
            </p:cNvPr>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1817986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75"/>
        <p:cNvGrpSpPr/>
        <p:nvPr/>
      </p:nvGrpSpPr>
      <p:grpSpPr>
        <a:xfrm>
          <a:off x="0" y="0"/>
          <a:ext cx="0" cy="0"/>
          <a:chOff x="0" y="0"/>
          <a:chExt cx="0" cy="0"/>
        </a:xfrm>
      </p:grpSpPr>
      <p:grpSp>
        <p:nvGrpSpPr>
          <p:cNvPr id="4676" name="Google Shape;4676;p49"/>
          <p:cNvGrpSpPr/>
          <p:nvPr/>
        </p:nvGrpSpPr>
        <p:grpSpPr>
          <a:xfrm>
            <a:off x="2977164" y="1628800"/>
            <a:ext cx="2954700" cy="2954700"/>
            <a:chOff x="3145950" y="1489340"/>
            <a:chExt cx="2954700" cy="2954700"/>
          </a:xfrm>
        </p:grpSpPr>
        <p:sp>
          <p:nvSpPr>
            <p:cNvPr id="4677" name="Google Shape;4677;p49"/>
            <p:cNvSpPr/>
            <p:nvPr/>
          </p:nvSpPr>
          <p:spPr>
            <a:xfrm>
              <a:off x="3969868" y="2323038"/>
              <a:ext cx="1307100" cy="130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49"/>
            <p:cNvSpPr/>
            <p:nvPr/>
          </p:nvSpPr>
          <p:spPr>
            <a:xfrm>
              <a:off x="3727642" y="2071046"/>
              <a:ext cx="1791000" cy="1791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49"/>
            <p:cNvSpPr/>
            <p:nvPr/>
          </p:nvSpPr>
          <p:spPr>
            <a:xfrm>
              <a:off x="3145950" y="1489340"/>
              <a:ext cx="2954700" cy="2954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680" name="Google Shape;4680;p49"/>
            <p:cNvSpPr/>
            <p:nvPr/>
          </p:nvSpPr>
          <p:spPr>
            <a:xfrm>
              <a:off x="3472996" y="1816395"/>
              <a:ext cx="2300400" cy="2300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84" name="Google Shape;4684;p49"/>
          <p:cNvPicPr preferRelativeResize="0"/>
          <p:nvPr/>
        </p:nvPicPr>
        <p:blipFill rotWithShape="1">
          <a:blip r:embed="rId3">
            <a:alphaModFix/>
          </a:blip>
          <a:srcRect l="13407" t="15181" r="13407" b="15181"/>
          <a:stretch/>
        </p:blipFill>
        <p:spPr>
          <a:xfrm>
            <a:off x="3567989" y="2305160"/>
            <a:ext cx="1773051" cy="1602050"/>
          </a:xfrm>
          <a:prstGeom prst="rect">
            <a:avLst/>
          </a:prstGeom>
          <a:noFill/>
          <a:ln>
            <a:noFill/>
          </a:ln>
        </p:spPr>
      </p:pic>
      <p:pic>
        <p:nvPicPr>
          <p:cNvPr id="4686" name="Google Shape;4686;p49"/>
          <p:cNvPicPr preferRelativeResize="0"/>
          <p:nvPr/>
        </p:nvPicPr>
        <p:blipFill rotWithShape="1">
          <a:blip r:embed="rId4">
            <a:alphaModFix/>
          </a:blip>
          <a:srcRect l="5901" t="23576" r="5892" b="23571"/>
          <a:stretch/>
        </p:blipFill>
        <p:spPr>
          <a:xfrm rot="21358068">
            <a:off x="4631669" y="3816005"/>
            <a:ext cx="901851" cy="513128"/>
          </a:xfrm>
          <a:prstGeom prst="rect">
            <a:avLst/>
          </a:prstGeom>
          <a:noFill/>
          <a:ln>
            <a:noFill/>
          </a:ln>
        </p:spPr>
      </p:pic>
      <p:pic>
        <p:nvPicPr>
          <p:cNvPr id="4687" name="Google Shape;4687;p49"/>
          <p:cNvPicPr preferRelativeResize="0"/>
          <p:nvPr/>
        </p:nvPicPr>
        <p:blipFill rotWithShape="1">
          <a:blip r:embed="rId5">
            <a:alphaModFix/>
          </a:blip>
          <a:srcRect l="23857" t="21706" r="23857" b="21706"/>
          <a:stretch/>
        </p:blipFill>
        <p:spPr>
          <a:xfrm>
            <a:off x="4875519" y="2862777"/>
            <a:ext cx="473330" cy="486458"/>
          </a:xfrm>
          <a:prstGeom prst="rect">
            <a:avLst/>
          </a:prstGeom>
          <a:noFill/>
          <a:ln>
            <a:noFill/>
          </a:ln>
        </p:spPr>
      </p:pic>
      <p:pic>
        <p:nvPicPr>
          <p:cNvPr id="4688" name="Google Shape;4688;p49"/>
          <p:cNvPicPr preferRelativeResize="0"/>
          <p:nvPr/>
        </p:nvPicPr>
        <p:blipFill rotWithShape="1">
          <a:blip r:embed="rId6">
            <a:alphaModFix/>
          </a:blip>
          <a:srcRect l="12121" t="13353" r="12121" b="13353"/>
          <a:stretch/>
        </p:blipFill>
        <p:spPr>
          <a:xfrm>
            <a:off x="4710446" y="2432304"/>
            <a:ext cx="328839" cy="301789"/>
          </a:xfrm>
          <a:prstGeom prst="rect">
            <a:avLst/>
          </a:prstGeom>
          <a:noFill/>
          <a:ln>
            <a:noFill/>
          </a:ln>
        </p:spPr>
      </p:pic>
      <p:pic>
        <p:nvPicPr>
          <p:cNvPr id="4689" name="Google Shape;4689;p49"/>
          <p:cNvPicPr preferRelativeResize="0"/>
          <p:nvPr/>
        </p:nvPicPr>
        <p:blipFill rotWithShape="1">
          <a:blip r:embed="rId7">
            <a:alphaModFix/>
          </a:blip>
          <a:srcRect l="20872" t="18781" r="20872" b="18781"/>
          <a:stretch/>
        </p:blipFill>
        <p:spPr>
          <a:xfrm>
            <a:off x="2975277" y="3700936"/>
            <a:ext cx="530915" cy="539797"/>
          </a:xfrm>
          <a:prstGeom prst="rect">
            <a:avLst/>
          </a:prstGeom>
          <a:noFill/>
          <a:ln>
            <a:noFill/>
          </a:ln>
        </p:spPr>
      </p:pic>
      <p:sp>
        <p:nvSpPr>
          <p:cNvPr id="4690" name="Google Shape;4690;p49"/>
          <p:cNvSpPr txBox="1"/>
          <p:nvPr/>
        </p:nvSpPr>
        <p:spPr>
          <a:xfrm>
            <a:off x="602502" y="2091400"/>
            <a:ext cx="2254980" cy="39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b="1" dirty="0">
                <a:solidFill>
                  <a:srgbClr val="367AEC"/>
                </a:solidFill>
                <a:latin typeface="Chelsea Market"/>
                <a:ea typeface="Chelsea Market"/>
                <a:cs typeface="Chelsea Market"/>
                <a:sym typeface="Chelsea Market"/>
              </a:rPr>
              <a:t>3 MICROSERVICIOS</a:t>
            </a:r>
            <a:endParaRPr sz="1700" b="1" dirty="0">
              <a:solidFill>
                <a:srgbClr val="367AEC"/>
              </a:solidFill>
              <a:latin typeface="Chelsea Market"/>
              <a:ea typeface="Chelsea Market"/>
              <a:cs typeface="Chelsea Market"/>
              <a:sym typeface="Chelsea Market"/>
            </a:endParaRPr>
          </a:p>
        </p:txBody>
      </p:sp>
      <p:sp>
        <p:nvSpPr>
          <p:cNvPr id="4691" name="Google Shape;4691;p49"/>
          <p:cNvSpPr txBox="1"/>
          <p:nvPr/>
        </p:nvSpPr>
        <p:spPr>
          <a:xfrm>
            <a:off x="602502" y="2387741"/>
            <a:ext cx="2009700" cy="770489"/>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Login + Wiki</a:t>
            </a:r>
          </a:p>
          <a:p>
            <a:pPr marL="285750" lvl="0" indent="-285750" algn="l"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Mapa</a:t>
            </a:r>
          </a:p>
          <a:p>
            <a:pPr marL="285750" lvl="0" indent="-285750" algn="l"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Chatbot</a:t>
            </a:r>
            <a:endParaRPr dirty="0">
              <a:solidFill>
                <a:schemeClr val="dk1"/>
              </a:solidFill>
              <a:latin typeface="Nanum Gothic"/>
              <a:ea typeface="Nanum Gothic"/>
              <a:cs typeface="Nanum Gothic"/>
              <a:sym typeface="Nanum Gothic"/>
            </a:endParaRPr>
          </a:p>
        </p:txBody>
      </p:sp>
      <p:sp>
        <p:nvSpPr>
          <p:cNvPr id="4692" name="Google Shape;4692;p49"/>
          <p:cNvSpPr txBox="1"/>
          <p:nvPr/>
        </p:nvSpPr>
        <p:spPr>
          <a:xfrm flipH="1">
            <a:off x="6121384" y="2091400"/>
            <a:ext cx="2185206" cy="399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s-ES" sz="1700" b="1" dirty="0">
                <a:solidFill>
                  <a:srgbClr val="367AEC"/>
                </a:solidFill>
                <a:latin typeface="Chelsea Market"/>
                <a:ea typeface="Chelsea Market"/>
                <a:cs typeface="Chelsea Market"/>
                <a:sym typeface="Chelsea Market"/>
              </a:rPr>
              <a:t>2 BASES DE DATOS</a:t>
            </a:r>
            <a:endParaRPr sz="1700" b="1" dirty="0">
              <a:solidFill>
                <a:srgbClr val="367AEC"/>
              </a:solidFill>
              <a:latin typeface="Chelsea Market"/>
              <a:ea typeface="Chelsea Market"/>
              <a:cs typeface="Chelsea Market"/>
              <a:sym typeface="Chelsea Market"/>
            </a:endParaRPr>
          </a:p>
        </p:txBody>
      </p:sp>
      <p:sp>
        <p:nvSpPr>
          <p:cNvPr id="4693" name="Google Shape;4693;p49"/>
          <p:cNvSpPr txBox="1"/>
          <p:nvPr/>
        </p:nvSpPr>
        <p:spPr>
          <a:xfrm flipH="1">
            <a:off x="6153796" y="2422744"/>
            <a:ext cx="2344970" cy="508916"/>
          </a:xfrm>
          <a:prstGeom prst="rect">
            <a:avLst/>
          </a:prstGeom>
          <a:noFill/>
          <a:ln>
            <a:noFill/>
          </a:ln>
        </p:spPr>
        <p:txBody>
          <a:bodyPr spcFirstLastPara="1" wrap="square" lIns="91425" tIns="91425" rIns="91425" bIns="91425" anchor="ctr" anchorCtr="0">
            <a:noAutofit/>
          </a:bodyPr>
          <a:lstStyle/>
          <a:p>
            <a:pPr marL="285750" lvl="0" indent="-285750"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(Relacional) MySQL</a:t>
            </a:r>
          </a:p>
          <a:p>
            <a:pPr marL="285750" lvl="0" indent="-285750" rtl="0">
              <a:spcBef>
                <a:spcPts val="0"/>
              </a:spcBef>
              <a:spcAft>
                <a:spcPts val="0"/>
              </a:spcAft>
              <a:buClr>
                <a:schemeClr val="accent2"/>
              </a:buClr>
              <a:buFont typeface="Arial" panose="020B0604020202020204" pitchFamily="34" charset="0"/>
              <a:buChar char="•"/>
            </a:pPr>
            <a:r>
              <a:rPr lang="es-ES" dirty="0">
                <a:solidFill>
                  <a:schemeClr val="dk1"/>
                </a:solidFill>
                <a:latin typeface="Nanum Gothic"/>
                <a:ea typeface="Nanum Gothic"/>
                <a:cs typeface="Nanum Gothic"/>
                <a:sym typeface="Nanum Gothic"/>
              </a:rPr>
              <a:t>(No Relacional) Neo4J</a:t>
            </a:r>
            <a:endParaRPr dirty="0">
              <a:solidFill>
                <a:schemeClr val="dk1"/>
              </a:solidFill>
              <a:latin typeface="Nanum Gothic"/>
              <a:ea typeface="Nanum Gothic"/>
              <a:cs typeface="Nanum Gothic"/>
              <a:sym typeface="Nanum Gothic"/>
            </a:endParaRPr>
          </a:p>
        </p:txBody>
      </p:sp>
      <p:sp>
        <p:nvSpPr>
          <p:cNvPr id="4694" name="Google Shape;4694;p49"/>
          <p:cNvSpPr txBox="1"/>
          <p:nvPr/>
        </p:nvSpPr>
        <p:spPr>
          <a:xfrm>
            <a:off x="602502" y="3770895"/>
            <a:ext cx="2009700" cy="39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700" b="1" dirty="0">
                <a:solidFill>
                  <a:srgbClr val="367AEC"/>
                </a:solidFill>
                <a:latin typeface="Chelsea Market"/>
                <a:ea typeface="Chelsea Market"/>
                <a:cs typeface="Chelsea Market"/>
                <a:sym typeface="Chelsea Market"/>
              </a:rPr>
              <a:t>INTERFAZ</a:t>
            </a:r>
            <a:endParaRPr sz="1700" b="1" dirty="0">
              <a:solidFill>
                <a:srgbClr val="367AEC"/>
              </a:solidFill>
              <a:latin typeface="Chelsea Market"/>
              <a:ea typeface="Chelsea Market"/>
              <a:cs typeface="Chelsea Market"/>
              <a:sym typeface="Chelsea Market"/>
            </a:endParaRPr>
          </a:p>
        </p:txBody>
      </p:sp>
      <p:sp>
        <p:nvSpPr>
          <p:cNvPr id="4695" name="Google Shape;4695;p49"/>
          <p:cNvSpPr txBox="1"/>
          <p:nvPr/>
        </p:nvSpPr>
        <p:spPr>
          <a:xfrm>
            <a:off x="602502" y="4066691"/>
            <a:ext cx="2009700" cy="6675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UI Web</a:t>
            </a:r>
          </a:p>
          <a:p>
            <a:pPr marL="285750" lvl="0" indent="-285750" algn="l"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UI programática </a:t>
            </a:r>
            <a:endParaRPr dirty="0">
              <a:solidFill>
                <a:schemeClr val="dk1"/>
              </a:solidFill>
              <a:latin typeface="Nanum Gothic"/>
              <a:ea typeface="Nanum Gothic"/>
              <a:cs typeface="Nanum Gothic"/>
              <a:sym typeface="Nanum Gothic"/>
            </a:endParaRPr>
          </a:p>
        </p:txBody>
      </p:sp>
      <p:sp>
        <p:nvSpPr>
          <p:cNvPr id="4696" name="Google Shape;4696;p49"/>
          <p:cNvSpPr txBox="1"/>
          <p:nvPr/>
        </p:nvSpPr>
        <p:spPr>
          <a:xfrm flipH="1">
            <a:off x="6068311" y="3770895"/>
            <a:ext cx="2185206" cy="399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700" b="1" dirty="0">
                <a:solidFill>
                  <a:srgbClr val="367AEC"/>
                </a:solidFill>
                <a:latin typeface="Chelsea Market"/>
                <a:ea typeface="Chelsea Market"/>
                <a:cs typeface="Chelsea Market"/>
                <a:sym typeface="Chelsea Market"/>
              </a:rPr>
              <a:t>API GATEWAY</a:t>
            </a:r>
            <a:endParaRPr sz="1700" b="1" dirty="0">
              <a:solidFill>
                <a:srgbClr val="367AEC"/>
              </a:solidFill>
              <a:latin typeface="Chelsea Market"/>
              <a:ea typeface="Chelsea Market"/>
              <a:cs typeface="Chelsea Market"/>
              <a:sym typeface="Chelsea Market"/>
            </a:endParaRPr>
          </a:p>
        </p:txBody>
      </p:sp>
      <p:sp>
        <p:nvSpPr>
          <p:cNvPr id="4697" name="Google Shape;4697;p49"/>
          <p:cNvSpPr txBox="1"/>
          <p:nvPr/>
        </p:nvSpPr>
        <p:spPr>
          <a:xfrm flipH="1">
            <a:off x="6604000" y="4053991"/>
            <a:ext cx="1306623" cy="448157"/>
          </a:xfrm>
          <a:prstGeom prst="rect">
            <a:avLst/>
          </a:prstGeom>
          <a:noFill/>
          <a:ln>
            <a:noFill/>
          </a:ln>
        </p:spPr>
        <p:txBody>
          <a:bodyPr spcFirstLastPara="1" wrap="square" lIns="91425" tIns="91425" rIns="91425" bIns="91425" anchor="ctr" anchorCtr="0">
            <a:noAutofit/>
          </a:bodyPr>
          <a:lstStyle/>
          <a:p>
            <a:pPr marL="285750" lvl="0" indent="-285750" algn="r" rtl="0">
              <a:spcBef>
                <a:spcPts val="0"/>
              </a:spcBef>
              <a:spcAft>
                <a:spcPts val="0"/>
              </a:spcAft>
              <a:buClr>
                <a:schemeClr val="accent2"/>
              </a:buClr>
              <a:buFont typeface="Arial" panose="020B0604020202020204" pitchFamily="34" charset="0"/>
              <a:buChar char="•"/>
            </a:pPr>
            <a:r>
              <a:rPr lang="en" dirty="0">
                <a:solidFill>
                  <a:schemeClr val="dk1"/>
                </a:solidFill>
                <a:latin typeface="Nanum Gothic"/>
                <a:ea typeface="Nanum Gothic"/>
                <a:cs typeface="Nanum Gothic"/>
                <a:sym typeface="Nanum Gothic"/>
              </a:rPr>
              <a:t>Controller</a:t>
            </a:r>
            <a:endParaRPr dirty="0">
              <a:solidFill>
                <a:schemeClr val="dk1"/>
              </a:solidFill>
              <a:latin typeface="Nanum Gothic"/>
              <a:ea typeface="Nanum Gothic"/>
              <a:cs typeface="Nanum Gothic"/>
              <a:sym typeface="Nanum Gothic"/>
            </a:endParaRPr>
          </a:p>
        </p:txBody>
      </p:sp>
      <p:cxnSp>
        <p:nvCxnSpPr>
          <p:cNvPr id="4702" name="Google Shape;4702;p49"/>
          <p:cNvCxnSpPr>
            <a:cxnSpLocks/>
          </p:cNvCxnSpPr>
          <p:nvPr/>
        </p:nvCxnSpPr>
        <p:spPr>
          <a:xfrm flipV="1">
            <a:off x="1762014" y="3690436"/>
            <a:ext cx="1287442" cy="280399"/>
          </a:xfrm>
          <a:prstGeom prst="straightConnector1">
            <a:avLst/>
          </a:prstGeom>
          <a:noFill/>
          <a:ln w="19050" cap="rnd" cmpd="sng">
            <a:solidFill>
              <a:schemeClr val="dk1"/>
            </a:solidFill>
            <a:prstDash val="dot"/>
            <a:round/>
            <a:headEnd type="none" w="med" len="med"/>
            <a:tailEnd type="none" w="med" len="med"/>
          </a:ln>
        </p:spPr>
      </p:cxnSp>
      <p:cxnSp>
        <p:nvCxnSpPr>
          <p:cNvPr id="4704" name="Google Shape;4704;p49"/>
          <p:cNvCxnSpPr>
            <a:cxnSpLocks/>
            <a:stCxn id="4690" idx="3"/>
          </p:cNvCxnSpPr>
          <p:nvPr/>
        </p:nvCxnSpPr>
        <p:spPr>
          <a:xfrm>
            <a:off x="2857482" y="2291350"/>
            <a:ext cx="807153" cy="280399"/>
          </a:xfrm>
          <a:prstGeom prst="straightConnector1">
            <a:avLst/>
          </a:prstGeom>
          <a:noFill/>
          <a:ln w="19050" cap="rnd" cmpd="sng">
            <a:solidFill>
              <a:schemeClr val="dk1"/>
            </a:solidFill>
            <a:prstDash val="dot"/>
            <a:round/>
            <a:headEnd type="none" w="med" len="med"/>
            <a:tailEnd type="none" w="med" len="med"/>
          </a:ln>
        </p:spPr>
      </p:cxnSp>
      <p:cxnSp>
        <p:nvCxnSpPr>
          <p:cNvPr id="4705" name="Google Shape;4705;p49"/>
          <p:cNvCxnSpPr>
            <a:cxnSpLocks/>
          </p:cNvCxnSpPr>
          <p:nvPr/>
        </p:nvCxnSpPr>
        <p:spPr>
          <a:xfrm flipH="1" flipV="1">
            <a:off x="5546161" y="3625850"/>
            <a:ext cx="1038789" cy="344984"/>
          </a:xfrm>
          <a:prstGeom prst="straightConnector1">
            <a:avLst/>
          </a:prstGeom>
          <a:noFill/>
          <a:ln w="19050" cap="rnd" cmpd="sng">
            <a:solidFill>
              <a:schemeClr val="dk1"/>
            </a:solidFill>
            <a:prstDash val="dot"/>
            <a:round/>
            <a:headEnd type="none" w="med" len="med"/>
            <a:tailEnd type="none" w="med" len="med"/>
          </a:ln>
        </p:spPr>
      </p:cxnSp>
      <p:cxnSp>
        <p:nvCxnSpPr>
          <p:cNvPr id="4706" name="Google Shape;4706;p49"/>
          <p:cNvCxnSpPr>
            <a:cxnSpLocks/>
            <a:stCxn id="4692" idx="3"/>
          </p:cNvCxnSpPr>
          <p:nvPr/>
        </p:nvCxnSpPr>
        <p:spPr>
          <a:xfrm flipH="1">
            <a:off x="5082595" y="2291350"/>
            <a:ext cx="1038789" cy="481635"/>
          </a:xfrm>
          <a:prstGeom prst="straightConnector1">
            <a:avLst/>
          </a:prstGeom>
          <a:noFill/>
          <a:ln w="19050" cap="rnd" cmpd="sng">
            <a:solidFill>
              <a:schemeClr val="tx1"/>
            </a:solidFill>
            <a:prstDash val="dot"/>
            <a:round/>
            <a:headEnd type="none" w="med" len="med"/>
            <a:tailEnd type="none" w="med" len="med"/>
          </a:ln>
        </p:spPr>
      </p:cxnSp>
      <p:grpSp>
        <p:nvGrpSpPr>
          <p:cNvPr id="4708" name="Google Shape;4708;p49"/>
          <p:cNvGrpSpPr/>
          <p:nvPr/>
        </p:nvGrpSpPr>
        <p:grpSpPr>
          <a:xfrm>
            <a:off x="1320085" y="560000"/>
            <a:ext cx="176800" cy="169463"/>
            <a:chOff x="676275" y="560000"/>
            <a:chExt cx="176800" cy="169463"/>
          </a:xfrm>
        </p:grpSpPr>
        <p:sp>
          <p:nvSpPr>
            <p:cNvPr id="4709" name="Google Shape;4709;p49"/>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9"/>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53;p40">
            <a:extLst>
              <a:ext uri="{FF2B5EF4-FFF2-40B4-BE49-F238E27FC236}">
                <a16:creationId xmlns:a16="http://schemas.microsoft.com/office/drawing/2014/main" id="{2F771FE2-4516-C848-F7A7-4B632C7D757B}"/>
              </a:ext>
            </a:extLst>
          </p:cNvPr>
          <p:cNvSpPr txBox="1">
            <a:spLocks/>
          </p:cNvSpPr>
          <p:nvPr/>
        </p:nvSpPr>
        <p:spPr>
          <a:xfrm>
            <a:off x="2232102" y="66051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dirty="0"/>
              <a:t>ARQUITECTURA </a:t>
            </a:r>
            <a:endParaRPr lang="es-ES" dirty="0">
              <a:solidFill>
                <a:schemeClr val="dk1"/>
              </a:solidFill>
            </a:endParaRPr>
          </a:p>
        </p:txBody>
      </p:sp>
      <p:sp>
        <p:nvSpPr>
          <p:cNvPr id="3" name="Google Shape;4260;p40">
            <a:extLst>
              <a:ext uri="{FF2B5EF4-FFF2-40B4-BE49-F238E27FC236}">
                <a16:creationId xmlns:a16="http://schemas.microsoft.com/office/drawing/2014/main" id="{7EF860B7-A49E-26AD-2129-E16471DE132C}"/>
              </a:ext>
            </a:extLst>
          </p:cNvPr>
          <p:cNvSpPr/>
          <p:nvPr/>
        </p:nvSpPr>
        <p:spPr>
          <a:xfrm>
            <a:off x="2276452" y="1188238"/>
            <a:ext cx="2892233"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160;p38">
            <a:extLst>
              <a:ext uri="{FF2B5EF4-FFF2-40B4-BE49-F238E27FC236}">
                <a16:creationId xmlns:a16="http://schemas.microsoft.com/office/drawing/2014/main" id="{3EB0DD48-3E3D-9F2C-641C-EC091E0E214F}"/>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03</a:t>
            </a:r>
          </a:p>
        </p:txBody>
      </p:sp>
      <p:pic>
        <p:nvPicPr>
          <p:cNvPr id="21" name="Google Shape;5010;p61">
            <a:extLst>
              <a:ext uri="{FF2B5EF4-FFF2-40B4-BE49-F238E27FC236}">
                <a16:creationId xmlns:a16="http://schemas.microsoft.com/office/drawing/2014/main" id="{5557E49A-5160-2913-052F-3E004DF1B92D}"/>
              </a:ext>
            </a:extLst>
          </p:cNvPr>
          <p:cNvPicPr preferRelativeResize="0"/>
          <p:nvPr/>
        </p:nvPicPr>
        <p:blipFill rotWithShape="1">
          <a:blip r:embed="rId6">
            <a:alphaModFix/>
          </a:blip>
          <a:srcRect l="12962" t="12969" r="12969" b="12962"/>
          <a:stretch/>
        </p:blipFill>
        <p:spPr>
          <a:xfrm>
            <a:off x="3307423" y="2877542"/>
            <a:ext cx="502837" cy="477011"/>
          </a:xfrm>
          <a:prstGeom prst="rect">
            <a:avLst/>
          </a:prstGeom>
          <a:noFill/>
          <a:ln>
            <a:noFill/>
          </a:ln>
        </p:spPr>
      </p:pic>
      <p:pic>
        <p:nvPicPr>
          <p:cNvPr id="22" name="Google Shape;5011;p61">
            <a:extLst>
              <a:ext uri="{FF2B5EF4-FFF2-40B4-BE49-F238E27FC236}">
                <a16:creationId xmlns:a16="http://schemas.microsoft.com/office/drawing/2014/main" id="{FDB9958D-F3BE-31F4-FFCA-60A935E1090C}"/>
              </a:ext>
            </a:extLst>
          </p:cNvPr>
          <p:cNvPicPr preferRelativeResize="0"/>
          <p:nvPr/>
        </p:nvPicPr>
        <p:blipFill rotWithShape="1">
          <a:blip r:embed="rId8">
            <a:alphaModFix/>
          </a:blip>
          <a:srcRect l="16261" t="13332" r="16261" b="13332"/>
          <a:stretch/>
        </p:blipFill>
        <p:spPr>
          <a:xfrm>
            <a:off x="4035834" y="2024596"/>
            <a:ext cx="452680" cy="466704"/>
          </a:xfrm>
          <a:prstGeom prst="rect">
            <a:avLst/>
          </a:prstGeom>
          <a:noFill/>
          <a:ln>
            <a:noFill/>
          </a:ln>
        </p:spPr>
      </p:pic>
      <p:pic>
        <p:nvPicPr>
          <p:cNvPr id="32" name="Google Shape;5012;p61">
            <a:extLst>
              <a:ext uri="{FF2B5EF4-FFF2-40B4-BE49-F238E27FC236}">
                <a16:creationId xmlns:a16="http://schemas.microsoft.com/office/drawing/2014/main" id="{1EAF14A8-8F80-D513-7725-24124F521D2F}"/>
              </a:ext>
            </a:extLst>
          </p:cNvPr>
          <p:cNvPicPr preferRelativeResize="0"/>
          <p:nvPr/>
        </p:nvPicPr>
        <p:blipFill rotWithShape="1">
          <a:blip r:embed="rId9">
            <a:alphaModFix/>
          </a:blip>
          <a:srcRect l="12028" t="12028" r="12035" b="12035"/>
          <a:stretch/>
        </p:blipFill>
        <p:spPr>
          <a:xfrm flipV="1">
            <a:off x="3833928" y="3745833"/>
            <a:ext cx="302742" cy="287485"/>
          </a:xfrm>
          <a:prstGeom prst="rect">
            <a:avLst/>
          </a:prstGeom>
          <a:noFill/>
          <a:ln>
            <a:noFill/>
          </a:ln>
        </p:spPr>
      </p:pic>
    </p:spTree>
    <p:extLst>
      <p:ext uri="{BB962C8B-B14F-4D97-AF65-F5344CB8AC3E}">
        <p14:creationId xmlns:p14="http://schemas.microsoft.com/office/powerpoint/2010/main" val="711901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01"/>
        <p:cNvGrpSpPr/>
        <p:nvPr/>
      </p:nvGrpSpPr>
      <p:grpSpPr>
        <a:xfrm>
          <a:off x="0" y="0"/>
          <a:ext cx="0" cy="0"/>
          <a:chOff x="0" y="0"/>
          <a:chExt cx="0" cy="0"/>
        </a:xfrm>
      </p:grpSpPr>
      <p:sp>
        <p:nvSpPr>
          <p:cNvPr id="4104" name="Google Shape;4104;p34"/>
          <p:cNvSpPr txBox="1">
            <a:spLocks noGrp="1"/>
          </p:cNvSpPr>
          <p:nvPr>
            <p:ph type="body" idx="1"/>
          </p:nvPr>
        </p:nvSpPr>
        <p:spPr>
          <a:xfrm>
            <a:off x="712250" y="1763200"/>
            <a:ext cx="5607954" cy="282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El primer microservicio “</a:t>
            </a:r>
            <a:r>
              <a:rPr lang="es-ES" dirty="0" err="1"/>
              <a:t>Login</a:t>
            </a:r>
            <a:r>
              <a:rPr lang="es-ES" dirty="0"/>
              <a:t> + Wiki” se implementa en Python, con </a:t>
            </a:r>
            <a:r>
              <a:rPr lang="es-ES" dirty="0" err="1"/>
              <a:t>FastAPI</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Este microservicio se encarga de la gestión de usuarios, con sus atributos y su lista de personajes conocidos. También gestiona la información referente a los personajes, encargándose de la extracción (mediante web </a:t>
            </a:r>
            <a:r>
              <a:rPr lang="es-ES" dirty="0" err="1"/>
              <a:t>scrapping</a:t>
            </a:r>
            <a:r>
              <a:rPr lang="es-ES" dirty="0"/>
              <a:t>) y almacenamiento de la información relevante.</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Ofrece una API </a:t>
            </a:r>
            <a:r>
              <a:rPr lang="es-ES" dirty="0" err="1"/>
              <a:t>RESTful</a:t>
            </a:r>
            <a:r>
              <a:rPr lang="es-ES" dirty="0"/>
              <a:t> que permite registrar usuarios, iniciar sesión, modificar los atributos de los usuarios así como acceder a la información de los distintos personajes y almacenar información de nuevos personajes registrados manualmente o automáticamente.</a:t>
            </a:r>
          </a:p>
        </p:txBody>
      </p:sp>
      <p:grpSp>
        <p:nvGrpSpPr>
          <p:cNvPr id="4105" name="Google Shape;4105;p34"/>
          <p:cNvGrpSpPr/>
          <p:nvPr/>
        </p:nvGrpSpPr>
        <p:grpSpPr>
          <a:xfrm>
            <a:off x="609600" y="560000"/>
            <a:ext cx="176800" cy="169463"/>
            <a:chOff x="676275" y="560000"/>
            <a:chExt cx="176800" cy="169463"/>
          </a:xfrm>
        </p:grpSpPr>
        <p:sp>
          <p:nvSpPr>
            <p:cNvPr id="4106" name="Google Shape;4106;p3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4708;p49">
            <a:extLst>
              <a:ext uri="{FF2B5EF4-FFF2-40B4-BE49-F238E27FC236}">
                <a16:creationId xmlns:a16="http://schemas.microsoft.com/office/drawing/2014/main" id="{0BE7BD86-1870-07E8-C8F2-5ED66DCC1678}"/>
              </a:ext>
            </a:extLst>
          </p:cNvPr>
          <p:cNvGrpSpPr/>
          <p:nvPr/>
        </p:nvGrpSpPr>
        <p:grpSpPr>
          <a:xfrm>
            <a:off x="1320085" y="560000"/>
            <a:ext cx="176800" cy="169463"/>
            <a:chOff x="676275" y="560000"/>
            <a:chExt cx="176800" cy="169463"/>
          </a:xfrm>
        </p:grpSpPr>
        <p:sp>
          <p:nvSpPr>
            <p:cNvPr id="5" name="Google Shape;4709;p49">
              <a:extLst>
                <a:ext uri="{FF2B5EF4-FFF2-40B4-BE49-F238E27FC236}">
                  <a16:creationId xmlns:a16="http://schemas.microsoft.com/office/drawing/2014/main" id="{DB74057F-CBC2-23C4-5D62-F7C00624F6B8}"/>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710;p49">
              <a:extLst>
                <a:ext uri="{FF2B5EF4-FFF2-40B4-BE49-F238E27FC236}">
                  <a16:creationId xmlns:a16="http://schemas.microsoft.com/office/drawing/2014/main" id="{63EF2D29-D70A-6FAB-5F08-486845776787}"/>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4253;p40">
            <a:extLst>
              <a:ext uri="{FF2B5EF4-FFF2-40B4-BE49-F238E27FC236}">
                <a16:creationId xmlns:a16="http://schemas.microsoft.com/office/drawing/2014/main" id="{B56A7799-6F29-8340-3469-16117ACDE7C1}"/>
              </a:ext>
            </a:extLst>
          </p:cNvPr>
          <p:cNvSpPr txBox="1">
            <a:spLocks/>
          </p:cNvSpPr>
          <p:nvPr/>
        </p:nvSpPr>
        <p:spPr>
          <a:xfrm>
            <a:off x="2340591" y="65218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MICROSERVICIO 1</a:t>
            </a:r>
            <a:r>
              <a:rPr lang="es-ES" dirty="0"/>
              <a:t> </a:t>
            </a:r>
            <a:endParaRPr lang="es-ES" dirty="0">
              <a:solidFill>
                <a:schemeClr val="dk1"/>
              </a:solidFill>
            </a:endParaRPr>
          </a:p>
        </p:txBody>
      </p:sp>
      <p:sp>
        <p:nvSpPr>
          <p:cNvPr id="10" name="Google Shape;4160;p38">
            <a:extLst>
              <a:ext uri="{FF2B5EF4-FFF2-40B4-BE49-F238E27FC236}">
                <a16:creationId xmlns:a16="http://schemas.microsoft.com/office/drawing/2014/main" id="{66F9573D-8787-F8A4-0DE5-5796A8327E09}"/>
              </a:ext>
            </a:extLst>
          </p:cNvPr>
          <p:cNvSpPr txBox="1">
            <a:spLocks/>
          </p:cNvSpPr>
          <p:nvPr/>
        </p:nvSpPr>
        <p:spPr>
          <a:xfrm>
            <a:off x="554351" y="560000"/>
            <a:ext cx="178623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03.1</a:t>
            </a:r>
            <a:endParaRPr lang="en" sz="9600" dirty="0">
              <a:solidFill>
                <a:schemeClr val="accent2"/>
              </a:solidFill>
              <a:latin typeface="Chelsea Market" panose="020B0604020202020204" charset="0"/>
            </a:endParaRPr>
          </a:p>
        </p:txBody>
      </p:sp>
      <p:sp>
        <p:nvSpPr>
          <p:cNvPr id="11" name="Google Shape;4260;p40">
            <a:extLst>
              <a:ext uri="{FF2B5EF4-FFF2-40B4-BE49-F238E27FC236}">
                <a16:creationId xmlns:a16="http://schemas.microsoft.com/office/drawing/2014/main" id="{C51033C0-772B-4B46-96C4-D5FF86A7149E}"/>
              </a:ext>
            </a:extLst>
          </p:cNvPr>
          <p:cNvSpPr/>
          <p:nvPr/>
        </p:nvSpPr>
        <p:spPr>
          <a:xfrm>
            <a:off x="2276452" y="1188238"/>
            <a:ext cx="2946477"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Historia de Python - Wikipedia, la enciclopedia libre">
            <a:extLst>
              <a:ext uri="{FF2B5EF4-FFF2-40B4-BE49-F238E27FC236}">
                <a16:creationId xmlns:a16="http://schemas.microsoft.com/office/drawing/2014/main" id="{4C973741-FA3D-564A-794B-B2000053C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419" y="1763200"/>
            <a:ext cx="1157581" cy="12705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Hub - fastapi/fastapi: FastAPI framework, high performance, easy to  learn, fast to code, ready for production">
            <a:extLst>
              <a:ext uri="{FF2B5EF4-FFF2-40B4-BE49-F238E27FC236}">
                <a16:creationId xmlns:a16="http://schemas.microsoft.com/office/drawing/2014/main" id="{396F689D-3608-5141-CAF3-563EB1FB34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1384" y="3818452"/>
            <a:ext cx="2843939" cy="1025003"/>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4160;p38">
            <a:extLst>
              <a:ext uri="{FF2B5EF4-FFF2-40B4-BE49-F238E27FC236}">
                <a16:creationId xmlns:a16="http://schemas.microsoft.com/office/drawing/2014/main" id="{9271593E-0F34-F4EA-DFDE-853FA954E98F}"/>
              </a:ext>
            </a:extLst>
          </p:cNvPr>
          <p:cNvSpPr txBox="1">
            <a:spLocks/>
          </p:cNvSpPr>
          <p:nvPr/>
        </p:nvSpPr>
        <p:spPr>
          <a:xfrm>
            <a:off x="7148286" y="2891810"/>
            <a:ext cx="790134"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8800" dirty="0">
                <a:solidFill>
                  <a:schemeClr val="accent2"/>
                </a:solidFill>
                <a:latin typeface="Chelsea Market" panose="020B0604020202020204" charset="0"/>
              </a:rPr>
              <a:t>+</a:t>
            </a:r>
            <a:endParaRPr lang="en" sz="9600" dirty="0">
              <a:solidFill>
                <a:schemeClr val="accent2"/>
              </a:solidFill>
              <a:latin typeface="Chelsea Market"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01"/>
        <p:cNvGrpSpPr/>
        <p:nvPr/>
      </p:nvGrpSpPr>
      <p:grpSpPr>
        <a:xfrm>
          <a:off x="0" y="0"/>
          <a:ext cx="0" cy="0"/>
          <a:chOff x="0" y="0"/>
          <a:chExt cx="0" cy="0"/>
        </a:xfrm>
      </p:grpSpPr>
      <p:sp>
        <p:nvSpPr>
          <p:cNvPr id="4104" name="Google Shape;4104;p34"/>
          <p:cNvSpPr txBox="1">
            <a:spLocks noGrp="1"/>
          </p:cNvSpPr>
          <p:nvPr>
            <p:ph type="body" idx="1"/>
          </p:nvPr>
        </p:nvSpPr>
        <p:spPr>
          <a:xfrm>
            <a:off x="712251" y="1763200"/>
            <a:ext cx="5177106" cy="27197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El segundo microservicio “Mapa” se implementa en </a:t>
            </a:r>
            <a:r>
              <a:rPr lang="es-ES" dirty="0" err="1"/>
              <a:t>NodeJS</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Este microservicio se encarga de gestionar la información referente a los diferentes planetas, sus relaciones y otra información relevante para el mapa estelar. Esta información se almacenaren una base de datos no relacional.</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Ofrece una API </a:t>
            </a:r>
            <a:r>
              <a:rPr lang="es-ES" dirty="0" err="1"/>
              <a:t>RESTful</a:t>
            </a:r>
            <a:r>
              <a:rPr lang="es-ES" dirty="0"/>
              <a:t> que permite interactuar con los datos de forma básica, como recuperar información y realizar agregaciones o modificaciones simples. Sin embargo, este microservicio se beneficia enormemente de la interfaz gráfica.</a:t>
            </a:r>
          </a:p>
          <a:p>
            <a:pPr marL="0" lvl="0" indent="0" algn="l" rtl="0">
              <a:spcBef>
                <a:spcPts val="0"/>
              </a:spcBef>
              <a:spcAft>
                <a:spcPts val="0"/>
              </a:spcAft>
              <a:buNone/>
            </a:pPr>
            <a:endParaRPr lang="es-ES" dirty="0"/>
          </a:p>
        </p:txBody>
      </p:sp>
      <p:grpSp>
        <p:nvGrpSpPr>
          <p:cNvPr id="4105" name="Google Shape;4105;p34"/>
          <p:cNvGrpSpPr/>
          <p:nvPr/>
        </p:nvGrpSpPr>
        <p:grpSpPr>
          <a:xfrm>
            <a:off x="609600" y="560000"/>
            <a:ext cx="176800" cy="169463"/>
            <a:chOff x="676275" y="560000"/>
            <a:chExt cx="176800" cy="169463"/>
          </a:xfrm>
        </p:grpSpPr>
        <p:sp>
          <p:nvSpPr>
            <p:cNvPr id="4106" name="Google Shape;4106;p3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4708;p49">
            <a:extLst>
              <a:ext uri="{FF2B5EF4-FFF2-40B4-BE49-F238E27FC236}">
                <a16:creationId xmlns:a16="http://schemas.microsoft.com/office/drawing/2014/main" id="{0BE7BD86-1870-07E8-C8F2-5ED66DCC1678}"/>
              </a:ext>
            </a:extLst>
          </p:cNvPr>
          <p:cNvGrpSpPr/>
          <p:nvPr/>
        </p:nvGrpSpPr>
        <p:grpSpPr>
          <a:xfrm>
            <a:off x="1320085" y="560000"/>
            <a:ext cx="176800" cy="169463"/>
            <a:chOff x="676275" y="560000"/>
            <a:chExt cx="176800" cy="169463"/>
          </a:xfrm>
        </p:grpSpPr>
        <p:sp>
          <p:nvSpPr>
            <p:cNvPr id="5" name="Google Shape;4709;p49">
              <a:extLst>
                <a:ext uri="{FF2B5EF4-FFF2-40B4-BE49-F238E27FC236}">
                  <a16:creationId xmlns:a16="http://schemas.microsoft.com/office/drawing/2014/main" id="{DB74057F-CBC2-23C4-5D62-F7C00624F6B8}"/>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710;p49">
              <a:extLst>
                <a:ext uri="{FF2B5EF4-FFF2-40B4-BE49-F238E27FC236}">
                  <a16:creationId xmlns:a16="http://schemas.microsoft.com/office/drawing/2014/main" id="{63EF2D29-D70A-6FAB-5F08-486845776787}"/>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4253;p40">
            <a:extLst>
              <a:ext uri="{FF2B5EF4-FFF2-40B4-BE49-F238E27FC236}">
                <a16:creationId xmlns:a16="http://schemas.microsoft.com/office/drawing/2014/main" id="{B56A7799-6F29-8340-3469-16117ACDE7C1}"/>
              </a:ext>
            </a:extLst>
          </p:cNvPr>
          <p:cNvSpPr txBox="1">
            <a:spLocks/>
          </p:cNvSpPr>
          <p:nvPr/>
        </p:nvSpPr>
        <p:spPr>
          <a:xfrm>
            <a:off x="2503320" y="65218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MICROSERVICIO 2</a:t>
            </a:r>
            <a:r>
              <a:rPr lang="es-ES" dirty="0"/>
              <a:t> </a:t>
            </a:r>
            <a:endParaRPr lang="es-ES" dirty="0">
              <a:solidFill>
                <a:schemeClr val="dk1"/>
              </a:solidFill>
            </a:endParaRPr>
          </a:p>
        </p:txBody>
      </p:sp>
      <p:sp>
        <p:nvSpPr>
          <p:cNvPr id="10" name="Google Shape;4160;p38">
            <a:extLst>
              <a:ext uri="{FF2B5EF4-FFF2-40B4-BE49-F238E27FC236}">
                <a16:creationId xmlns:a16="http://schemas.microsoft.com/office/drawing/2014/main" id="{66F9573D-8787-F8A4-0DE5-5796A8327E09}"/>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03.2</a:t>
            </a:r>
            <a:endParaRPr lang="en" sz="9600" dirty="0">
              <a:solidFill>
                <a:schemeClr val="accent2"/>
              </a:solidFill>
              <a:latin typeface="Chelsea Market" panose="020B0604020202020204" charset="0"/>
            </a:endParaRPr>
          </a:p>
        </p:txBody>
      </p:sp>
      <p:sp>
        <p:nvSpPr>
          <p:cNvPr id="11" name="Google Shape;4260;p40">
            <a:extLst>
              <a:ext uri="{FF2B5EF4-FFF2-40B4-BE49-F238E27FC236}">
                <a16:creationId xmlns:a16="http://schemas.microsoft.com/office/drawing/2014/main" id="{C51033C0-772B-4B46-96C4-D5FF86A7149E}"/>
              </a:ext>
            </a:extLst>
          </p:cNvPr>
          <p:cNvSpPr/>
          <p:nvPr/>
        </p:nvSpPr>
        <p:spPr>
          <a:xfrm>
            <a:off x="2439181" y="1188238"/>
            <a:ext cx="2946477"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6" name="Picture 4" descr="Best Nodejs course in 2024 : r/node">
            <a:extLst>
              <a:ext uri="{FF2B5EF4-FFF2-40B4-BE49-F238E27FC236}">
                <a16:creationId xmlns:a16="http://schemas.microsoft.com/office/drawing/2014/main" id="{6A8F882C-0051-6D03-23D1-597C3B80D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9063" y="2327089"/>
            <a:ext cx="2393868" cy="146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649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01"/>
        <p:cNvGrpSpPr/>
        <p:nvPr/>
      </p:nvGrpSpPr>
      <p:grpSpPr>
        <a:xfrm>
          <a:off x="0" y="0"/>
          <a:ext cx="0" cy="0"/>
          <a:chOff x="0" y="0"/>
          <a:chExt cx="0" cy="0"/>
        </a:xfrm>
      </p:grpSpPr>
      <p:sp>
        <p:nvSpPr>
          <p:cNvPr id="4104" name="Google Shape;4104;p34"/>
          <p:cNvSpPr txBox="1">
            <a:spLocks noGrp="1"/>
          </p:cNvSpPr>
          <p:nvPr>
            <p:ph type="body" idx="1"/>
          </p:nvPr>
        </p:nvSpPr>
        <p:spPr>
          <a:xfrm>
            <a:off x="712250" y="1763200"/>
            <a:ext cx="5556813" cy="282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El tercer microservicio “</a:t>
            </a:r>
            <a:r>
              <a:rPr lang="es-ES" dirty="0" err="1"/>
              <a:t>Chatbot</a:t>
            </a:r>
            <a:r>
              <a:rPr lang="es-ES" dirty="0"/>
              <a:t>” se implementa en Python, con </a:t>
            </a:r>
            <a:r>
              <a:rPr lang="es-ES" dirty="0" err="1"/>
              <a:t>Flask</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Este microservicio se centra en ofertar un servicio de </a:t>
            </a:r>
            <a:r>
              <a:rPr lang="es-ES" dirty="0" err="1"/>
              <a:t>chatbot</a:t>
            </a:r>
            <a:r>
              <a:rPr lang="es-ES" dirty="0"/>
              <a:t>. Permite seleccionar un personaje de los almacenados en el “Microservicio 1”, y, creando un master </a:t>
            </a:r>
            <a:r>
              <a:rPr lang="es-ES" dirty="0" err="1"/>
              <a:t>prompt</a:t>
            </a:r>
            <a:r>
              <a:rPr lang="es-ES" dirty="0"/>
              <a:t> relacionado con la personalidad de dicho personaje, el modelo de lenguaje natural asume un rol como tal.</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Ofrece una API </a:t>
            </a:r>
            <a:r>
              <a:rPr lang="es-ES" dirty="0" err="1"/>
              <a:t>RESTful</a:t>
            </a:r>
            <a:r>
              <a:rPr lang="es-ES" dirty="0"/>
              <a:t> que permite interactuar con el </a:t>
            </a:r>
            <a:r>
              <a:rPr lang="es-ES" dirty="0" err="1"/>
              <a:t>chatbot</a:t>
            </a:r>
            <a:r>
              <a:rPr lang="es-ES" dirty="0"/>
              <a:t>, devolviendo la respuesta de una consulta realizada al agente conversacional dado un personaje específico.</a:t>
            </a:r>
          </a:p>
        </p:txBody>
      </p:sp>
      <p:grpSp>
        <p:nvGrpSpPr>
          <p:cNvPr id="4105" name="Google Shape;4105;p34"/>
          <p:cNvGrpSpPr/>
          <p:nvPr/>
        </p:nvGrpSpPr>
        <p:grpSpPr>
          <a:xfrm>
            <a:off x="609600" y="560000"/>
            <a:ext cx="176800" cy="169463"/>
            <a:chOff x="676275" y="560000"/>
            <a:chExt cx="176800" cy="169463"/>
          </a:xfrm>
        </p:grpSpPr>
        <p:sp>
          <p:nvSpPr>
            <p:cNvPr id="4106" name="Google Shape;4106;p3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4708;p49">
            <a:extLst>
              <a:ext uri="{FF2B5EF4-FFF2-40B4-BE49-F238E27FC236}">
                <a16:creationId xmlns:a16="http://schemas.microsoft.com/office/drawing/2014/main" id="{0BE7BD86-1870-07E8-C8F2-5ED66DCC1678}"/>
              </a:ext>
            </a:extLst>
          </p:cNvPr>
          <p:cNvGrpSpPr/>
          <p:nvPr/>
        </p:nvGrpSpPr>
        <p:grpSpPr>
          <a:xfrm>
            <a:off x="1320085" y="560000"/>
            <a:ext cx="176800" cy="169463"/>
            <a:chOff x="676275" y="560000"/>
            <a:chExt cx="176800" cy="169463"/>
          </a:xfrm>
        </p:grpSpPr>
        <p:sp>
          <p:nvSpPr>
            <p:cNvPr id="5" name="Google Shape;4709;p49">
              <a:extLst>
                <a:ext uri="{FF2B5EF4-FFF2-40B4-BE49-F238E27FC236}">
                  <a16:creationId xmlns:a16="http://schemas.microsoft.com/office/drawing/2014/main" id="{DB74057F-CBC2-23C4-5D62-F7C00624F6B8}"/>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710;p49">
              <a:extLst>
                <a:ext uri="{FF2B5EF4-FFF2-40B4-BE49-F238E27FC236}">
                  <a16:creationId xmlns:a16="http://schemas.microsoft.com/office/drawing/2014/main" id="{63EF2D29-D70A-6FAB-5F08-486845776787}"/>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4253;p40">
            <a:extLst>
              <a:ext uri="{FF2B5EF4-FFF2-40B4-BE49-F238E27FC236}">
                <a16:creationId xmlns:a16="http://schemas.microsoft.com/office/drawing/2014/main" id="{B56A7799-6F29-8340-3469-16117ACDE7C1}"/>
              </a:ext>
            </a:extLst>
          </p:cNvPr>
          <p:cNvSpPr txBox="1">
            <a:spLocks/>
          </p:cNvSpPr>
          <p:nvPr/>
        </p:nvSpPr>
        <p:spPr>
          <a:xfrm>
            <a:off x="2503320" y="65218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MICROSERVICIO 3</a:t>
            </a:r>
            <a:r>
              <a:rPr lang="es-ES" dirty="0"/>
              <a:t> </a:t>
            </a:r>
            <a:endParaRPr lang="es-ES" dirty="0">
              <a:solidFill>
                <a:schemeClr val="dk1"/>
              </a:solidFill>
            </a:endParaRPr>
          </a:p>
        </p:txBody>
      </p:sp>
      <p:sp>
        <p:nvSpPr>
          <p:cNvPr id="10" name="Google Shape;4160;p38">
            <a:extLst>
              <a:ext uri="{FF2B5EF4-FFF2-40B4-BE49-F238E27FC236}">
                <a16:creationId xmlns:a16="http://schemas.microsoft.com/office/drawing/2014/main" id="{66F9573D-8787-F8A4-0DE5-5796A8327E09}"/>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03.3</a:t>
            </a:r>
            <a:endParaRPr lang="en" sz="9600" dirty="0">
              <a:solidFill>
                <a:schemeClr val="accent2"/>
              </a:solidFill>
              <a:latin typeface="Chelsea Market" panose="020B0604020202020204" charset="0"/>
            </a:endParaRPr>
          </a:p>
        </p:txBody>
      </p:sp>
      <p:sp>
        <p:nvSpPr>
          <p:cNvPr id="11" name="Google Shape;4260;p40">
            <a:extLst>
              <a:ext uri="{FF2B5EF4-FFF2-40B4-BE49-F238E27FC236}">
                <a16:creationId xmlns:a16="http://schemas.microsoft.com/office/drawing/2014/main" id="{C51033C0-772B-4B46-96C4-D5FF86A7149E}"/>
              </a:ext>
            </a:extLst>
          </p:cNvPr>
          <p:cNvSpPr/>
          <p:nvPr/>
        </p:nvSpPr>
        <p:spPr>
          <a:xfrm>
            <a:off x="2439181" y="1188238"/>
            <a:ext cx="2946477"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Historia de Python - Wikipedia, la enciclopedia libre">
            <a:extLst>
              <a:ext uri="{FF2B5EF4-FFF2-40B4-BE49-F238E27FC236}">
                <a16:creationId xmlns:a16="http://schemas.microsoft.com/office/drawing/2014/main" id="{4C973741-FA3D-564A-794B-B2000053C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419" y="1763200"/>
            <a:ext cx="1157581" cy="1270515"/>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4160;p38">
            <a:extLst>
              <a:ext uri="{FF2B5EF4-FFF2-40B4-BE49-F238E27FC236}">
                <a16:creationId xmlns:a16="http://schemas.microsoft.com/office/drawing/2014/main" id="{9271593E-0F34-F4EA-DFDE-853FA954E98F}"/>
              </a:ext>
            </a:extLst>
          </p:cNvPr>
          <p:cNvSpPr txBox="1">
            <a:spLocks/>
          </p:cNvSpPr>
          <p:nvPr/>
        </p:nvSpPr>
        <p:spPr>
          <a:xfrm>
            <a:off x="7148286" y="2891810"/>
            <a:ext cx="790134"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8800" dirty="0">
                <a:solidFill>
                  <a:schemeClr val="accent2"/>
                </a:solidFill>
                <a:latin typeface="Chelsea Market" panose="020B0604020202020204" charset="0"/>
              </a:rPr>
              <a:t>+</a:t>
            </a:r>
            <a:endParaRPr lang="en" sz="9600" dirty="0">
              <a:solidFill>
                <a:schemeClr val="accent2"/>
              </a:solidFill>
              <a:latin typeface="Chelsea Market" panose="020B0604020202020204" charset="0"/>
            </a:endParaRPr>
          </a:p>
        </p:txBody>
      </p:sp>
      <p:pic>
        <p:nvPicPr>
          <p:cNvPr id="2050" name="Picture 2" descr="Publish your Machine Learning models with Flask! - A.I. Shelf">
            <a:extLst>
              <a:ext uri="{FF2B5EF4-FFF2-40B4-BE49-F238E27FC236}">
                <a16:creationId xmlns:a16="http://schemas.microsoft.com/office/drawing/2014/main" id="{6B5746BD-47D4-5570-6B15-7415C17CFA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371" t="20901" r="28230" b="24218"/>
          <a:stretch/>
        </p:blipFill>
        <p:spPr bwMode="auto">
          <a:xfrm>
            <a:off x="6530832" y="3559259"/>
            <a:ext cx="2262753" cy="1338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343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01"/>
        <p:cNvGrpSpPr/>
        <p:nvPr/>
      </p:nvGrpSpPr>
      <p:grpSpPr>
        <a:xfrm>
          <a:off x="0" y="0"/>
          <a:ext cx="0" cy="0"/>
          <a:chOff x="0" y="0"/>
          <a:chExt cx="0" cy="0"/>
        </a:xfrm>
      </p:grpSpPr>
      <p:sp>
        <p:nvSpPr>
          <p:cNvPr id="4104" name="Google Shape;4104;p34"/>
          <p:cNvSpPr txBox="1">
            <a:spLocks noGrp="1"/>
          </p:cNvSpPr>
          <p:nvPr>
            <p:ph type="body" idx="1"/>
          </p:nvPr>
        </p:nvSpPr>
        <p:spPr>
          <a:xfrm>
            <a:off x="712251" y="1763200"/>
            <a:ext cx="5177106" cy="27197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El microservicio “API Gateway”, se implementa en </a:t>
            </a:r>
            <a:r>
              <a:rPr lang="es-ES" dirty="0" err="1"/>
              <a:t>NodeJS</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Este microservicio hace las veces de </a:t>
            </a:r>
            <a:r>
              <a:rPr lang="es-ES" dirty="0" err="1"/>
              <a:t>controller</a:t>
            </a:r>
            <a:r>
              <a:rPr lang="es-ES" dirty="0"/>
              <a:t> o API Gateway, un nexo de unión de los otros microservicios, ofreciendo un punto central para las solicitudes de los usuarios que se encarga de enrutar al microservicio correspondiente. También proporciona una interfaz común para todas las funcionalidades de la aplicación.</a:t>
            </a:r>
          </a:p>
        </p:txBody>
      </p:sp>
      <p:grpSp>
        <p:nvGrpSpPr>
          <p:cNvPr id="4105" name="Google Shape;4105;p34"/>
          <p:cNvGrpSpPr/>
          <p:nvPr/>
        </p:nvGrpSpPr>
        <p:grpSpPr>
          <a:xfrm>
            <a:off x="609600" y="560000"/>
            <a:ext cx="176800" cy="169463"/>
            <a:chOff x="676275" y="560000"/>
            <a:chExt cx="176800" cy="169463"/>
          </a:xfrm>
        </p:grpSpPr>
        <p:sp>
          <p:nvSpPr>
            <p:cNvPr id="4106" name="Google Shape;4106;p3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4708;p49">
            <a:extLst>
              <a:ext uri="{FF2B5EF4-FFF2-40B4-BE49-F238E27FC236}">
                <a16:creationId xmlns:a16="http://schemas.microsoft.com/office/drawing/2014/main" id="{0BE7BD86-1870-07E8-C8F2-5ED66DCC1678}"/>
              </a:ext>
            </a:extLst>
          </p:cNvPr>
          <p:cNvGrpSpPr/>
          <p:nvPr/>
        </p:nvGrpSpPr>
        <p:grpSpPr>
          <a:xfrm>
            <a:off x="1320085" y="560000"/>
            <a:ext cx="176800" cy="169463"/>
            <a:chOff x="676275" y="560000"/>
            <a:chExt cx="176800" cy="169463"/>
          </a:xfrm>
        </p:grpSpPr>
        <p:sp>
          <p:nvSpPr>
            <p:cNvPr id="5" name="Google Shape;4709;p49">
              <a:extLst>
                <a:ext uri="{FF2B5EF4-FFF2-40B4-BE49-F238E27FC236}">
                  <a16:creationId xmlns:a16="http://schemas.microsoft.com/office/drawing/2014/main" id="{DB74057F-CBC2-23C4-5D62-F7C00624F6B8}"/>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710;p49">
              <a:extLst>
                <a:ext uri="{FF2B5EF4-FFF2-40B4-BE49-F238E27FC236}">
                  <a16:creationId xmlns:a16="http://schemas.microsoft.com/office/drawing/2014/main" id="{63EF2D29-D70A-6FAB-5F08-486845776787}"/>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4253;p40">
            <a:extLst>
              <a:ext uri="{FF2B5EF4-FFF2-40B4-BE49-F238E27FC236}">
                <a16:creationId xmlns:a16="http://schemas.microsoft.com/office/drawing/2014/main" id="{B56A7799-6F29-8340-3469-16117ACDE7C1}"/>
              </a:ext>
            </a:extLst>
          </p:cNvPr>
          <p:cNvSpPr txBox="1">
            <a:spLocks/>
          </p:cNvSpPr>
          <p:nvPr/>
        </p:nvSpPr>
        <p:spPr>
          <a:xfrm>
            <a:off x="2503320" y="652183"/>
            <a:ext cx="238329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API GATEWAY</a:t>
            </a:r>
            <a:r>
              <a:rPr lang="es-ES" dirty="0"/>
              <a:t> </a:t>
            </a:r>
            <a:endParaRPr lang="es-ES" dirty="0">
              <a:solidFill>
                <a:schemeClr val="dk1"/>
              </a:solidFill>
            </a:endParaRPr>
          </a:p>
        </p:txBody>
      </p:sp>
      <p:sp>
        <p:nvSpPr>
          <p:cNvPr id="10" name="Google Shape;4160;p38">
            <a:extLst>
              <a:ext uri="{FF2B5EF4-FFF2-40B4-BE49-F238E27FC236}">
                <a16:creationId xmlns:a16="http://schemas.microsoft.com/office/drawing/2014/main" id="{66F9573D-8787-F8A4-0DE5-5796A8327E09}"/>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03.4</a:t>
            </a:r>
            <a:endParaRPr lang="en" sz="9600" dirty="0">
              <a:solidFill>
                <a:schemeClr val="accent2"/>
              </a:solidFill>
              <a:latin typeface="Chelsea Market" panose="020B0604020202020204" charset="0"/>
            </a:endParaRPr>
          </a:p>
        </p:txBody>
      </p:sp>
      <p:sp>
        <p:nvSpPr>
          <p:cNvPr id="11" name="Google Shape;4260;p40">
            <a:extLst>
              <a:ext uri="{FF2B5EF4-FFF2-40B4-BE49-F238E27FC236}">
                <a16:creationId xmlns:a16="http://schemas.microsoft.com/office/drawing/2014/main" id="{C51033C0-772B-4B46-96C4-D5FF86A7149E}"/>
              </a:ext>
            </a:extLst>
          </p:cNvPr>
          <p:cNvSpPr/>
          <p:nvPr/>
        </p:nvSpPr>
        <p:spPr>
          <a:xfrm>
            <a:off x="2439182" y="1188238"/>
            <a:ext cx="2383292"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6" name="Picture 4" descr="Best Nodejs course in 2024 : r/node">
            <a:extLst>
              <a:ext uri="{FF2B5EF4-FFF2-40B4-BE49-F238E27FC236}">
                <a16:creationId xmlns:a16="http://schemas.microsoft.com/office/drawing/2014/main" id="{6A8F882C-0051-6D03-23D1-597C3B80D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9063" y="2327089"/>
            <a:ext cx="2393868" cy="146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63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18"/>
        <p:cNvGrpSpPr/>
        <p:nvPr/>
      </p:nvGrpSpPr>
      <p:grpSpPr>
        <a:xfrm>
          <a:off x="0" y="0"/>
          <a:ext cx="0" cy="0"/>
          <a:chOff x="0" y="0"/>
          <a:chExt cx="0" cy="0"/>
        </a:xfrm>
      </p:grpSpPr>
      <p:pic>
        <p:nvPicPr>
          <p:cNvPr id="4824" name="Google Shape;4824;p54"/>
          <p:cNvPicPr preferRelativeResize="0"/>
          <p:nvPr/>
        </p:nvPicPr>
        <p:blipFill rotWithShape="1">
          <a:blip r:embed="rId3">
            <a:alphaModFix/>
          </a:blip>
          <a:srcRect l="11767" t="12085" r="11767" b="12093"/>
          <a:stretch/>
        </p:blipFill>
        <p:spPr>
          <a:xfrm>
            <a:off x="3525150" y="1747925"/>
            <a:ext cx="2093700" cy="1971500"/>
          </a:xfrm>
          <a:prstGeom prst="rect">
            <a:avLst/>
          </a:prstGeom>
          <a:noFill/>
          <a:ln>
            <a:noFill/>
          </a:ln>
        </p:spPr>
      </p:pic>
      <p:grpSp>
        <p:nvGrpSpPr>
          <p:cNvPr id="4825" name="Google Shape;4825;p54"/>
          <p:cNvGrpSpPr/>
          <p:nvPr/>
        </p:nvGrpSpPr>
        <p:grpSpPr>
          <a:xfrm>
            <a:off x="2424725" y="560000"/>
            <a:ext cx="176800" cy="169463"/>
            <a:chOff x="676275" y="560000"/>
            <a:chExt cx="176800" cy="169463"/>
          </a:xfrm>
        </p:grpSpPr>
        <p:sp>
          <p:nvSpPr>
            <p:cNvPr id="4826" name="Google Shape;4826;p5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5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253;p40">
            <a:extLst>
              <a:ext uri="{FF2B5EF4-FFF2-40B4-BE49-F238E27FC236}">
                <a16:creationId xmlns:a16="http://schemas.microsoft.com/office/drawing/2014/main" id="{7295B2DC-DF39-D041-2031-E02B31A49CCE}"/>
              </a:ext>
            </a:extLst>
          </p:cNvPr>
          <p:cNvSpPr txBox="1">
            <a:spLocks/>
          </p:cNvSpPr>
          <p:nvPr/>
        </p:nvSpPr>
        <p:spPr>
          <a:xfrm>
            <a:off x="2503320" y="65218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BASES DE DATOS</a:t>
            </a:r>
            <a:r>
              <a:rPr lang="es-ES" dirty="0"/>
              <a:t> </a:t>
            </a:r>
            <a:endParaRPr lang="es-ES" dirty="0">
              <a:solidFill>
                <a:schemeClr val="dk1"/>
              </a:solidFill>
            </a:endParaRPr>
          </a:p>
        </p:txBody>
      </p:sp>
      <p:sp>
        <p:nvSpPr>
          <p:cNvPr id="13" name="Google Shape;4160;p38">
            <a:extLst>
              <a:ext uri="{FF2B5EF4-FFF2-40B4-BE49-F238E27FC236}">
                <a16:creationId xmlns:a16="http://schemas.microsoft.com/office/drawing/2014/main" id="{F0E199B3-8638-E462-7A87-992DAD220B7D}"/>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03.5</a:t>
            </a:r>
            <a:endParaRPr lang="en" sz="9600" dirty="0">
              <a:solidFill>
                <a:schemeClr val="accent2"/>
              </a:solidFill>
              <a:latin typeface="Chelsea Market" panose="020B0604020202020204" charset="0"/>
            </a:endParaRPr>
          </a:p>
        </p:txBody>
      </p:sp>
      <p:sp>
        <p:nvSpPr>
          <p:cNvPr id="14" name="Google Shape;4260;p40">
            <a:extLst>
              <a:ext uri="{FF2B5EF4-FFF2-40B4-BE49-F238E27FC236}">
                <a16:creationId xmlns:a16="http://schemas.microsoft.com/office/drawing/2014/main" id="{A6935BBB-F7B4-BE07-FE64-4671810D5A3C}"/>
              </a:ext>
            </a:extLst>
          </p:cNvPr>
          <p:cNvSpPr/>
          <p:nvPr/>
        </p:nvSpPr>
        <p:spPr>
          <a:xfrm>
            <a:off x="2439181" y="1188238"/>
            <a:ext cx="2946477"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 name="Imagen 14">
            <a:extLst>
              <a:ext uri="{FF2B5EF4-FFF2-40B4-BE49-F238E27FC236}">
                <a16:creationId xmlns:a16="http://schemas.microsoft.com/office/drawing/2014/main" id="{55F26BCC-B6E2-8059-D1FC-1962061AAB78}"/>
              </a:ext>
            </a:extLst>
          </p:cNvPr>
          <p:cNvPicPr>
            <a:picLocks noChangeAspect="1"/>
          </p:cNvPicPr>
          <p:nvPr/>
        </p:nvPicPr>
        <p:blipFill>
          <a:blip r:embed="rId4"/>
          <a:stretch>
            <a:fillRect/>
          </a:stretch>
        </p:blipFill>
        <p:spPr>
          <a:xfrm>
            <a:off x="554351" y="1579739"/>
            <a:ext cx="2164529" cy="1623397"/>
          </a:xfrm>
          <a:prstGeom prst="rect">
            <a:avLst/>
          </a:prstGeom>
        </p:spPr>
      </p:pic>
      <p:pic>
        <p:nvPicPr>
          <p:cNvPr id="16" name="Picture 6" descr="Neo4j - Wikipedia, la enciclopedia libre">
            <a:extLst>
              <a:ext uri="{FF2B5EF4-FFF2-40B4-BE49-F238E27FC236}">
                <a16:creationId xmlns:a16="http://schemas.microsoft.com/office/drawing/2014/main" id="{F1C6F92B-C884-1A32-0CD9-FBABB1E0D0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573" y="2176129"/>
            <a:ext cx="2108291" cy="791242"/>
          </a:xfrm>
          <a:prstGeom prst="rect">
            <a:avLst/>
          </a:prstGeom>
          <a:noFill/>
          <a:extLst>
            <a:ext uri="{909E8E84-426E-40DD-AFC4-6F175D3DCCD1}">
              <a14:hiddenFill xmlns:a14="http://schemas.microsoft.com/office/drawing/2010/main">
                <a:solidFill>
                  <a:srgbClr val="FFFFFF"/>
                </a:solidFill>
              </a14:hiddenFill>
            </a:ext>
          </a:extLst>
        </p:spPr>
      </p:pic>
      <p:sp>
        <p:nvSpPr>
          <p:cNvPr id="17" name="Google Shape;4255;p40">
            <a:extLst>
              <a:ext uri="{FF2B5EF4-FFF2-40B4-BE49-F238E27FC236}">
                <a16:creationId xmlns:a16="http://schemas.microsoft.com/office/drawing/2014/main" id="{866EB0F4-4EC7-CEED-DD75-ACA3D035971E}"/>
              </a:ext>
            </a:extLst>
          </p:cNvPr>
          <p:cNvSpPr txBox="1">
            <a:spLocks/>
          </p:cNvSpPr>
          <p:nvPr/>
        </p:nvSpPr>
        <p:spPr>
          <a:xfrm>
            <a:off x="668676" y="3141047"/>
            <a:ext cx="2283751" cy="841989"/>
          </a:xfrm>
          <a:prstGeom prst="rect">
            <a:avLst/>
          </a:prstGeom>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Almacena la información de los usuarios y la información de los personajes.</a:t>
            </a:r>
          </a:p>
        </p:txBody>
      </p:sp>
      <p:sp>
        <p:nvSpPr>
          <p:cNvPr id="18" name="Google Shape;4255;p40">
            <a:extLst>
              <a:ext uri="{FF2B5EF4-FFF2-40B4-BE49-F238E27FC236}">
                <a16:creationId xmlns:a16="http://schemas.microsoft.com/office/drawing/2014/main" id="{24FFB22D-06D5-E41D-3923-CE0655C6A1BF}"/>
              </a:ext>
            </a:extLst>
          </p:cNvPr>
          <p:cNvSpPr txBox="1">
            <a:spLocks/>
          </p:cNvSpPr>
          <p:nvPr/>
        </p:nvSpPr>
        <p:spPr>
          <a:xfrm>
            <a:off x="6191573" y="3052224"/>
            <a:ext cx="2502976" cy="857320"/>
          </a:xfrm>
          <a:prstGeom prst="rect">
            <a:avLst/>
          </a:prstGeom>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Almacena la información de los planetas y las conexiones en forma de grafo con elementos relevantes.</a:t>
            </a:r>
          </a:p>
        </p:txBody>
      </p:sp>
    </p:spTree>
    <p:extLst>
      <p:ext uri="{BB962C8B-B14F-4D97-AF65-F5344CB8AC3E}">
        <p14:creationId xmlns:p14="http://schemas.microsoft.com/office/powerpoint/2010/main" val="2002970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18"/>
        <p:cNvGrpSpPr/>
        <p:nvPr/>
      </p:nvGrpSpPr>
      <p:grpSpPr>
        <a:xfrm>
          <a:off x="0" y="0"/>
          <a:ext cx="0" cy="0"/>
          <a:chOff x="0" y="0"/>
          <a:chExt cx="0" cy="0"/>
        </a:xfrm>
      </p:grpSpPr>
      <p:pic>
        <p:nvPicPr>
          <p:cNvPr id="4" name="Google Shape;5010;p61">
            <a:extLst>
              <a:ext uri="{FF2B5EF4-FFF2-40B4-BE49-F238E27FC236}">
                <a16:creationId xmlns:a16="http://schemas.microsoft.com/office/drawing/2014/main" id="{0007A89A-CE3E-F269-AA16-30FC64DF3AF7}"/>
              </a:ext>
            </a:extLst>
          </p:cNvPr>
          <p:cNvPicPr preferRelativeResize="0"/>
          <p:nvPr/>
        </p:nvPicPr>
        <p:blipFill rotWithShape="1">
          <a:blip r:embed="rId3">
            <a:alphaModFix/>
          </a:blip>
          <a:srcRect l="12962" t="12969" r="12969" b="12962"/>
          <a:stretch/>
        </p:blipFill>
        <p:spPr>
          <a:xfrm>
            <a:off x="3531501" y="1770012"/>
            <a:ext cx="2087349" cy="1980140"/>
          </a:xfrm>
          <a:prstGeom prst="rect">
            <a:avLst/>
          </a:prstGeom>
          <a:noFill/>
          <a:ln>
            <a:noFill/>
          </a:ln>
        </p:spPr>
      </p:pic>
      <p:grpSp>
        <p:nvGrpSpPr>
          <p:cNvPr id="4825" name="Google Shape;4825;p54"/>
          <p:cNvGrpSpPr/>
          <p:nvPr/>
        </p:nvGrpSpPr>
        <p:grpSpPr>
          <a:xfrm>
            <a:off x="2424725" y="560000"/>
            <a:ext cx="176800" cy="169463"/>
            <a:chOff x="676275" y="560000"/>
            <a:chExt cx="176800" cy="169463"/>
          </a:xfrm>
        </p:grpSpPr>
        <p:sp>
          <p:nvSpPr>
            <p:cNvPr id="4826" name="Google Shape;4826;p54"/>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54"/>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253;p40">
            <a:extLst>
              <a:ext uri="{FF2B5EF4-FFF2-40B4-BE49-F238E27FC236}">
                <a16:creationId xmlns:a16="http://schemas.microsoft.com/office/drawing/2014/main" id="{7295B2DC-DF39-D041-2031-E02B31A49CCE}"/>
              </a:ext>
            </a:extLst>
          </p:cNvPr>
          <p:cNvSpPr txBox="1">
            <a:spLocks/>
          </p:cNvSpPr>
          <p:nvPr/>
        </p:nvSpPr>
        <p:spPr>
          <a:xfrm>
            <a:off x="2503320" y="652183"/>
            <a:ext cx="191916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INTERFAZ</a:t>
            </a:r>
            <a:endParaRPr lang="es-ES" dirty="0">
              <a:solidFill>
                <a:schemeClr val="dk1"/>
              </a:solidFill>
            </a:endParaRPr>
          </a:p>
        </p:txBody>
      </p:sp>
      <p:sp>
        <p:nvSpPr>
          <p:cNvPr id="13" name="Google Shape;4160;p38">
            <a:extLst>
              <a:ext uri="{FF2B5EF4-FFF2-40B4-BE49-F238E27FC236}">
                <a16:creationId xmlns:a16="http://schemas.microsoft.com/office/drawing/2014/main" id="{F0E199B3-8638-E462-7A87-992DAD220B7D}"/>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03.6</a:t>
            </a:r>
            <a:endParaRPr lang="en" sz="9600" dirty="0">
              <a:solidFill>
                <a:schemeClr val="accent2"/>
              </a:solidFill>
              <a:latin typeface="Chelsea Market" panose="020B0604020202020204" charset="0"/>
            </a:endParaRPr>
          </a:p>
        </p:txBody>
      </p:sp>
      <p:sp>
        <p:nvSpPr>
          <p:cNvPr id="14" name="Google Shape;4260;p40">
            <a:extLst>
              <a:ext uri="{FF2B5EF4-FFF2-40B4-BE49-F238E27FC236}">
                <a16:creationId xmlns:a16="http://schemas.microsoft.com/office/drawing/2014/main" id="{A6935BBB-F7B4-BE07-FE64-4671810D5A3C}"/>
              </a:ext>
            </a:extLst>
          </p:cNvPr>
          <p:cNvSpPr/>
          <p:nvPr/>
        </p:nvSpPr>
        <p:spPr>
          <a:xfrm>
            <a:off x="2439181" y="1188238"/>
            <a:ext cx="1672515"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255;p40">
            <a:extLst>
              <a:ext uri="{FF2B5EF4-FFF2-40B4-BE49-F238E27FC236}">
                <a16:creationId xmlns:a16="http://schemas.microsoft.com/office/drawing/2014/main" id="{866EB0F4-4EC7-CEED-DD75-ACA3D035971E}"/>
              </a:ext>
            </a:extLst>
          </p:cNvPr>
          <p:cNvSpPr txBox="1">
            <a:spLocks/>
          </p:cNvSpPr>
          <p:nvPr/>
        </p:nvSpPr>
        <p:spPr>
          <a:xfrm>
            <a:off x="624092" y="3062244"/>
            <a:ext cx="2711737" cy="1211003"/>
          </a:xfrm>
          <a:prstGeom prst="rect">
            <a:avLst/>
          </a:prstGeom>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Interfaz de usuario Web HTML5, CSS y </a:t>
            </a:r>
            <a:r>
              <a:rPr lang="es-ES" dirty="0" err="1"/>
              <a:t>Javascript</a:t>
            </a:r>
            <a:r>
              <a:rPr lang="es-ES" dirty="0"/>
              <a:t>. Da acceso gráfico a todas las funcionalidades de la aplicación.</a:t>
            </a:r>
          </a:p>
        </p:txBody>
      </p:sp>
      <p:sp>
        <p:nvSpPr>
          <p:cNvPr id="2" name="Google Shape;4254;p40">
            <a:extLst>
              <a:ext uri="{FF2B5EF4-FFF2-40B4-BE49-F238E27FC236}">
                <a16:creationId xmlns:a16="http://schemas.microsoft.com/office/drawing/2014/main" id="{23786300-A282-1A76-DBD4-3B3F1D33D208}"/>
              </a:ext>
            </a:extLst>
          </p:cNvPr>
          <p:cNvSpPr txBox="1">
            <a:spLocks noGrp="1"/>
          </p:cNvSpPr>
          <p:nvPr>
            <p:ph type="subTitle" idx="1"/>
          </p:nvPr>
        </p:nvSpPr>
        <p:spPr>
          <a:xfrm>
            <a:off x="624092" y="2533001"/>
            <a:ext cx="2458206" cy="580244"/>
          </a:xfrm>
          <a:prstGeom prst="rect">
            <a:avLst/>
          </a:prstGeom>
        </p:spPr>
        <p:txBody>
          <a:bodyPr spcFirstLastPara="1" wrap="square" lIns="90000" tIns="91425" rIns="90000" bIns="91425" anchor="ctr" anchorCtr="0">
            <a:noAutofit/>
          </a:bodyPr>
          <a:lstStyle/>
          <a:p>
            <a:pPr marL="0" lvl="0" indent="0" algn="l" rtl="0">
              <a:spcBef>
                <a:spcPts val="0"/>
              </a:spcBef>
              <a:spcAft>
                <a:spcPts val="0"/>
              </a:spcAft>
              <a:buNone/>
            </a:pPr>
            <a:r>
              <a:rPr lang="en" sz="2400" dirty="0"/>
              <a:t>WEB</a:t>
            </a:r>
            <a:endParaRPr sz="2400" dirty="0"/>
          </a:p>
        </p:txBody>
      </p:sp>
      <p:sp>
        <p:nvSpPr>
          <p:cNvPr id="3" name="Google Shape;4254;p40">
            <a:extLst>
              <a:ext uri="{FF2B5EF4-FFF2-40B4-BE49-F238E27FC236}">
                <a16:creationId xmlns:a16="http://schemas.microsoft.com/office/drawing/2014/main" id="{159DB872-CC01-76BD-4AE3-A30B476FE3B7}"/>
              </a:ext>
            </a:extLst>
          </p:cNvPr>
          <p:cNvSpPr txBox="1">
            <a:spLocks/>
          </p:cNvSpPr>
          <p:nvPr/>
        </p:nvSpPr>
        <p:spPr>
          <a:xfrm>
            <a:off x="6013343" y="2506723"/>
            <a:ext cx="2766447" cy="580244"/>
          </a:xfrm>
          <a:prstGeom prst="rect">
            <a:avLst/>
          </a:prstGeom>
          <a:noFill/>
          <a:ln>
            <a:noFill/>
          </a:ln>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1pPr>
            <a:lvl2pPr marL="914400" marR="0" lvl="1"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2pPr>
            <a:lvl3pPr marL="1371600" marR="0" lvl="2"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3pPr>
            <a:lvl4pPr marL="1828800" marR="0" lvl="3"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4pPr>
            <a:lvl5pPr marL="2286000" marR="0" lvl="4"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5pPr>
            <a:lvl6pPr marL="2743200" marR="0" lvl="5"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6pPr>
            <a:lvl7pPr marL="3200400" marR="0" lvl="6"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7pPr>
            <a:lvl8pPr marL="3657600" marR="0" lvl="7"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8pPr>
            <a:lvl9pPr marL="4114800" marR="0" lvl="8" indent="-317500" algn="l" rtl="0">
              <a:lnSpc>
                <a:spcPct val="100000"/>
              </a:lnSpc>
              <a:spcBef>
                <a:spcPts val="0"/>
              </a:spcBef>
              <a:spcAft>
                <a:spcPts val="0"/>
              </a:spcAft>
              <a:buClr>
                <a:schemeClr val="dk1"/>
              </a:buClr>
              <a:buSzPts val="1400"/>
              <a:buFont typeface="Nanum Gothic"/>
              <a:buNone/>
              <a:defRPr sz="1700" b="1" i="0" u="none" strike="noStrike" cap="none">
                <a:solidFill>
                  <a:schemeClr val="accent1"/>
                </a:solidFill>
                <a:latin typeface="Chelsea Market"/>
                <a:ea typeface="Chelsea Market"/>
                <a:cs typeface="Chelsea Market"/>
                <a:sym typeface="Chelsea Market"/>
              </a:defRPr>
            </a:lvl9pPr>
          </a:lstStyle>
          <a:p>
            <a:pPr marL="0" indent="0"/>
            <a:r>
              <a:rPr lang="es-ES" sz="2400" dirty="0"/>
              <a:t>PROGRAMÁTICA</a:t>
            </a:r>
          </a:p>
        </p:txBody>
      </p:sp>
      <p:sp>
        <p:nvSpPr>
          <p:cNvPr id="5" name="Google Shape;4255;p40">
            <a:extLst>
              <a:ext uri="{FF2B5EF4-FFF2-40B4-BE49-F238E27FC236}">
                <a16:creationId xmlns:a16="http://schemas.microsoft.com/office/drawing/2014/main" id="{4B9DDD75-BF5D-F2A1-BBA0-86207CFE7EA7}"/>
              </a:ext>
            </a:extLst>
          </p:cNvPr>
          <p:cNvSpPr txBox="1">
            <a:spLocks/>
          </p:cNvSpPr>
          <p:nvPr/>
        </p:nvSpPr>
        <p:spPr>
          <a:xfrm>
            <a:off x="6068053" y="2958817"/>
            <a:ext cx="2711737" cy="1629457"/>
          </a:xfrm>
          <a:prstGeom prst="rect">
            <a:avLst/>
          </a:prstGeom>
        </p:spPr>
        <p:txBody>
          <a:bodyPr spcFirstLastPara="1" wrap="square" lIns="90000" tIns="91425" rIns="90000"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dirty="0"/>
              <a:t>Interfaz </a:t>
            </a:r>
            <a:r>
              <a:rPr lang="es-ES" dirty="0" err="1"/>
              <a:t>progrmática</a:t>
            </a:r>
            <a:r>
              <a:rPr lang="es-ES" dirty="0"/>
              <a:t> basada en la especificación </a:t>
            </a:r>
            <a:r>
              <a:rPr lang="es-ES" dirty="0" err="1"/>
              <a:t>OpenAPI</a:t>
            </a:r>
            <a:r>
              <a:rPr lang="es-ES" dirty="0"/>
              <a:t>. Da acceso mediante respuestas estructuradas a peticiones de humanos y sistemas informáticos.</a:t>
            </a:r>
          </a:p>
        </p:txBody>
      </p:sp>
    </p:spTree>
    <p:extLst>
      <p:ext uri="{BB962C8B-B14F-4D97-AF65-F5344CB8AC3E}">
        <p14:creationId xmlns:p14="http://schemas.microsoft.com/office/powerpoint/2010/main" val="1620862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14">
          <a:extLst>
            <a:ext uri="{FF2B5EF4-FFF2-40B4-BE49-F238E27FC236}">
              <a16:creationId xmlns:a16="http://schemas.microsoft.com/office/drawing/2014/main" id="{A7FBBBED-A95D-3F09-2FAF-8529FEA25BE9}"/>
            </a:ext>
          </a:extLst>
        </p:cNvPr>
        <p:cNvGrpSpPr/>
        <p:nvPr/>
      </p:nvGrpSpPr>
      <p:grpSpPr>
        <a:xfrm>
          <a:off x="0" y="0"/>
          <a:ext cx="0" cy="0"/>
          <a:chOff x="0" y="0"/>
          <a:chExt cx="0" cy="0"/>
        </a:xfrm>
      </p:grpSpPr>
      <p:grpSp>
        <p:nvGrpSpPr>
          <p:cNvPr id="4735" name="Google Shape;4735;p50">
            <a:extLst>
              <a:ext uri="{FF2B5EF4-FFF2-40B4-BE49-F238E27FC236}">
                <a16:creationId xmlns:a16="http://schemas.microsoft.com/office/drawing/2014/main" id="{6032FF10-FB74-95EC-1ADF-BD9C70BF403E}"/>
              </a:ext>
            </a:extLst>
          </p:cNvPr>
          <p:cNvGrpSpPr/>
          <p:nvPr/>
        </p:nvGrpSpPr>
        <p:grpSpPr>
          <a:xfrm>
            <a:off x="609600" y="560000"/>
            <a:ext cx="176800" cy="169463"/>
            <a:chOff x="676275" y="560000"/>
            <a:chExt cx="176800" cy="169463"/>
          </a:xfrm>
        </p:grpSpPr>
        <p:sp>
          <p:nvSpPr>
            <p:cNvPr id="4736" name="Google Shape;4736;p50">
              <a:extLst>
                <a:ext uri="{FF2B5EF4-FFF2-40B4-BE49-F238E27FC236}">
                  <a16:creationId xmlns:a16="http://schemas.microsoft.com/office/drawing/2014/main" id="{712F96CB-AABD-2248-FAD7-9F754852EB46}"/>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50">
              <a:extLst>
                <a:ext uri="{FF2B5EF4-FFF2-40B4-BE49-F238E27FC236}">
                  <a16:creationId xmlns:a16="http://schemas.microsoft.com/office/drawing/2014/main" id="{224D6217-055B-5E83-E2E6-4DB436A88B15}"/>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4253;p40">
            <a:extLst>
              <a:ext uri="{FF2B5EF4-FFF2-40B4-BE49-F238E27FC236}">
                <a16:creationId xmlns:a16="http://schemas.microsoft.com/office/drawing/2014/main" id="{2078179B-69E9-621B-5F5C-6CCE2608B1CB}"/>
              </a:ext>
            </a:extLst>
          </p:cNvPr>
          <p:cNvSpPr txBox="1">
            <a:spLocks/>
          </p:cNvSpPr>
          <p:nvPr/>
        </p:nvSpPr>
        <p:spPr>
          <a:xfrm>
            <a:off x="2232102" y="660513"/>
            <a:ext cx="326979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dirty="0"/>
              <a:t>TECNOLOGÍAS </a:t>
            </a:r>
            <a:endParaRPr lang="es-ES" dirty="0">
              <a:solidFill>
                <a:schemeClr val="dk1"/>
              </a:solidFill>
            </a:endParaRPr>
          </a:p>
        </p:txBody>
      </p:sp>
      <p:sp>
        <p:nvSpPr>
          <p:cNvPr id="5" name="Google Shape;4260;p40">
            <a:extLst>
              <a:ext uri="{FF2B5EF4-FFF2-40B4-BE49-F238E27FC236}">
                <a16:creationId xmlns:a16="http://schemas.microsoft.com/office/drawing/2014/main" id="{529766D7-0E96-4CDE-E9F7-04B9675FDC57}"/>
              </a:ext>
            </a:extLst>
          </p:cNvPr>
          <p:cNvSpPr/>
          <p:nvPr/>
        </p:nvSpPr>
        <p:spPr>
          <a:xfrm>
            <a:off x="2276452" y="1188238"/>
            <a:ext cx="2892233"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160;p38">
            <a:extLst>
              <a:ext uri="{FF2B5EF4-FFF2-40B4-BE49-F238E27FC236}">
                <a16:creationId xmlns:a16="http://schemas.microsoft.com/office/drawing/2014/main" id="{CF7EA0B2-773E-67FC-43EB-E31EFCC402F0}"/>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04</a:t>
            </a:r>
          </a:p>
        </p:txBody>
      </p:sp>
      <p:graphicFrame>
        <p:nvGraphicFramePr>
          <p:cNvPr id="7" name="Tabla 6">
            <a:extLst>
              <a:ext uri="{FF2B5EF4-FFF2-40B4-BE49-F238E27FC236}">
                <a16:creationId xmlns:a16="http://schemas.microsoft.com/office/drawing/2014/main" id="{891CA945-8E8D-F7EE-774F-5F5CE9018F4B}"/>
              </a:ext>
            </a:extLst>
          </p:cNvPr>
          <p:cNvGraphicFramePr>
            <a:graphicFrameLocks noGrp="1"/>
          </p:cNvGraphicFramePr>
          <p:nvPr>
            <p:extLst>
              <p:ext uri="{D42A27DB-BD31-4B8C-83A1-F6EECF244321}">
                <p14:modId xmlns:p14="http://schemas.microsoft.com/office/powerpoint/2010/main" val="707450576"/>
              </p:ext>
            </p:extLst>
          </p:nvPr>
        </p:nvGraphicFramePr>
        <p:xfrm>
          <a:off x="836908" y="2114941"/>
          <a:ext cx="7470184" cy="1854200"/>
        </p:xfrm>
        <a:graphic>
          <a:graphicData uri="http://schemas.openxmlformats.org/drawingml/2006/table">
            <a:tbl>
              <a:tblPr firstRow="1" bandRow="1">
                <a:tableStyleId>{14FB2BA2-E3CF-49A4-B36D-172515435B54}</a:tableStyleId>
              </a:tblPr>
              <a:tblGrid>
                <a:gridCol w="2448733">
                  <a:extLst>
                    <a:ext uri="{9D8B030D-6E8A-4147-A177-3AD203B41FA5}">
                      <a16:colId xmlns:a16="http://schemas.microsoft.com/office/drawing/2014/main" val="2659590935"/>
                    </a:ext>
                  </a:extLst>
                </a:gridCol>
                <a:gridCol w="5021451">
                  <a:extLst>
                    <a:ext uri="{9D8B030D-6E8A-4147-A177-3AD203B41FA5}">
                      <a16:colId xmlns:a16="http://schemas.microsoft.com/office/drawing/2014/main" val="3764437578"/>
                    </a:ext>
                  </a:extLst>
                </a:gridCol>
              </a:tblGrid>
              <a:tr h="370840">
                <a:tc>
                  <a:txBody>
                    <a:bodyPr/>
                    <a:lstStyle/>
                    <a:p>
                      <a:r>
                        <a:rPr lang="es-ES" b="0" dirty="0">
                          <a:solidFill>
                            <a:schemeClr val="tx1"/>
                          </a:solidFill>
                          <a:latin typeface="Chelsea Market" panose="020B0604020202020204" charset="0"/>
                        </a:rPr>
                        <a:t>Lenguajes del servidor</a:t>
                      </a:r>
                    </a:p>
                  </a:txBody>
                  <a:tcPr>
                    <a:lnL w="12700" cap="flat" cmpd="sng" algn="ctr">
                      <a:solidFill>
                        <a:schemeClr val="tx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tc>
                  <a:txBody>
                    <a:bodyPr/>
                    <a:lstStyle/>
                    <a:p>
                      <a:r>
                        <a:rPr lang="es-ES" dirty="0">
                          <a:solidFill>
                            <a:schemeClr val="accent1"/>
                          </a:solidFill>
                          <a:latin typeface="Chelsea Market" panose="020B0604020202020204" charset="0"/>
                        </a:rPr>
                        <a:t>Python y JavaScript</a:t>
                      </a:r>
                    </a:p>
                  </a:txBody>
                  <a:tcPr>
                    <a:lnL w="127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58147876"/>
                  </a:ext>
                </a:extLst>
              </a:tr>
              <a:tr h="370840">
                <a:tc>
                  <a:txBody>
                    <a:bodyPr/>
                    <a:lstStyle/>
                    <a:p>
                      <a:r>
                        <a:rPr lang="es-ES" b="0" dirty="0">
                          <a:solidFill>
                            <a:schemeClr val="tx1"/>
                          </a:solidFill>
                          <a:latin typeface="Chelsea Market" panose="020B0604020202020204" charset="0"/>
                        </a:rPr>
                        <a:t>Framework web</a:t>
                      </a:r>
                    </a:p>
                  </a:txBody>
                  <a:tcPr>
                    <a:lnL w="12700" cap="flat" cmpd="sng" algn="ctr">
                      <a:solidFill>
                        <a:schemeClr val="tx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tc>
                  <a:txBody>
                    <a:bodyPr/>
                    <a:lstStyle/>
                    <a:p>
                      <a:r>
                        <a:rPr lang="es-ES" dirty="0" err="1">
                          <a:solidFill>
                            <a:schemeClr val="accent1"/>
                          </a:solidFill>
                          <a:latin typeface="Chelsea Market" panose="020B0604020202020204" charset="0"/>
                        </a:rPr>
                        <a:t>FastAPI</a:t>
                      </a:r>
                      <a:r>
                        <a:rPr lang="es-ES" dirty="0">
                          <a:solidFill>
                            <a:schemeClr val="accent1"/>
                          </a:solidFill>
                          <a:latin typeface="Chelsea Market" panose="020B0604020202020204" charset="0"/>
                        </a:rPr>
                        <a:t> y </a:t>
                      </a:r>
                      <a:r>
                        <a:rPr lang="es-ES" dirty="0" err="1">
                          <a:solidFill>
                            <a:schemeClr val="accent1"/>
                          </a:solidFill>
                          <a:latin typeface="Chelsea Market" panose="020B0604020202020204" charset="0"/>
                        </a:rPr>
                        <a:t>Flask</a:t>
                      </a:r>
                      <a:r>
                        <a:rPr lang="es-ES" dirty="0">
                          <a:solidFill>
                            <a:schemeClr val="accent1"/>
                          </a:solidFill>
                          <a:latin typeface="Chelsea Market" panose="020B0604020202020204" charset="0"/>
                        </a:rPr>
                        <a:t> en Python y Express.js en Node.js</a:t>
                      </a:r>
                    </a:p>
                  </a:txBody>
                  <a:tcPr>
                    <a:lnL w="127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741713595"/>
                  </a:ext>
                </a:extLst>
              </a:tr>
              <a:tr h="370840">
                <a:tc>
                  <a:txBody>
                    <a:bodyPr/>
                    <a:lstStyle/>
                    <a:p>
                      <a:r>
                        <a:rPr lang="es-ES" b="0" dirty="0">
                          <a:solidFill>
                            <a:schemeClr val="tx1"/>
                          </a:solidFill>
                          <a:latin typeface="Chelsea Market" panose="020B0604020202020204" charset="0"/>
                        </a:rPr>
                        <a:t>Bases de Datos</a:t>
                      </a:r>
                    </a:p>
                  </a:txBody>
                  <a:tcPr>
                    <a:lnL w="12700" cap="flat" cmpd="sng" algn="ctr">
                      <a:solidFill>
                        <a:schemeClr val="tx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tc>
                  <a:txBody>
                    <a:bodyPr/>
                    <a:lstStyle/>
                    <a:p>
                      <a:r>
                        <a:rPr lang="es-ES" dirty="0">
                          <a:solidFill>
                            <a:schemeClr val="accent1"/>
                          </a:solidFill>
                          <a:latin typeface="Chelsea Market" panose="020B0604020202020204" charset="0"/>
                        </a:rPr>
                        <a:t>MySQL y Neo4J</a:t>
                      </a:r>
                    </a:p>
                  </a:txBody>
                  <a:tcPr>
                    <a:lnL w="127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86691354"/>
                  </a:ext>
                </a:extLst>
              </a:tr>
              <a:tr h="370840">
                <a:tc>
                  <a:txBody>
                    <a:bodyPr/>
                    <a:lstStyle/>
                    <a:p>
                      <a:r>
                        <a:rPr lang="es-ES" b="0" dirty="0">
                          <a:solidFill>
                            <a:schemeClr val="tx1"/>
                          </a:solidFill>
                          <a:latin typeface="Chelsea Market" panose="020B0604020202020204" charset="0"/>
                        </a:rPr>
                        <a:t>Interfaz de usuario (UI)</a:t>
                      </a:r>
                    </a:p>
                  </a:txBody>
                  <a:tcPr>
                    <a:lnL w="12700" cap="flat" cmpd="sng" algn="ctr">
                      <a:solidFill>
                        <a:schemeClr val="tx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tc>
                  <a:txBody>
                    <a:bodyPr/>
                    <a:lstStyle/>
                    <a:p>
                      <a:r>
                        <a:rPr lang="es-ES" dirty="0">
                          <a:solidFill>
                            <a:schemeClr val="accent1"/>
                          </a:solidFill>
                          <a:latin typeface="Chelsea Market" panose="020B0604020202020204" charset="0"/>
                        </a:rPr>
                        <a:t>HTML5, CSS y </a:t>
                      </a:r>
                      <a:r>
                        <a:rPr lang="es-ES" dirty="0" err="1">
                          <a:solidFill>
                            <a:schemeClr val="accent1"/>
                          </a:solidFill>
                          <a:latin typeface="Chelsea Market" panose="020B0604020202020204" charset="0"/>
                        </a:rPr>
                        <a:t>Javascript</a:t>
                      </a:r>
                      <a:endParaRPr lang="es-ES" dirty="0">
                        <a:solidFill>
                          <a:schemeClr val="accent1"/>
                        </a:solidFill>
                        <a:latin typeface="Chelsea Market" panose="020B0604020202020204" charset="0"/>
                      </a:endParaRPr>
                    </a:p>
                  </a:txBody>
                  <a:tcPr>
                    <a:lnL w="127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640947334"/>
                  </a:ext>
                </a:extLst>
              </a:tr>
              <a:tr h="370840">
                <a:tc>
                  <a:txBody>
                    <a:bodyPr/>
                    <a:lstStyle/>
                    <a:p>
                      <a:r>
                        <a:rPr lang="es-ES" b="0" dirty="0">
                          <a:solidFill>
                            <a:schemeClr val="tx1"/>
                          </a:solidFill>
                          <a:latin typeface="Chelsea Market" panose="020B0604020202020204" charset="0"/>
                        </a:rPr>
                        <a:t>Fuente de info oficial</a:t>
                      </a:r>
                    </a:p>
                  </a:txBody>
                  <a:tcPr>
                    <a:lnL w="12700" cap="flat" cmpd="sng" algn="ctr">
                      <a:solidFill>
                        <a:schemeClr val="tx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tc>
                  <a:txBody>
                    <a:bodyPr/>
                    <a:lstStyle/>
                    <a:p>
                      <a:r>
                        <a:rPr lang="es-ES" dirty="0">
                          <a:solidFill>
                            <a:schemeClr val="accent1"/>
                          </a:solidFill>
                          <a:latin typeface="Chelsea Market" panose="020B0604020202020204" charset="0"/>
                          <a:hlinkClick r:id="rId3">
                            <a:extLst>
                              <a:ext uri="{A12FA001-AC4F-418D-AE19-62706E023703}">
                                <ahyp:hlinkClr xmlns:ahyp="http://schemas.microsoft.com/office/drawing/2018/hyperlinkcolor" val="tx"/>
                              </a:ext>
                            </a:extLst>
                          </a:hlinkClick>
                        </a:rPr>
                        <a:t>https://coppermind.net/wiki/Coppermind:Welcome</a:t>
                      </a:r>
                      <a:endParaRPr lang="es-ES" dirty="0">
                        <a:solidFill>
                          <a:schemeClr val="accent1"/>
                        </a:solidFill>
                        <a:latin typeface="Chelsea Market" panose="020B0604020202020204" charset="0"/>
                      </a:endParaRPr>
                    </a:p>
                  </a:txBody>
                  <a:tcPr>
                    <a:lnL w="127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68931785"/>
                  </a:ext>
                </a:extLst>
              </a:tr>
            </a:tbl>
          </a:graphicData>
        </a:graphic>
      </p:graphicFrame>
    </p:spTree>
    <p:extLst>
      <p:ext uri="{BB962C8B-B14F-4D97-AF65-F5344CB8AC3E}">
        <p14:creationId xmlns:p14="http://schemas.microsoft.com/office/powerpoint/2010/main" val="2964133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97">
          <a:extLst>
            <a:ext uri="{FF2B5EF4-FFF2-40B4-BE49-F238E27FC236}">
              <a16:creationId xmlns:a16="http://schemas.microsoft.com/office/drawing/2014/main" id="{71E3C5C4-2474-A3E0-0CD0-780945C95F46}"/>
            </a:ext>
          </a:extLst>
        </p:cNvPr>
        <p:cNvGrpSpPr/>
        <p:nvPr/>
      </p:nvGrpSpPr>
      <p:grpSpPr>
        <a:xfrm>
          <a:off x="0" y="0"/>
          <a:ext cx="0" cy="0"/>
          <a:chOff x="0" y="0"/>
          <a:chExt cx="0" cy="0"/>
        </a:xfrm>
      </p:grpSpPr>
      <p:sp>
        <p:nvSpPr>
          <p:cNvPr id="4" name="Google Shape;4160;p38">
            <a:extLst>
              <a:ext uri="{FF2B5EF4-FFF2-40B4-BE49-F238E27FC236}">
                <a16:creationId xmlns:a16="http://schemas.microsoft.com/office/drawing/2014/main" id="{E1CCA419-271F-3F7E-14C3-015C131F7CEC}"/>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05</a:t>
            </a:r>
          </a:p>
        </p:txBody>
      </p:sp>
      <p:grpSp>
        <p:nvGrpSpPr>
          <p:cNvPr id="4301" name="Google Shape;4301;p41">
            <a:extLst>
              <a:ext uri="{FF2B5EF4-FFF2-40B4-BE49-F238E27FC236}">
                <a16:creationId xmlns:a16="http://schemas.microsoft.com/office/drawing/2014/main" id="{5A5CBC27-848F-946E-0654-95675E3A5510}"/>
              </a:ext>
            </a:extLst>
          </p:cNvPr>
          <p:cNvGrpSpPr/>
          <p:nvPr/>
        </p:nvGrpSpPr>
        <p:grpSpPr>
          <a:xfrm>
            <a:off x="539587" y="1622226"/>
            <a:ext cx="176800" cy="169463"/>
            <a:chOff x="676275" y="560000"/>
            <a:chExt cx="176800" cy="169463"/>
          </a:xfrm>
        </p:grpSpPr>
        <p:sp>
          <p:nvSpPr>
            <p:cNvPr id="4302" name="Google Shape;4302;p41">
              <a:extLst>
                <a:ext uri="{FF2B5EF4-FFF2-40B4-BE49-F238E27FC236}">
                  <a16:creationId xmlns:a16="http://schemas.microsoft.com/office/drawing/2014/main" id="{CE8894E7-3C4C-6B68-276B-EF07AA0F716B}"/>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1">
              <a:extLst>
                <a:ext uri="{FF2B5EF4-FFF2-40B4-BE49-F238E27FC236}">
                  <a16:creationId xmlns:a16="http://schemas.microsoft.com/office/drawing/2014/main" id="{CE48A460-2BCB-841F-C7B2-1E792A3693D3}"/>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04" name="Google Shape;4304;p41">
            <a:extLst>
              <a:ext uri="{FF2B5EF4-FFF2-40B4-BE49-F238E27FC236}">
                <a16:creationId xmlns:a16="http://schemas.microsoft.com/office/drawing/2014/main" id="{6DFF46A9-9F62-B610-3B2B-EDDE9853D7CA}"/>
              </a:ext>
            </a:extLst>
          </p:cNvPr>
          <p:cNvPicPr preferRelativeResize="0"/>
          <p:nvPr/>
        </p:nvPicPr>
        <p:blipFill rotWithShape="1">
          <a:blip r:embed="rId3">
            <a:alphaModFix/>
          </a:blip>
          <a:srcRect l="21631" t="8492" r="21637" b="8492"/>
          <a:stretch/>
        </p:blipFill>
        <p:spPr>
          <a:xfrm>
            <a:off x="5616375" y="1157450"/>
            <a:ext cx="2707200" cy="2828700"/>
          </a:xfrm>
          <a:prstGeom prst="ellipse">
            <a:avLst/>
          </a:prstGeom>
          <a:noFill/>
          <a:ln>
            <a:noFill/>
          </a:ln>
        </p:spPr>
      </p:pic>
      <p:sp>
        <p:nvSpPr>
          <p:cNvPr id="2" name="Google Shape;4253;p40">
            <a:extLst>
              <a:ext uri="{FF2B5EF4-FFF2-40B4-BE49-F238E27FC236}">
                <a16:creationId xmlns:a16="http://schemas.microsoft.com/office/drawing/2014/main" id="{30914542-933E-650B-E135-63112ECB646F}"/>
              </a:ext>
            </a:extLst>
          </p:cNvPr>
          <p:cNvSpPr txBox="1">
            <a:spLocks/>
          </p:cNvSpPr>
          <p:nvPr/>
        </p:nvSpPr>
        <p:spPr>
          <a:xfrm>
            <a:off x="2232101" y="660513"/>
            <a:ext cx="364950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dirty="0"/>
              <a:t>MODELO DE DATOS </a:t>
            </a:r>
            <a:endParaRPr lang="es-ES" dirty="0">
              <a:solidFill>
                <a:schemeClr val="dk1"/>
              </a:solidFill>
            </a:endParaRPr>
          </a:p>
        </p:txBody>
      </p:sp>
      <p:sp>
        <p:nvSpPr>
          <p:cNvPr id="3" name="Google Shape;4260;p40">
            <a:extLst>
              <a:ext uri="{FF2B5EF4-FFF2-40B4-BE49-F238E27FC236}">
                <a16:creationId xmlns:a16="http://schemas.microsoft.com/office/drawing/2014/main" id="{AC2AFDF4-A448-F467-9E2C-420230280E5B}"/>
              </a:ext>
            </a:extLst>
          </p:cNvPr>
          <p:cNvSpPr/>
          <p:nvPr/>
        </p:nvSpPr>
        <p:spPr>
          <a:xfrm>
            <a:off x="2276452" y="1188238"/>
            <a:ext cx="3543162"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Coppermind Objectives Return! - Site News - 17th Shard, the Official  Brandon Sanderson Fansite">
            <a:extLst>
              <a:ext uri="{FF2B5EF4-FFF2-40B4-BE49-F238E27FC236}">
                <a16:creationId xmlns:a16="http://schemas.microsoft.com/office/drawing/2014/main" id="{7FBA0CEB-E6A0-1378-05B6-6C122F0E4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1973" y="852519"/>
            <a:ext cx="1005580" cy="994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aladin stormblessed on Tumblr">
            <a:extLst>
              <a:ext uri="{FF2B5EF4-FFF2-40B4-BE49-F238E27FC236}">
                <a16:creationId xmlns:a16="http://schemas.microsoft.com/office/drawing/2014/main" id="{349DC5C7-BD83-FD27-6AFD-43541B57F6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219790">
            <a:off x="4981270" y="1950124"/>
            <a:ext cx="2023804" cy="1698737"/>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91010194-EFEC-7357-5780-337CB76E60E1}"/>
              </a:ext>
            </a:extLst>
          </p:cNvPr>
          <p:cNvPicPr>
            <a:picLocks noChangeAspect="1"/>
          </p:cNvPicPr>
          <p:nvPr/>
        </p:nvPicPr>
        <p:blipFill>
          <a:blip r:embed="rId6"/>
          <a:stretch>
            <a:fillRect/>
          </a:stretch>
        </p:blipFill>
        <p:spPr>
          <a:xfrm rot="1504651">
            <a:off x="7344572" y="1270283"/>
            <a:ext cx="1689315" cy="1689315"/>
          </a:xfrm>
          <a:prstGeom prst="rect">
            <a:avLst/>
          </a:prstGeom>
        </p:spPr>
      </p:pic>
      <p:pic>
        <p:nvPicPr>
          <p:cNvPr id="16" name="Imagen 15">
            <a:extLst>
              <a:ext uri="{FF2B5EF4-FFF2-40B4-BE49-F238E27FC236}">
                <a16:creationId xmlns:a16="http://schemas.microsoft.com/office/drawing/2014/main" id="{1A20D9BC-73ED-840D-6CE0-779D69BAF48B}"/>
              </a:ext>
            </a:extLst>
          </p:cNvPr>
          <p:cNvPicPr>
            <a:picLocks noChangeAspect="1"/>
          </p:cNvPicPr>
          <p:nvPr/>
        </p:nvPicPr>
        <p:blipFill>
          <a:blip r:embed="rId7"/>
          <a:stretch>
            <a:fillRect/>
          </a:stretch>
        </p:blipFill>
        <p:spPr>
          <a:xfrm>
            <a:off x="6553965" y="2708381"/>
            <a:ext cx="1842450" cy="1842450"/>
          </a:xfrm>
          <a:prstGeom prst="rect">
            <a:avLst/>
          </a:prstGeom>
        </p:spPr>
      </p:pic>
      <p:sp>
        <p:nvSpPr>
          <p:cNvPr id="17" name="Google Shape;4104;p34">
            <a:extLst>
              <a:ext uri="{FF2B5EF4-FFF2-40B4-BE49-F238E27FC236}">
                <a16:creationId xmlns:a16="http://schemas.microsoft.com/office/drawing/2014/main" id="{980BF2DA-202E-ACBF-715B-7EEE75157203}"/>
              </a:ext>
            </a:extLst>
          </p:cNvPr>
          <p:cNvSpPr txBox="1">
            <a:spLocks/>
          </p:cNvSpPr>
          <p:nvPr/>
        </p:nvSpPr>
        <p:spPr>
          <a:xfrm>
            <a:off x="627987" y="1901309"/>
            <a:ext cx="4663666" cy="29496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s-ES" dirty="0"/>
              <a:t>Esta aplicación se basa en el consumo de los datos contenidos en la </a:t>
            </a:r>
            <a:r>
              <a:rPr lang="es-ES" dirty="0" err="1"/>
              <a:t>Coppermind</a:t>
            </a:r>
            <a:r>
              <a:rPr lang="es-ES" dirty="0"/>
              <a:t>, wiki oficial del </a:t>
            </a:r>
            <a:r>
              <a:rPr lang="es-ES" dirty="0" err="1"/>
              <a:t>Cosmere</a:t>
            </a:r>
            <a:r>
              <a:rPr lang="es-ES" dirty="0"/>
              <a:t> y otros trabajos del autor Brandon Sanderson. Esta wiki lamentablemente no cuenta con una API pública, por tanto, la información necesaria será “</a:t>
            </a:r>
            <a:r>
              <a:rPr lang="es-ES" dirty="0" err="1"/>
              <a:t>scrapeada</a:t>
            </a:r>
            <a:r>
              <a:rPr lang="es-ES" dirty="0"/>
              <a:t>” de la web, procesada y almacenada en los respectivos sistemas de bases de datos. </a:t>
            </a:r>
          </a:p>
          <a:p>
            <a:pPr marL="0" indent="0"/>
            <a:endParaRPr lang="es-ES" dirty="0"/>
          </a:p>
          <a:p>
            <a:pPr marL="0" indent="0"/>
            <a:r>
              <a:rPr lang="es-ES" dirty="0"/>
              <a:t>Contar con los datos oficiales de la web del autor asegurará la veracidad de la información ofrecida por la aplicación y aportará a la calidad general del servicio ofrecido por la misma.</a:t>
            </a:r>
          </a:p>
        </p:txBody>
      </p:sp>
    </p:spTree>
    <p:extLst>
      <p:ext uri="{BB962C8B-B14F-4D97-AF65-F5344CB8AC3E}">
        <p14:creationId xmlns:p14="http://schemas.microsoft.com/office/powerpoint/2010/main" val="416385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97">
          <a:extLst>
            <a:ext uri="{FF2B5EF4-FFF2-40B4-BE49-F238E27FC236}">
              <a16:creationId xmlns:a16="http://schemas.microsoft.com/office/drawing/2014/main" id="{DC1A1D13-15DF-8DD5-91F0-6CFB5F4748DB}"/>
            </a:ext>
          </a:extLst>
        </p:cNvPr>
        <p:cNvGrpSpPr/>
        <p:nvPr/>
      </p:nvGrpSpPr>
      <p:grpSpPr>
        <a:xfrm>
          <a:off x="0" y="0"/>
          <a:ext cx="0" cy="0"/>
          <a:chOff x="0" y="0"/>
          <a:chExt cx="0" cy="0"/>
        </a:xfrm>
      </p:grpSpPr>
      <p:pic>
        <p:nvPicPr>
          <p:cNvPr id="5" name="Picture 2" descr="Cosmic marble. by longestdistance on DeviantArt">
            <a:extLst>
              <a:ext uri="{FF2B5EF4-FFF2-40B4-BE49-F238E27FC236}">
                <a16:creationId xmlns:a16="http://schemas.microsoft.com/office/drawing/2014/main" id="{551E1C2B-83B2-CF09-DD86-9089925B9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9180" y="1331897"/>
            <a:ext cx="2177461" cy="2305547"/>
          </a:xfrm>
          <a:prstGeom prst="rect">
            <a:avLst/>
          </a:prstGeom>
          <a:noFill/>
          <a:extLst>
            <a:ext uri="{909E8E84-426E-40DD-AFC4-6F175D3DCCD1}">
              <a14:hiddenFill xmlns:a14="http://schemas.microsoft.com/office/drawing/2010/main">
                <a:solidFill>
                  <a:srgbClr val="FFFFFF"/>
                </a:solidFill>
              </a14:hiddenFill>
            </a:ext>
          </a:extLst>
        </p:spPr>
      </p:pic>
      <p:grpSp>
        <p:nvGrpSpPr>
          <p:cNvPr id="4301" name="Google Shape;4301;p41">
            <a:extLst>
              <a:ext uri="{FF2B5EF4-FFF2-40B4-BE49-F238E27FC236}">
                <a16:creationId xmlns:a16="http://schemas.microsoft.com/office/drawing/2014/main" id="{F70F81D4-64DF-F258-33D2-24312E61A572}"/>
              </a:ext>
            </a:extLst>
          </p:cNvPr>
          <p:cNvGrpSpPr/>
          <p:nvPr/>
        </p:nvGrpSpPr>
        <p:grpSpPr>
          <a:xfrm>
            <a:off x="539587" y="1622226"/>
            <a:ext cx="176800" cy="169463"/>
            <a:chOff x="676275" y="560000"/>
            <a:chExt cx="176800" cy="169463"/>
          </a:xfrm>
        </p:grpSpPr>
        <p:sp>
          <p:nvSpPr>
            <p:cNvPr id="4302" name="Google Shape;4302;p41">
              <a:extLst>
                <a:ext uri="{FF2B5EF4-FFF2-40B4-BE49-F238E27FC236}">
                  <a16:creationId xmlns:a16="http://schemas.microsoft.com/office/drawing/2014/main" id="{4F6F619C-64FA-8446-5C5A-94116F42C8EF}"/>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1">
              <a:extLst>
                <a:ext uri="{FF2B5EF4-FFF2-40B4-BE49-F238E27FC236}">
                  <a16:creationId xmlns:a16="http://schemas.microsoft.com/office/drawing/2014/main" id="{15E999EC-26F4-9CFE-2B5E-EFCCCFAEBF70}"/>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4253;p40">
            <a:extLst>
              <a:ext uri="{FF2B5EF4-FFF2-40B4-BE49-F238E27FC236}">
                <a16:creationId xmlns:a16="http://schemas.microsoft.com/office/drawing/2014/main" id="{739433BC-0D0E-C63C-6F6A-1EFD0DE83F56}"/>
              </a:ext>
            </a:extLst>
          </p:cNvPr>
          <p:cNvSpPr txBox="1">
            <a:spLocks/>
          </p:cNvSpPr>
          <p:nvPr/>
        </p:nvSpPr>
        <p:spPr>
          <a:xfrm>
            <a:off x="2503320" y="65218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2400" dirty="0"/>
              <a:t>TABLAS Y DATOS</a:t>
            </a:r>
            <a:endParaRPr lang="es-ES" dirty="0">
              <a:solidFill>
                <a:schemeClr val="dk1"/>
              </a:solidFill>
            </a:endParaRPr>
          </a:p>
        </p:txBody>
      </p:sp>
      <p:sp>
        <p:nvSpPr>
          <p:cNvPr id="11" name="Google Shape;4160;p38">
            <a:extLst>
              <a:ext uri="{FF2B5EF4-FFF2-40B4-BE49-F238E27FC236}">
                <a16:creationId xmlns:a16="http://schemas.microsoft.com/office/drawing/2014/main" id="{2AC48959-AF54-F7DB-B035-5D1222D39AA5}"/>
              </a:ext>
            </a:extLst>
          </p:cNvPr>
          <p:cNvSpPr txBox="1">
            <a:spLocks/>
          </p:cNvSpPr>
          <p:nvPr/>
        </p:nvSpPr>
        <p:spPr>
          <a:xfrm>
            <a:off x="554351" y="560000"/>
            <a:ext cx="2002869" cy="1203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7200" dirty="0">
                <a:solidFill>
                  <a:schemeClr val="accent2"/>
                </a:solidFill>
                <a:latin typeface="Chelsea Market" panose="020B0604020202020204" charset="0"/>
              </a:rPr>
              <a:t>05.1</a:t>
            </a:r>
            <a:endParaRPr lang="en" sz="9600" dirty="0">
              <a:solidFill>
                <a:schemeClr val="accent2"/>
              </a:solidFill>
              <a:latin typeface="Chelsea Market" panose="020B0604020202020204" charset="0"/>
            </a:endParaRPr>
          </a:p>
        </p:txBody>
      </p:sp>
      <p:sp>
        <p:nvSpPr>
          <p:cNvPr id="12" name="Google Shape;4260;p40">
            <a:extLst>
              <a:ext uri="{FF2B5EF4-FFF2-40B4-BE49-F238E27FC236}">
                <a16:creationId xmlns:a16="http://schemas.microsoft.com/office/drawing/2014/main" id="{0FCE1226-F786-957E-71FE-AE9465E505D0}"/>
              </a:ext>
            </a:extLst>
          </p:cNvPr>
          <p:cNvSpPr/>
          <p:nvPr/>
        </p:nvSpPr>
        <p:spPr>
          <a:xfrm>
            <a:off x="2439181" y="1188238"/>
            <a:ext cx="2946477"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3" name="Tabla 12">
            <a:extLst>
              <a:ext uri="{FF2B5EF4-FFF2-40B4-BE49-F238E27FC236}">
                <a16:creationId xmlns:a16="http://schemas.microsoft.com/office/drawing/2014/main" id="{04774C1C-8A0B-91E4-C7C2-219DCAF08410}"/>
              </a:ext>
            </a:extLst>
          </p:cNvPr>
          <p:cNvGraphicFramePr>
            <a:graphicFrameLocks noGrp="1"/>
          </p:cNvGraphicFramePr>
          <p:nvPr>
            <p:extLst>
              <p:ext uri="{D42A27DB-BD31-4B8C-83A1-F6EECF244321}">
                <p14:modId xmlns:p14="http://schemas.microsoft.com/office/powerpoint/2010/main" val="3165241533"/>
              </p:ext>
            </p:extLst>
          </p:nvPr>
        </p:nvGraphicFramePr>
        <p:xfrm>
          <a:off x="871904" y="1746601"/>
          <a:ext cx="1394848" cy="2966720"/>
        </p:xfrm>
        <a:graphic>
          <a:graphicData uri="http://schemas.openxmlformats.org/drawingml/2006/table">
            <a:tbl>
              <a:tblPr firstRow="1" bandRow="1">
                <a:tableStyleId>{14FB2BA2-E3CF-49A4-B36D-172515435B54}</a:tableStyleId>
              </a:tblPr>
              <a:tblGrid>
                <a:gridCol w="1394848">
                  <a:extLst>
                    <a:ext uri="{9D8B030D-6E8A-4147-A177-3AD203B41FA5}">
                      <a16:colId xmlns:a16="http://schemas.microsoft.com/office/drawing/2014/main" val="2659590935"/>
                    </a:ext>
                  </a:extLst>
                </a:gridCol>
              </a:tblGrid>
              <a:tr h="370840">
                <a:tc>
                  <a:txBody>
                    <a:bodyPr/>
                    <a:lstStyle/>
                    <a:p>
                      <a:r>
                        <a:rPr lang="es-ES" b="0" dirty="0">
                          <a:solidFill>
                            <a:schemeClr val="tx1"/>
                          </a:solidFill>
                          <a:latin typeface="Chelsea Market" panose="020B0604020202020204" charset="0"/>
                        </a:rPr>
                        <a:t>Personaje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extLst>
                  <a:ext uri="{0D108BD9-81ED-4DB2-BD59-A6C34878D82A}">
                    <a16:rowId xmlns:a16="http://schemas.microsoft.com/office/drawing/2014/main" val="3925873133"/>
                  </a:ext>
                </a:extLst>
              </a:tr>
              <a:tr h="370840">
                <a:tc>
                  <a:txBody>
                    <a:bodyPr/>
                    <a:lstStyle/>
                    <a:p>
                      <a:r>
                        <a:rPr lang="es-ES" b="0" dirty="0">
                          <a:solidFill>
                            <a:schemeClr val="tx1"/>
                          </a:solidFill>
                          <a:latin typeface="Chelsea Market" panose="020B0604020202020204" charset="0"/>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58147876"/>
                  </a:ext>
                </a:extLst>
              </a:tr>
              <a:tr h="370840">
                <a:tc>
                  <a:txBody>
                    <a:bodyPr/>
                    <a:lstStyle/>
                    <a:p>
                      <a:r>
                        <a:rPr lang="es-ES" b="0" dirty="0">
                          <a:solidFill>
                            <a:schemeClr val="tx1"/>
                          </a:solidFill>
                          <a:latin typeface="Chelsea Market" panose="020B0604020202020204"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41713595"/>
                  </a:ext>
                </a:extLst>
              </a:tr>
              <a:tr h="370840">
                <a:tc>
                  <a:txBody>
                    <a:bodyPr/>
                    <a:lstStyle/>
                    <a:p>
                      <a:r>
                        <a:rPr lang="es-ES" b="0" dirty="0">
                          <a:solidFill>
                            <a:schemeClr val="tx1"/>
                          </a:solidFill>
                          <a:latin typeface="Chelsea Market" panose="020B0604020202020204" charset="0"/>
                        </a:rPr>
                        <a:t>Planeta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94097500"/>
                  </a:ext>
                </a:extLst>
              </a:tr>
              <a:tr h="370840">
                <a:tc>
                  <a:txBody>
                    <a:bodyPr/>
                    <a:lstStyle/>
                    <a:p>
                      <a:r>
                        <a:rPr lang="es-ES" b="0" dirty="0">
                          <a:solidFill>
                            <a:schemeClr val="tx1"/>
                          </a:solidFill>
                          <a:latin typeface="Chelsea Market" panose="020B0604020202020204" charset="0"/>
                        </a:rPr>
                        <a:t>Descripción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086691354"/>
                  </a:ext>
                </a:extLst>
              </a:tr>
              <a:tr h="370840">
                <a:tc>
                  <a:txBody>
                    <a:bodyPr/>
                    <a:lstStyle/>
                    <a:p>
                      <a:r>
                        <a:rPr lang="es-ES" b="0" dirty="0">
                          <a:solidFill>
                            <a:schemeClr val="tx1"/>
                          </a:solidFill>
                          <a:latin typeface="Chelsea Market" panose="020B0604020202020204" charset="0"/>
                        </a:rPr>
                        <a:t>Personalidad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640947334"/>
                  </a:ext>
                </a:extLst>
              </a:tr>
              <a:tr h="370840">
                <a:tc>
                  <a:txBody>
                    <a:bodyPr/>
                    <a:lstStyle/>
                    <a:p>
                      <a:r>
                        <a:rPr lang="es-ES" b="0" dirty="0">
                          <a:solidFill>
                            <a:schemeClr val="tx1"/>
                          </a:solidFill>
                          <a:latin typeface="Chelsea Market" panose="020B0604020202020204" charset="0"/>
                        </a:rPr>
                        <a:t>Habilidad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663474134"/>
                  </a:ext>
                </a:extLst>
              </a:tr>
              <a:tr h="370840">
                <a:tc>
                  <a:txBody>
                    <a:bodyPr/>
                    <a:lstStyle/>
                    <a:p>
                      <a:r>
                        <a:rPr lang="es-ES" b="0" dirty="0" err="1">
                          <a:solidFill>
                            <a:schemeClr val="tx1"/>
                          </a:solidFill>
                          <a:latin typeface="Chelsea Market" panose="020B0604020202020204" charset="0"/>
                        </a:rPr>
                        <a:t>Quote</a:t>
                      </a:r>
                      <a:endParaRPr lang="es-ES" b="0" dirty="0">
                        <a:solidFill>
                          <a:schemeClr val="tx1"/>
                        </a:solidFill>
                        <a:latin typeface="Chelsea Market"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8931785"/>
                  </a:ext>
                </a:extLst>
              </a:tr>
            </a:tbl>
          </a:graphicData>
        </a:graphic>
      </p:graphicFrame>
      <p:graphicFrame>
        <p:nvGraphicFramePr>
          <p:cNvPr id="15" name="Tabla 14">
            <a:extLst>
              <a:ext uri="{FF2B5EF4-FFF2-40B4-BE49-F238E27FC236}">
                <a16:creationId xmlns:a16="http://schemas.microsoft.com/office/drawing/2014/main" id="{EF155D91-F154-51DA-F449-CD73DF6FD6D3}"/>
              </a:ext>
            </a:extLst>
          </p:cNvPr>
          <p:cNvGraphicFramePr>
            <a:graphicFrameLocks noGrp="1"/>
          </p:cNvGraphicFramePr>
          <p:nvPr>
            <p:extLst>
              <p:ext uri="{D42A27DB-BD31-4B8C-83A1-F6EECF244321}">
                <p14:modId xmlns:p14="http://schemas.microsoft.com/office/powerpoint/2010/main" val="871415692"/>
              </p:ext>
            </p:extLst>
          </p:nvPr>
        </p:nvGraphicFramePr>
        <p:xfrm>
          <a:off x="2439181" y="1746601"/>
          <a:ext cx="1658319" cy="1854200"/>
        </p:xfrm>
        <a:graphic>
          <a:graphicData uri="http://schemas.openxmlformats.org/drawingml/2006/table">
            <a:tbl>
              <a:tblPr firstRow="1" bandRow="1">
                <a:tableStyleId>{14FB2BA2-E3CF-49A4-B36D-172515435B54}</a:tableStyleId>
              </a:tblPr>
              <a:tblGrid>
                <a:gridCol w="1658319">
                  <a:extLst>
                    <a:ext uri="{9D8B030D-6E8A-4147-A177-3AD203B41FA5}">
                      <a16:colId xmlns:a16="http://schemas.microsoft.com/office/drawing/2014/main" val="2659590935"/>
                    </a:ext>
                  </a:extLst>
                </a:gridCol>
              </a:tblGrid>
              <a:tr h="370840">
                <a:tc>
                  <a:txBody>
                    <a:bodyPr/>
                    <a:lstStyle/>
                    <a:p>
                      <a:r>
                        <a:rPr lang="es-ES" b="0" dirty="0">
                          <a:solidFill>
                            <a:schemeClr val="tx1"/>
                          </a:solidFill>
                          <a:latin typeface="Chelsea Market" panose="020B0604020202020204" charset="0"/>
                        </a:rPr>
                        <a:t>Usuario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solidFill>
                  </a:tcPr>
                </a:tc>
                <a:extLst>
                  <a:ext uri="{0D108BD9-81ED-4DB2-BD59-A6C34878D82A}">
                    <a16:rowId xmlns:a16="http://schemas.microsoft.com/office/drawing/2014/main" val="3925873133"/>
                  </a:ext>
                </a:extLst>
              </a:tr>
              <a:tr h="370840">
                <a:tc>
                  <a:txBody>
                    <a:bodyPr/>
                    <a:lstStyle/>
                    <a:p>
                      <a:r>
                        <a:rPr lang="es-ES" b="0" dirty="0">
                          <a:solidFill>
                            <a:schemeClr val="tx1"/>
                          </a:solidFill>
                          <a:latin typeface="Chelsea Market" panose="020B0604020202020204" charset="0"/>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58147876"/>
                  </a:ext>
                </a:extLst>
              </a:tr>
              <a:tr h="370840">
                <a:tc>
                  <a:txBody>
                    <a:bodyPr/>
                    <a:lstStyle/>
                    <a:p>
                      <a:r>
                        <a:rPr lang="es-ES" b="0" dirty="0">
                          <a:solidFill>
                            <a:schemeClr val="tx1"/>
                          </a:solidFill>
                          <a:latin typeface="Chelsea Market" panose="020B0604020202020204"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741713595"/>
                  </a:ext>
                </a:extLst>
              </a:tr>
              <a:tr h="370840">
                <a:tc>
                  <a:txBody>
                    <a:bodyPr/>
                    <a:lstStyle/>
                    <a:p>
                      <a:r>
                        <a:rPr lang="es-ES" b="0" dirty="0">
                          <a:solidFill>
                            <a:schemeClr val="tx1"/>
                          </a:solidFill>
                          <a:latin typeface="Chelsea Market" panose="020B0604020202020204" charset="0"/>
                        </a:rPr>
                        <a:t>Contraseña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25459973"/>
                  </a:ext>
                </a:extLst>
              </a:tr>
              <a:tr h="370840">
                <a:tc>
                  <a:txBody>
                    <a:bodyPr/>
                    <a:lstStyle/>
                    <a:p>
                      <a:r>
                        <a:rPr lang="es-ES" b="0" dirty="0">
                          <a:solidFill>
                            <a:schemeClr val="tx1"/>
                          </a:solidFill>
                          <a:latin typeface="Chelsea Market" panose="020B0604020202020204" charset="0"/>
                        </a:rPr>
                        <a:t>Es </a:t>
                      </a:r>
                      <a:r>
                        <a:rPr lang="es-ES" b="0" dirty="0" err="1">
                          <a:solidFill>
                            <a:schemeClr val="tx1"/>
                          </a:solidFill>
                          <a:latin typeface="Chelsea Market" panose="020B0604020202020204" charset="0"/>
                        </a:rPr>
                        <a:t>completista</a:t>
                      </a:r>
                      <a:endParaRPr lang="es-ES" b="0" dirty="0">
                        <a:solidFill>
                          <a:schemeClr val="tx1"/>
                        </a:solidFill>
                        <a:latin typeface="Chelsea Market"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086691354"/>
                  </a:ext>
                </a:extLst>
              </a:tr>
            </a:tbl>
          </a:graphicData>
        </a:graphic>
      </p:graphicFrame>
      <p:cxnSp>
        <p:nvCxnSpPr>
          <p:cNvPr id="19" name="Conector: angular 18">
            <a:extLst>
              <a:ext uri="{FF2B5EF4-FFF2-40B4-BE49-F238E27FC236}">
                <a16:creationId xmlns:a16="http://schemas.microsoft.com/office/drawing/2014/main" id="{8ECEBC5A-DDFA-E249-0986-CD7C027B5FA1}"/>
              </a:ext>
            </a:extLst>
          </p:cNvPr>
          <p:cNvCxnSpPr>
            <a:cxnSpLocks/>
          </p:cNvCxnSpPr>
          <p:nvPr/>
        </p:nvCxnSpPr>
        <p:spPr>
          <a:xfrm flipV="1">
            <a:off x="2266752" y="3600801"/>
            <a:ext cx="1433391" cy="604287"/>
          </a:xfrm>
          <a:prstGeom prst="bentConnector3">
            <a:avLst>
              <a:gd name="adj1" fmla="val 100277"/>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0B017726-CD2B-26C0-9162-680FC4ACEF38}"/>
              </a:ext>
            </a:extLst>
          </p:cNvPr>
          <p:cNvSpPr txBox="1"/>
          <p:nvPr/>
        </p:nvSpPr>
        <p:spPr>
          <a:xfrm>
            <a:off x="2406980" y="3761093"/>
            <a:ext cx="1276311" cy="307777"/>
          </a:xfrm>
          <a:prstGeom prst="rect">
            <a:avLst/>
          </a:prstGeom>
          <a:noFill/>
        </p:spPr>
        <p:txBody>
          <a:bodyPr wrap="none" rtlCol="0">
            <a:spAutoFit/>
          </a:bodyPr>
          <a:lstStyle/>
          <a:p>
            <a:r>
              <a:rPr lang="es-ES" dirty="0">
                <a:latin typeface="Chelsea Market" panose="020B0604020202020204" charset="0"/>
              </a:rPr>
              <a:t>Se Conocen</a:t>
            </a:r>
          </a:p>
        </p:txBody>
      </p:sp>
      <p:cxnSp>
        <p:nvCxnSpPr>
          <p:cNvPr id="24" name="Conector recto 23">
            <a:extLst>
              <a:ext uri="{FF2B5EF4-FFF2-40B4-BE49-F238E27FC236}">
                <a16:creationId xmlns:a16="http://schemas.microsoft.com/office/drawing/2014/main" id="{94A5E904-EADA-6279-0971-833384FF7126}"/>
              </a:ext>
            </a:extLst>
          </p:cNvPr>
          <p:cNvCxnSpPr>
            <a:cxnSpLocks/>
          </p:cNvCxnSpPr>
          <p:nvPr/>
        </p:nvCxnSpPr>
        <p:spPr>
          <a:xfrm>
            <a:off x="4353201" y="1722739"/>
            <a:ext cx="0" cy="299058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7" name="Elipse 26">
            <a:extLst>
              <a:ext uri="{FF2B5EF4-FFF2-40B4-BE49-F238E27FC236}">
                <a16:creationId xmlns:a16="http://schemas.microsoft.com/office/drawing/2014/main" id="{5D395638-D4DC-D176-6A9B-43B991C830F0}"/>
              </a:ext>
            </a:extLst>
          </p:cNvPr>
          <p:cNvSpPr/>
          <p:nvPr/>
        </p:nvSpPr>
        <p:spPr>
          <a:xfrm>
            <a:off x="5360330" y="1862195"/>
            <a:ext cx="1256689" cy="1256689"/>
          </a:xfrm>
          <a:prstGeom prst="ellipse">
            <a:avLst/>
          </a:prstGeom>
          <a:solidFill>
            <a:srgbClr val="FDBC5D"/>
          </a:solidFill>
          <a:ln>
            <a:solidFill>
              <a:srgbClr val="C46B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rgbClr val="FFFFFF"/>
                </a:solidFill>
                <a:latin typeface="Chelsea Market" panose="020B0604020202020204" charset="0"/>
              </a:rPr>
              <a:t>Planeta</a:t>
            </a:r>
          </a:p>
        </p:txBody>
      </p:sp>
      <p:sp>
        <p:nvSpPr>
          <p:cNvPr id="28" name="Elipse 27">
            <a:extLst>
              <a:ext uri="{FF2B5EF4-FFF2-40B4-BE49-F238E27FC236}">
                <a16:creationId xmlns:a16="http://schemas.microsoft.com/office/drawing/2014/main" id="{70963E14-6221-AEF5-037F-0EB33ECDF551}"/>
              </a:ext>
            </a:extLst>
          </p:cNvPr>
          <p:cNvSpPr/>
          <p:nvPr/>
        </p:nvSpPr>
        <p:spPr>
          <a:xfrm>
            <a:off x="4526413" y="3556637"/>
            <a:ext cx="1266582" cy="1266582"/>
          </a:xfrm>
          <a:prstGeom prst="ellipse">
            <a:avLst/>
          </a:prstGeom>
          <a:solidFill>
            <a:schemeClr val="accent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solidFill>
                  <a:srgbClr val="FFFFFF"/>
                </a:solidFill>
                <a:latin typeface="Chelsea Market" panose="020B0604020202020204" charset="0"/>
              </a:rPr>
              <a:t>Personaje</a:t>
            </a:r>
            <a:endParaRPr lang="es-ES" dirty="0">
              <a:solidFill>
                <a:srgbClr val="FFFFFF"/>
              </a:solidFill>
              <a:latin typeface="Chelsea Market" panose="020B0604020202020204" charset="0"/>
            </a:endParaRPr>
          </a:p>
        </p:txBody>
      </p:sp>
      <p:sp>
        <p:nvSpPr>
          <p:cNvPr id="31" name="CuadroTexto 30">
            <a:extLst>
              <a:ext uri="{FF2B5EF4-FFF2-40B4-BE49-F238E27FC236}">
                <a16:creationId xmlns:a16="http://schemas.microsoft.com/office/drawing/2014/main" id="{4A92ECA8-AFE2-107F-FBF5-0814C0527056}"/>
              </a:ext>
            </a:extLst>
          </p:cNvPr>
          <p:cNvSpPr txBox="1"/>
          <p:nvPr/>
        </p:nvSpPr>
        <p:spPr>
          <a:xfrm>
            <a:off x="4716198" y="3116005"/>
            <a:ext cx="561372" cy="307777"/>
          </a:xfrm>
          <a:prstGeom prst="rect">
            <a:avLst/>
          </a:prstGeom>
          <a:noFill/>
        </p:spPr>
        <p:txBody>
          <a:bodyPr wrap="none" rtlCol="0">
            <a:spAutoFit/>
          </a:bodyPr>
          <a:lstStyle/>
          <a:p>
            <a:r>
              <a:rPr lang="es-ES" dirty="0">
                <a:latin typeface="Chelsea Market" panose="020B0604020202020204" charset="0"/>
              </a:rPr>
              <a:t>Vive</a:t>
            </a:r>
          </a:p>
        </p:txBody>
      </p:sp>
      <p:sp>
        <p:nvSpPr>
          <p:cNvPr id="32" name="Elipse 31">
            <a:extLst>
              <a:ext uri="{FF2B5EF4-FFF2-40B4-BE49-F238E27FC236}">
                <a16:creationId xmlns:a16="http://schemas.microsoft.com/office/drawing/2014/main" id="{B574D0A8-58CB-A0E1-1E4A-76AC01EB5776}"/>
              </a:ext>
            </a:extLst>
          </p:cNvPr>
          <p:cNvSpPr/>
          <p:nvPr/>
        </p:nvSpPr>
        <p:spPr>
          <a:xfrm>
            <a:off x="6184355" y="3556637"/>
            <a:ext cx="1266582" cy="1266582"/>
          </a:xfrm>
          <a:prstGeom prst="ellipse">
            <a:avLst/>
          </a:prstGeom>
          <a:solidFill>
            <a:schemeClr val="accent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solidFill>
                  <a:srgbClr val="FFFFFF"/>
                </a:solidFill>
                <a:latin typeface="Chelsea Market" panose="020B0604020202020204" charset="0"/>
              </a:rPr>
              <a:t>Personaje</a:t>
            </a:r>
            <a:endParaRPr lang="es-ES" dirty="0">
              <a:solidFill>
                <a:srgbClr val="FFFFFF"/>
              </a:solidFill>
              <a:latin typeface="Chelsea Market" panose="020B0604020202020204" charset="0"/>
            </a:endParaRPr>
          </a:p>
        </p:txBody>
      </p:sp>
      <p:sp>
        <p:nvSpPr>
          <p:cNvPr id="38" name="CuadroTexto 37">
            <a:extLst>
              <a:ext uri="{FF2B5EF4-FFF2-40B4-BE49-F238E27FC236}">
                <a16:creationId xmlns:a16="http://schemas.microsoft.com/office/drawing/2014/main" id="{27BB6823-7D08-2929-ED4B-9FC8A12BDC77}"/>
              </a:ext>
            </a:extLst>
          </p:cNvPr>
          <p:cNvSpPr txBox="1"/>
          <p:nvPr/>
        </p:nvSpPr>
        <p:spPr>
          <a:xfrm>
            <a:off x="5961349" y="3116004"/>
            <a:ext cx="663964" cy="307777"/>
          </a:xfrm>
          <a:prstGeom prst="rect">
            <a:avLst/>
          </a:prstGeom>
          <a:noFill/>
        </p:spPr>
        <p:txBody>
          <a:bodyPr wrap="none" rtlCol="0">
            <a:spAutoFit/>
          </a:bodyPr>
          <a:lstStyle/>
          <a:p>
            <a:r>
              <a:rPr lang="es-ES" dirty="0">
                <a:latin typeface="Chelsea Market" panose="020B0604020202020204" charset="0"/>
              </a:rPr>
              <a:t>Visita</a:t>
            </a:r>
          </a:p>
        </p:txBody>
      </p:sp>
      <p:sp>
        <p:nvSpPr>
          <p:cNvPr id="42" name="CuadroTexto 41">
            <a:extLst>
              <a:ext uri="{FF2B5EF4-FFF2-40B4-BE49-F238E27FC236}">
                <a16:creationId xmlns:a16="http://schemas.microsoft.com/office/drawing/2014/main" id="{84FD0565-3B24-5528-C56F-B3C7AC5D03EB}"/>
              </a:ext>
            </a:extLst>
          </p:cNvPr>
          <p:cNvSpPr txBox="1"/>
          <p:nvPr/>
        </p:nvSpPr>
        <p:spPr>
          <a:xfrm>
            <a:off x="5577348" y="4530602"/>
            <a:ext cx="881973" cy="307777"/>
          </a:xfrm>
          <a:prstGeom prst="rect">
            <a:avLst/>
          </a:prstGeom>
          <a:noFill/>
        </p:spPr>
        <p:txBody>
          <a:bodyPr wrap="none" rtlCol="0">
            <a:spAutoFit/>
          </a:bodyPr>
          <a:lstStyle/>
          <a:p>
            <a:r>
              <a:rPr lang="es-ES" dirty="0">
                <a:latin typeface="Chelsea Market" panose="020B0604020202020204" charset="0"/>
              </a:rPr>
              <a:t>Conoce</a:t>
            </a:r>
          </a:p>
        </p:txBody>
      </p:sp>
      <p:cxnSp>
        <p:nvCxnSpPr>
          <p:cNvPr id="44" name="Conector recto de flecha 43">
            <a:extLst>
              <a:ext uri="{FF2B5EF4-FFF2-40B4-BE49-F238E27FC236}">
                <a16:creationId xmlns:a16="http://schemas.microsoft.com/office/drawing/2014/main" id="{5682756F-14F7-E9B2-6B36-CE8EEE5715DC}"/>
              </a:ext>
            </a:extLst>
          </p:cNvPr>
          <p:cNvCxnSpPr>
            <a:cxnSpLocks/>
            <a:stCxn id="28" idx="0"/>
            <a:endCxn id="27" idx="3"/>
          </p:cNvCxnSpPr>
          <p:nvPr/>
        </p:nvCxnSpPr>
        <p:spPr>
          <a:xfrm flipV="1">
            <a:off x="5159704" y="2934846"/>
            <a:ext cx="384664" cy="62179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2C44AB7-3E38-963F-3703-7EF767A769CB}"/>
              </a:ext>
            </a:extLst>
          </p:cNvPr>
          <p:cNvCxnSpPr>
            <a:cxnSpLocks/>
            <a:stCxn id="32" idx="0"/>
            <a:endCxn id="27" idx="5"/>
          </p:cNvCxnSpPr>
          <p:nvPr/>
        </p:nvCxnSpPr>
        <p:spPr>
          <a:xfrm flipH="1" flipV="1">
            <a:off x="6432981" y="2934846"/>
            <a:ext cx="384665" cy="62179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33E6B804-199D-F077-5263-3896BA25F122}"/>
              </a:ext>
            </a:extLst>
          </p:cNvPr>
          <p:cNvCxnSpPr>
            <a:stCxn id="28" idx="6"/>
            <a:endCxn id="32" idx="2"/>
          </p:cNvCxnSpPr>
          <p:nvPr/>
        </p:nvCxnSpPr>
        <p:spPr>
          <a:xfrm>
            <a:off x="5792995" y="4189928"/>
            <a:ext cx="39136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51" name="Imagen 50">
            <a:extLst>
              <a:ext uri="{FF2B5EF4-FFF2-40B4-BE49-F238E27FC236}">
                <a16:creationId xmlns:a16="http://schemas.microsoft.com/office/drawing/2014/main" id="{4971F334-F4BF-877E-EC7A-C740BE6E1A67}"/>
              </a:ext>
            </a:extLst>
          </p:cNvPr>
          <p:cNvPicPr>
            <a:picLocks noChangeAspect="1"/>
          </p:cNvPicPr>
          <p:nvPr/>
        </p:nvPicPr>
        <p:blipFill>
          <a:blip r:embed="rId4"/>
          <a:stretch>
            <a:fillRect/>
          </a:stretch>
        </p:blipFill>
        <p:spPr>
          <a:xfrm>
            <a:off x="3343012" y="4109150"/>
            <a:ext cx="841848" cy="631386"/>
          </a:xfrm>
          <a:prstGeom prst="rect">
            <a:avLst/>
          </a:prstGeom>
        </p:spPr>
      </p:pic>
      <p:pic>
        <p:nvPicPr>
          <p:cNvPr id="52" name="Picture 6" descr="Neo4j - Wikipedia, la enciclopedia libre">
            <a:extLst>
              <a:ext uri="{FF2B5EF4-FFF2-40B4-BE49-F238E27FC236}">
                <a16:creationId xmlns:a16="http://schemas.microsoft.com/office/drawing/2014/main" id="{A619D412-0488-0211-25F7-A740C0BF97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868" y="1700231"/>
            <a:ext cx="819976" cy="307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848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p:cNvGrpSpPr/>
        <p:nvPr/>
      </p:nvGrpSpPr>
      <p:grpSpPr>
        <a:xfrm>
          <a:off x="0" y="0"/>
          <a:ext cx="0" cy="0"/>
          <a:chOff x="0" y="0"/>
          <a:chExt cx="0" cy="0"/>
        </a:xfrm>
      </p:grpSpPr>
      <p:sp>
        <p:nvSpPr>
          <p:cNvPr id="4" name="Google Shape;4253;p40">
            <a:extLst>
              <a:ext uri="{FF2B5EF4-FFF2-40B4-BE49-F238E27FC236}">
                <a16:creationId xmlns:a16="http://schemas.microsoft.com/office/drawing/2014/main" id="{18FAF7C4-FE43-8D93-3724-7B6C0E3047AB}"/>
              </a:ext>
            </a:extLst>
          </p:cNvPr>
          <p:cNvSpPr txBox="1">
            <a:spLocks/>
          </p:cNvSpPr>
          <p:nvPr/>
        </p:nvSpPr>
        <p:spPr>
          <a:xfrm>
            <a:off x="6230663" y="2789470"/>
            <a:ext cx="185170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sz="3600" dirty="0">
                <a:solidFill>
                  <a:srgbClr val="FFFFFF"/>
                </a:solidFill>
              </a:rPr>
              <a:t>SKETCH</a:t>
            </a:r>
          </a:p>
        </p:txBody>
      </p:sp>
      <p:sp>
        <p:nvSpPr>
          <p:cNvPr id="5" name="Google Shape;4260;p40">
            <a:extLst>
              <a:ext uri="{FF2B5EF4-FFF2-40B4-BE49-F238E27FC236}">
                <a16:creationId xmlns:a16="http://schemas.microsoft.com/office/drawing/2014/main" id="{D2556601-11D2-4E46-668A-08CFFAF814CF}"/>
              </a:ext>
            </a:extLst>
          </p:cNvPr>
          <p:cNvSpPr/>
          <p:nvPr/>
        </p:nvSpPr>
        <p:spPr>
          <a:xfrm>
            <a:off x="6065787" y="3440438"/>
            <a:ext cx="2179312"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FFFFFF"/>
              </a:solidFill>
            </a:endParaRPr>
          </a:p>
        </p:txBody>
      </p:sp>
      <p:sp>
        <p:nvSpPr>
          <p:cNvPr id="6" name="Google Shape;4160;p38">
            <a:extLst>
              <a:ext uri="{FF2B5EF4-FFF2-40B4-BE49-F238E27FC236}">
                <a16:creationId xmlns:a16="http://schemas.microsoft.com/office/drawing/2014/main" id="{14DDECD9-A9C7-F6F8-9F5E-71AC2635ACCD}"/>
              </a:ext>
            </a:extLst>
          </p:cNvPr>
          <p:cNvSpPr txBox="1">
            <a:spLocks/>
          </p:cNvSpPr>
          <p:nvPr/>
        </p:nvSpPr>
        <p:spPr>
          <a:xfrm>
            <a:off x="5990094" y="1310480"/>
            <a:ext cx="2308903"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13800" dirty="0">
                <a:solidFill>
                  <a:srgbClr val="FFFFFF"/>
                </a:solidFill>
                <a:latin typeface="Chelsea Market" panose="020B0604020202020204" charset="0"/>
              </a:rPr>
              <a:t>06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D674065E-F2C2-330F-1511-4888C269D89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0C83CB7-8679-0F1E-B99C-4D9B1A6E32B1}"/>
              </a:ext>
            </a:extLst>
          </p:cNvPr>
          <p:cNvPicPr>
            <a:picLocks noChangeAspect="1"/>
          </p:cNvPicPr>
          <p:nvPr/>
        </p:nvPicPr>
        <p:blipFill>
          <a:blip r:embed="rId4"/>
          <a:stretch>
            <a:fillRect/>
          </a:stretch>
        </p:blipFill>
        <p:spPr>
          <a:xfrm>
            <a:off x="1307205" y="734118"/>
            <a:ext cx="6529590" cy="36752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0197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4D20A6D6-82F7-7FEE-48E9-2C7D2DCE537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1EEEC92-B30E-F630-F690-4BDDB52BA0A1}"/>
              </a:ext>
            </a:extLst>
          </p:cNvPr>
          <p:cNvPicPr>
            <a:picLocks noChangeAspect="1"/>
          </p:cNvPicPr>
          <p:nvPr/>
        </p:nvPicPr>
        <p:blipFill>
          <a:blip r:embed="rId4"/>
          <a:stretch>
            <a:fillRect/>
          </a:stretch>
        </p:blipFill>
        <p:spPr>
          <a:xfrm>
            <a:off x="1307206" y="734118"/>
            <a:ext cx="6529590" cy="3654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Elipse 5">
            <a:extLst>
              <a:ext uri="{FF2B5EF4-FFF2-40B4-BE49-F238E27FC236}">
                <a16:creationId xmlns:a16="http://schemas.microsoft.com/office/drawing/2014/main" id="{446547F3-14B9-B78B-CADD-7AD5464A0630}"/>
              </a:ext>
            </a:extLst>
          </p:cNvPr>
          <p:cNvSpPr/>
          <p:nvPr/>
        </p:nvSpPr>
        <p:spPr>
          <a:xfrm>
            <a:off x="3210560" y="2880360"/>
            <a:ext cx="538480" cy="538480"/>
          </a:xfrm>
          <a:prstGeom prst="ellipse">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Bocadillo: rectángulo 6">
            <a:extLst>
              <a:ext uri="{FF2B5EF4-FFF2-40B4-BE49-F238E27FC236}">
                <a16:creationId xmlns:a16="http://schemas.microsoft.com/office/drawing/2014/main" id="{F36FA218-3DEF-D626-05A7-82DD9AFD68B5}"/>
              </a:ext>
            </a:extLst>
          </p:cNvPr>
          <p:cNvSpPr/>
          <p:nvPr/>
        </p:nvSpPr>
        <p:spPr>
          <a:xfrm>
            <a:off x="4084320" y="2921000"/>
            <a:ext cx="1889760" cy="1158240"/>
          </a:xfrm>
          <a:prstGeom prst="wedgeRectCallout">
            <a:avLst>
              <a:gd name="adj1" fmla="val -65994"/>
              <a:gd name="adj2" fmla="val -25658"/>
            </a:avLst>
          </a:prstGeom>
          <a:solidFill>
            <a:schemeClr val="accent2">
              <a:lumMod val="25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800" b="1" u="sng" dirty="0"/>
              <a:t>Roshar</a:t>
            </a:r>
          </a:p>
          <a:p>
            <a:pPr algn="ctr"/>
            <a:r>
              <a:rPr lang="es-ES" dirty="0"/>
              <a:t>Sistema Roshariano</a:t>
            </a:r>
          </a:p>
          <a:p>
            <a:pPr algn="ctr"/>
            <a:endParaRPr lang="es-ES" dirty="0"/>
          </a:p>
          <a:p>
            <a:pPr algn="ctr"/>
            <a:r>
              <a:rPr lang="es-ES" sz="1200" dirty="0"/>
              <a:t>El camino de los Reyes</a:t>
            </a:r>
          </a:p>
        </p:txBody>
      </p:sp>
    </p:spTree>
    <p:extLst>
      <p:ext uri="{BB962C8B-B14F-4D97-AF65-F5344CB8AC3E}">
        <p14:creationId xmlns:p14="http://schemas.microsoft.com/office/powerpoint/2010/main" val="171784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BCF5C686-D7BB-AE17-0682-B7CD35D8552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2A484F6-1EBC-183E-A566-B6F492DDDE24}"/>
              </a:ext>
            </a:extLst>
          </p:cNvPr>
          <p:cNvPicPr>
            <a:picLocks noChangeAspect="1"/>
          </p:cNvPicPr>
          <p:nvPr/>
        </p:nvPicPr>
        <p:blipFill>
          <a:blip r:embed="rId4"/>
          <a:stretch>
            <a:fillRect/>
          </a:stretch>
        </p:blipFill>
        <p:spPr>
          <a:xfrm>
            <a:off x="1307204" y="734118"/>
            <a:ext cx="6529590" cy="36527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11489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E1FCB3A3-FAFE-E151-1D37-9D41BC9CC2E2}"/>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2F1BE5E1-7F90-5485-96C9-583C081268AF}"/>
              </a:ext>
            </a:extLst>
          </p:cNvPr>
          <p:cNvPicPr>
            <a:picLocks noChangeAspect="1"/>
          </p:cNvPicPr>
          <p:nvPr/>
        </p:nvPicPr>
        <p:blipFill>
          <a:blip r:embed="rId4"/>
          <a:stretch>
            <a:fillRect/>
          </a:stretch>
        </p:blipFill>
        <p:spPr>
          <a:xfrm>
            <a:off x="1307205" y="734118"/>
            <a:ext cx="6529590" cy="36331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11250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F496F341-0966-57F5-5071-F7CA66230619}"/>
            </a:ext>
          </a:extLst>
        </p:cNvPr>
        <p:cNvGrpSpPr/>
        <p:nvPr/>
      </p:nvGrpSpPr>
      <p:grpSpPr>
        <a:xfrm>
          <a:off x="0" y="0"/>
          <a:ext cx="0" cy="0"/>
          <a:chOff x="0" y="0"/>
          <a:chExt cx="0" cy="0"/>
        </a:xfrm>
      </p:grpSpPr>
      <p:sp>
        <p:nvSpPr>
          <p:cNvPr id="6" name="Google Shape;4160;p38">
            <a:extLst>
              <a:ext uri="{FF2B5EF4-FFF2-40B4-BE49-F238E27FC236}">
                <a16:creationId xmlns:a16="http://schemas.microsoft.com/office/drawing/2014/main" id="{25428839-84BC-E510-7098-9D8B9A9547CF}"/>
              </a:ext>
            </a:extLst>
          </p:cNvPr>
          <p:cNvSpPr txBox="1">
            <a:spLocks/>
          </p:cNvSpPr>
          <p:nvPr/>
        </p:nvSpPr>
        <p:spPr>
          <a:xfrm>
            <a:off x="3115159" y="1743130"/>
            <a:ext cx="2913681"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13800" dirty="0">
                <a:solidFill>
                  <a:srgbClr val="FFFFFF"/>
                </a:solidFill>
                <a:latin typeface="Chelsea Market" panose="020B0604020202020204" charset="0"/>
              </a:rPr>
              <a:t>FIN</a:t>
            </a:r>
          </a:p>
        </p:txBody>
      </p:sp>
    </p:spTree>
    <p:extLst>
      <p:ext uri="{BB962C8B-B14F-4D97-AF65-F5344CB8AC3E}">
        <p14:creationId xmlns:p14="http://schemas.microsoft.com/office/powerpoint/2010/main" val="3527497795"/>
      </p:ext>
    </p:extLst>
  </p:cSld>
  <p:clrMapOvr>
    <a:masterClrMapping/>
  </p:clrMapOvr>
</p:sld>
</file>

<file path=ppt/theme/theme1.xml><?xml version="1.0" encoding="utf-8"?>
<a:theme xmlns:a="http://schemas.openxmlformats.org/drawingml/2006/main" name="Know The Universe: Astronomy Lesson by Slidesgo">
  <a:themeElements>
    <a:clrScheme name="Simple Light">
      <a:dk1>
        <a:srgbClr val="000100"/>
      </a:dk1>
      <a:lt1>
        <a:srgbClr val="E8E8DE"/>
      </a:lt1>
      <a:dk2>
        <a:srgbClr val="666666"/>
      </a:dk2>
      <a:lt2>
        <a:srgbClr val="CFDFF3"/>
      </a:lt2>
      <a:accent1>
        <a:srgbClr val="367AEC"/>
      </a:accent1>
      <a:accent2>
        <a:srgbClr val="A4C2F4"/>
      </a:accent2>
      <a:accent3>
        <a:srgbClr val="053B8F"/>
      </a:accent3>
      <a:accent4>
        <a:srgbClr val="6D9EEB"/>
      </a:accent4>
      <a:accent5>
        <a:srgbClr val="E8E8DE"/>
      </a:accent5>
      <a:accent6>
        <a:srgbClr val="367AEC"/>
      </a:accent6>
      <a:hlink>
        <a:srgbClr val="0001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777</TotalTime>
  <Words>788</Words>
  <Application>Microsoft Office PowerPoint</Application>
  <PresentationFormat>Presentación en pantalla (16:9)</PresentationFormat>
  <Paragraphs>140</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Nanum Gothic</vt:lpstr>
      <vt:lpstr>Chelsea Market</vt:lpstr>
      <vt:lpstr>Arial</vt:lpstr>
      <vt:lpstr>Anaheim</vt:lpstr>
      <vt:lpstr>Know The Universe: Astronomy Lesson by Slidesgo</vt:lpstr>
      <vt:lpstr>La Perpendicularidad Web:  El portal del Saltamundos</vt:lpstr>
      <vt:lpstr>Contenidos</vt:lpstr>
      <vt:lpstr>DESCRIPCIÓN</vt:lpstr>
      <vt:lpstr>FUNCIONALIDADES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liang ramon</cp:lastModifiedBy>
  <cp:revision>75</cp:revision>
  <dcterms:modified xsi:type="dcterms:W3CDTF">2024-10-28T22:22:03Z</dcterms:modified>
</cp:coreProperties>
</file>